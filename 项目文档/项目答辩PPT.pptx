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 id="2147483682" r:id="rId2"/>
  </p:sldMasterIdLst>
  <p:notesMasterIdLst>
    <p:notesMasterId r:id="rId40"/>
  </p:notesMasterIdLst>
  <p:handoutMasterIdLst>
    <p:handoutMasterId r:id="rId41"/>
  </p:handoutMasterIdLst>
  <p:sldIdLst>
    <p:sldId id="256" r:id="rId3"/>
    <p:sldId id="258" r:id="rId4"/>
    <p:sldId id="259" r:id="rId5"/>
    <p:sldId id="262" r:id="rId6"/>
    <p:sldId id="353" r:id="rId7"/>
    <p:sldId id="341" r:id="rId8"/>
    <p:sldId id="357" r:id="rId9"/>
    <p:sldId id="335" r:id="rId10"/>
    <p:sldId id="400" r:id="rId11"/>
    <p:sldId id="401" r:id="rId12"/>
    <p:sldId id="402" r:id="rId13"/>
    <p:sldId id="403" r:id="rId14"/>
    <p:sldId id="404" r:id="rId15"/>
    <p:sldId id="405" r:id="rId16"/>
    <p:sldId id="406" r:id="rId17"/>
    <p:sldId id="360" r:id="rId18"/>
    <p:sldId id="361" r:id="rId19"/>
    <p:sldId id="352" r:id="rId20"/>
    <p:sldId id="366" r:id="rId21"/>
    <p:sldId id="290" r:id="rId22"/>
    <p:sldId id="383" r:id="rId23"/>
    <p:sldId id="384" r:id="rId24"/>
    <p:sldId id="385" r:id="rId25"/>
    <p:sldId id="386" r:id="rId26"/>
    <p:sldId id="387" r:id="rId27"/>
    <p:sldId id="388" r:id="rId28"/>
    <p:sldId id="389" r:id="rId29"/>
    <p:sldId id="390" r:id="rId30"/>
    <p:sldId id="391" r:id="rId31"/>
    <p:sldId id="392" r:id="rId32"/>
    <p:sldId id="393" r:id="rId33"/>
    <p:sldId id="394" r:id="rId34"/>
    <p:sldId id="395" r:id="rId35"/>
    <p:sldId id="396" r:id="rId36"/>
    <p:sldId id="397" r:id="rId37"/>
    <p:sldId id="398" r:id="rId38"/>
    <p:sldId id="399" r:id="rId39"/>
  </p:sldIdLst>
  <p:sldSz cx="9144000" cy="5143500" type="screen16x9"/>
  <p:notesSz cx="6858000" cy="9144000"/>
  <p:embeddedFontLst>
    <p:embeddedFont>
      <p:font typeface="得意黑" pitchFamily="2" charset="-122"/>
      <p:italic r:id="rId42"/>
    </p:embeddedFont>
    <p:embeddedFont>
      <p:font typeface="Bebas Neue" panose="020B0606020202050201" pitchFamily="34" charset="0"/>
      <p:regular r:id="rId43"/>
    </p:embeddedFont>
    <p:embeddedFont>
      <p:font typeface="Oxygen" panose="02000503000000000000" pitchFamily="2" charset="0"/>
      <p:regular r:id="rId44"/>
      <p:bold r:id="rId45"/>
    </p:embeddedFont>
  </p:embeddedFontLst>
  <p:custDataLst>
    <p:tags r:id="rId4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5381F9-12E4-4872-ADA0-DA512F776A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60"/>
  </p:normalViewPr>
  <p:slideViewPr>
    <p:cSldViewPr snapToGrid="0">
      <p:cViewPr varScale="1">
        <p:scale>
          <a:sx n="167" d="100"/>
          <a:sy n="167" d="100"/>
        </p:scale>
        <p:origin x="232" y="17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得意黑" charset="-122"/>
              <a:ea typeface="得意黑" charset="-122"/>
              <a:cs typeface="得意黑" charset="-122"/>
              <a:sym typeface="得意黑"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得意黑" charset="-122"/>
                <a:ea typeface="得意黑" charset="-122"/>
                <a:cs typeface="得意黑" charset="-122"/>
                <a:sym typeface="得意黑" charset="-122"/>
              </a:rPr>
              <a:t>2026/6/3</a:t>
            </a:fld>
            <a:endParaRPr lang="zh-CN" altLang="en-US">
              <a:latin typeface="得意黑" charset="-122"/>
              <a:ea typeface="得意黑" charset="-122"/>
              <a:cs typeface="得意黑" charset="-122"/>
              <a:sym typeface="得意黑"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得意黑" charset="-122"/>
              <a:ea typeface="得意黑" charset="-122"/>
              <a:cs typeface="得意黑" charset="-122"/>
              <a:sym typeface="得意黑"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得意黑" charset="-122"/>
                <a:ea typeface="得意黑" charset="-122"/>
                <a:cs typeface="得意黑" charset="-122"/>
                <a:sym typeface="得意黑" charset="-122"/>
              </a:rPr>
              <a:t>‹#›</a:t>
            </a:fld>
            <a:endParaRPr lang="zh-CN" altLang="en-US">
              <a:latin typeface="得意黑" charset="-122"/>
              <a:ea typeface="得意黑" charset="-122"/>
              <a:cs typeface="得意黑" charset="-122"/>
              <a:sym typeface="得意黑"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719" name="Google Shape;71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fc0577733f_0_0: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123" name="Google Shape;1123;gfc057773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fc0577733f_0_59: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164" name="Google Shape;1164;gfc0577733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gfbde30e008_0_1486: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568" name="Google Shape;1568;gfbde30e008_0_1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582135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42C89086-CEE6-A849-19B2-DF0C893B3079}"/>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30929DE0-0EFF-907D-1939-692327D592BA}"/>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1CAFB911-53B8-64D6-F7BE-F2086CC2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dirty="0"/>
          </a:p>
        </p:txBody>
      </p:sp>
    </p:spTree>
    <p:extLst>
      <p:ext uri="{BB962C8B-B14F-4D97-AF65-F5344CB8AC3E}">
        <p14:creationId xmlns:p14="http://schemas.microsoft.com/office/powerpoint/2010/main" val="3870348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a:extLst>
            <a:ext uri="{FF2B5EF4-FFF2-40B4-BE49-F238E27FC236}">
              <a16:creationId xmlns:a16="http://schemas.microsoft.com/office/drawing/2014/main" id="{07F28B2F-FB57-FAA8-AA65-CFF299E02048}"/>
            </a:ext>
          </a:extLst>
        </p:cNvPr>
        <p:cNvGrpSpPr/>
        <p:nvPr/>
      </p:nvGrpSpPr>
      <p:grpSpPr>
        <a:xfrm>
          <a:off x="0" y="0"/>
          <a:ext cx="0" cy="0"/>
          <a:chOff x="0" y="0"/>
          <a:chExt cx="0" cy="0"/>
        </a:xfrm>
      </p:grpSpPr>
      <p:sp>
        <p:nvSpPr>
          <p:cNvPr id="1567" name="Google Shape;1567;gfbde30e008_0_1486:notes">
            <a:extLst>
              <a:ext uri="{FF2B5EF4-FFF2-40B4-BE49-F238E27FC236}">
                <a16:creationId xmlns:a16="http://schemas.microsoft.com/office/drawing/2014/main" id="{0896A6E2-1904-849D-D3E7-4549FD626021}"/>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568" name="Google Shape;1568;gfbde30e008_0_1486:notes">
            <a:extLst>
              <a:ext uri="{FF2B5EF4-FFF2-40B4-BE49-F238E27FC236}">
                <a16:creationId xmlns:a16="http://schemas.microsoft.com/office/drawing/2014/main" id="{B864F7B3-57EF-74F0-F702-832C1F323C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2073670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a:extLst>
            <a:ext uri="{FF2B5EF4-FFF2-40B4-BE49-F238E27FC236}">
              <a16:creationId xmlns:a16="http://schemas.microsoft.com/office/drawing/2014/main" id="{C9DB20C0-9B38-C9E6-01D5-6B0BF5FA9D2A}"/>
            </a:ext>
          </a:extLst>
        </p:cNvPr>
        <p:cNvGrpSpPr/>
        <p:nvPr/>
      </p:nvGrpSpPr>
      <p:grpSpPr>
        <a:xfrm>
          <a:off x="0" y="0"/>
          <a:ext cx="0" cy="0"/>
          <a:chOff x="0" y="0"/>
          <a:chExt cx="0" cy="0"/>
        </a:xfrm>
      </p:grpSpPr>
      <p:sp>
        <p:nvSpPr>
          <p:cNvPr id="1567" name="Google Shape;1567;gfbde30e008_0_1486:notes">
            <a:extLst>
              <a:ext uri="{FF2B5EF4-FFF2-40B4-BE49-F238E27FC236}">
                <a16:creationId xmlns:a16="http://schemas.microsoft.com/office/drawing/2014/main" id="{14BDF6C8-55A4-3E28-7531-FDF69A48BF7D}"/>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568" name="Google Shape;1568;gfbde30e008_0_1486:notes">
            <a:extLst>
              <a:ext uri="{FF2B5EF4-FFF2-40B4-BE49-F238E27FC236}">
                <a16:creationId xmlns:a16="http://schemas.microsoft.com/office/drawing/2014/main" id="{6265309F-13A2-FE81-E57F-F4EC499EBE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363859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a:extLst>
            <a:ext uri="{FF2B5EF4-FFF2-40B4-BE49-F238E27FC236}">
              <a16:creationId xmlns:a16="http://schemas.microsoft.com/office/drawing/2014/main" id="{162869D4-402A-B9D0-808C-2AE4522679A0}"/>
            </a:ext>
          </a:extLst>
        </p:cNvPr>
        <p:cNvGrpSpPr/>
        <p:nvPr/>
      </p:nvGrpSpPr>
      <p:grpSpPr>
        <a:xfrm>
          <a:off x="0" y="0"/>
          <a:ext cx="0" cy="0"/>
          <a:chOff x="0" y="0"/>
          <a:chExt cx="0" cy="0"/>
        </a:xfrm>
      </p:grpSpPr>
      <p:sp>
        <p:nvSpPr>
          <p:cNvPr id="1122" name="Google Shape;1122;gfc0577733f_0_0:notes">
            <a:extLst>
              <a:ext uri="{FF2B5EF4-FFF2-40B4-BE49-F238E27FC236}">
                <a16:creationId xmlns:a16="http://schemas.microsoft.com/office/drawing/2014/main" id="{EFBD90AB-CA60-8A08-931F-75BC0C1B482D}"/>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123" name="Google Shape;1123;gfc0577733f_0_0:notes">
            <a:extLst>
              <a:ext uri="{FF2B5EF4-FFF2-40B4-BE49-F238E27FC236}">
                <a16:creationId xmlns:a16="http://schemas.microsoft.com/office/drawing/2014/main" id="{69980444-9F29-6FE0-7C52-5C3E49AE2D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527362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a:extLst>
            <a:ext uri="{FF2B5EF4-FFF2-40B4-BE49-F238E27FC236}">
              <a16:creationId xmlns:a16="http://schemas.microsoft.com/office/drawing/2014/main" id="{2AC5F18E-342B-E500-4BA9-0590F71A0E2D}"/>
            </a:ext>
          </a:extLst>
        </p:cNvPr>
        <p:cNvGrpSpPr/>
        <p:nvPr/>
      </p:nvGrpSpPr>
      <p:grpSpPr>
        <a:xfrm>
          <a:off x="0" y="0"/>
          <a:ext cx="0" cy="0"/>
          <a:chOff x="0" y="0"/>
          <a:chExt cx="0" cy="0"/>
        </a:xfrm>
      </p:grpSpPr>
      <p:sp>
        <p:nvSpPr>
          <p:cNvPr id="1122" name="Google Shape;1122;gfc0577733f_0_0:notes">
            <a:extLst>
              <a:ext uri="{FF2B5EF4-FFF2-40B4-BE49-F238E27FC236}">
                <a16:creationId xmlns:a16="http://schemas.microsoft.com/office/drawing/2014/main" id="{12CD17D4-9FCA-2EB0-52B9-E943DBEE1310}"/>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123" name="Google Shape;1123;gfc0577733f_0_0:notes">
            <a:extLst>
              <a:ext uri="{FF2B5EF4-FFF2-40B4-BE49-F238E27FC236}">
                <a16:creationId xmlns:a16="http://schemas.microsoft.com/office/drawing/2014/main" id="{B345FB8C-876F-5C14-8009-AD7AA5FF5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4098991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30429051-507D-420C-38D2-774DF1A24092}"/>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0DAD1518-A219-F5C0-F987-90B7131C7EB9}"/>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5312169F-5245-93BA-9562-D28D2C1900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dirty="0"/>
          </a:p>
        </p:txBody>
      </p:sp>
    </p:spTree>
    <p:extLst>
      <p:ext uri="{BB962C8B-B14F-4D97-AF65-F5344CB8AC3E}">
        <p14:creationId xmlns:p14="http://schemas.microsoft.com/office/powerpoint/2010/main" val="450317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a:extLst>
            <a:ext uri="{FF2B5EF4-FFF2-40B4-BE49-F238E27FC236}">
              <a16:creationId xmlns:a16="http://schemas.microsoft.com/office/drawing/2014/main" id="{C0A906D0-F56B-4FAB-FEFA-A5E3C75C0AF9}"/>
            </a:ext>
          </a:extLst>
        </p:cNvPr>
        <p:cNvGrpSpPr/>
        <p:nvPr/>
      </p:nvGrpSpPr>
      <p:grpSpPr>
        <a:xfrm>
          <a:off x="0" y="0"/>
          <a:ext cx="0" cy="0"/>
          <a:chOff x="0" y="0"/>
          <a:chExt cx="0" cy="0"/>
        </a:xfrm>
      </p:grpSpPr>
      <p:sp>
        <p:nvSpPr>
          <p:cNvPr id="1122" name="Google Shape;1122;gfc0577733f_0_0:notes">
            <a:extLst>
              <a:ext uri="{FF2B5EF4-FFF2-40B4-BE49-F238E27FC236}">
                <a16:creationId xmlns:a16="http://schemas.microsoft.com/office/drawing/2014/main" id="{C480CE80-DBDB-1857-CC6C-20110BACF08C}"/>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123" name="Google Shape;1123;gfc0577733f_0_0:notes">
            <a:extLst>
              <a:ext uri="{FF2B5EF4-FFF2-40B4-BE49-F238E27FC236}">
                <a16:creationId xmlns:a16="http://schemas.microsoft.com/office/drawing/2014/main" id="{3FDC8CED-6775-D488-5A29-F8322FF7D4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806178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7976F20A-FA6B-3CAF-3D3D-5E87B0949BD4}"/>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1CEA1438-6AE0-9CED-7128-B68798EFCA5E}"/>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49F163A9-CDB5-D470-97AF-541A0AFAA7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dirty="0"/>
          </a:p>
        </p:txBody>
      </p:sp>
    </p:spTree>
    <p:extLst>
      <p:ext uri="{BB962C8B-B14F-4D97-AF65-F5344CB8AC3E}">
        <p14:creationId xmlns:p14="http://schemas.microsoft.com/office/powerpoint/2010/main" val="3164602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4"/>
        <p:cNvGrpSpPr/>
        <p:nvPr/>
      </p:nvGrpSpPr>
      <p:grpSpPr>
        <a:xfrm>
          <a:off x="0" y="0"/>
          <a:ext cx="0" cy="0"/>
          <a:chOff x="0" y="0"/>
          <a:chExt cx="0" cy="0"/>
        </a:xfrm>
      </p:grpSpPr>
      <p:sp>
        <p:nvSpPr>
          <p:cNvPr id="3525" name="Google Shape;3525;g102b6055e00_0_1051:notes"/>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3526" name="Google Shape;3526;g102b6055e00_0_10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r>
              <a:rPr lang="zh-CN" altLang="en-US" dirty="0"/>
              <a:t>模板来自于： 第一</a:t>
            </a:r>
            <a:r>
              <a:rPr lang="en-US" dirty="0"/>
              <a:t>PPT https://www.1ppt.com/</a:t>
            </a:r>
          </a:p>
          <a:p>
            <a:pPr marL="0" lvl="0" indent="0" algn="l" rtl="0">
              <a:spcBef>
                <a:spcPct val="0"/>
              </a:spcBef>
              <a:spcAft>
                <a:spcPct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9B303283-A48E-04F1-27B3-7B43DD8B4168}"/>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8865912E-B5AC-820E-0D27-6692E941AB5C}"/>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FFB245F5-94D7-C1D8-045A-1A05D5F26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3272490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FDF24154-8166-1CC7-DD2E-9E3BD3CCD8D1}"/>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BD3BF1F4-A378-EFED-7834-1ADCC8FD5ED3}"/>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0862D43B-038E-0D19-78E4-9428C17404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652797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02DAAF54-7353-C77D-D3EB-D987F94FC1B1}"/>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FA4B6BCA-DA85-139A-FB2C-82810849C3DC}"/>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809B109E-1164-DC6B-BDE2-BB4A3F7DC6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770432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97E7D96E-5863-C280-CFEF-A7CCA9902DC1}"/>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D7DBA376-DB50-1A53-9034-9ACAF1B35216}"/>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B3CFFB20-3578-38F1-FD86-669F3D5FA1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406987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3F28BE05-AAD7-00A3-9DE1-3EA44186C3B5}"/>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C6C31F24-A23F-17C7-0749-C4EE2F343CC3}"/>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AB19B9BB-094A-9871-9CE7-870B03FD1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526884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CC97F7AE-806B-EA5C-AE9F-950825896E4B}"/>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B329D885-AE02-C6CD-931D-FFB3865BB14D}"/>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A06B9777-748B-9713-FA69-C335C83542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118611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B49104F4-FC4F-A680-AAA6-3D0548F40F96}"/>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E6ACB46B-D8E2-F42E-3EFA-E250D6BBF250}"/>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FE867BCE-A240-0B8E-FCC0-5673DBACC1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2794161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DDDF2888-ECAD-8090-4B70-D43682AFDFF2}"/>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510E7E81-F37B-C122-320F-4FC17677200F}"/>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DE9AE98F-28C3-09D8-689C-3FB92DA765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490034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99F9B390-37B1-60ED-94FC-554E7F9DC12C}"/>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356C9BD6-292B-8B0E-C274-BDEB0DAB5E1A}"/>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F8A90152-2C7E-BEE7-2CDF-BBC62B6D07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191506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75F67075-34EC-1B09-44D4-FCD3DE79B747}"/>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70D4C7E9-F91E-EB77-CAE6-1010DB3B972D}"/>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CED69EB4-87C5-1230-A58D-B30292E2C7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3935785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2D033F01-2100-8C59-210A-DC33DF9F712C}"/>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7D6CA211-E514-F84A-AD05-42598663635E}"/>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C82E9D2E-8908-37DA-8812-BF4B7778F1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3654627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499D0ABF-886B-FB62-08BC-E80CFBA8F44F}"/>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221503E8-C089-5806-3757-06F0BB0B10EF}"/>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05C00C1B-77AE-F559-22FA-A15DC8A807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1944067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7D85E77F-5B35-D1D1-C32E-F032041208A8}"/>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C9F59677-6A25-01A1-1275-13FE846D1FC6}"/>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22645057-A651-F852-A813-155E85CBF3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2501467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C6A9F1FD-5BE0-0004-5565-7611017C60AE}"/>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B4C299B7-4CD4-53D6-1C3D-F67F19AE95BC}"/>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E15AE35B-AAEC-218E-4E42-9694D5BD00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516000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2CD697DA-40B9-B64E-3322-C0951E67A5D3}"/>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43680F5F-6D90-B2D5-CC1D-DFC364A5AC35}"/>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B13B3822-BC33-BC78-F8C5-CA37AD27E3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3404332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E2134E3D-E006-C2FF-3806-49C6A9D6EA88}"/>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EB5F15DE-827E-BD45-17F9-108D6F97675A}"/>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D18902FD-2147-133C-CCE1-A34687A4FF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26221934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a:extLst>
            <a:ext uri="{FF2B5EF4-FFF2-40B4-BE49-F238E27FC236}">
              <a16:creationId xmlns:a16="http://schemas.microsoft.com/office/drawing/2014/main" id="{61710EE6-46D3-FFDF-B6BB-AD83665A9C23}"/>
            </a:ext>
          </a:extLst>
        </p:cNvPr>
        <p:cNvGrpSpPr/>
        <p:nvPr/>
      </p:nvGrpSpPr>
      <p:grpSpPr>
        <a:xfrm>
          <a:off x="0" y="0"/>
          <a:ext cx="0" cy="0"/>
          <a:chOff x="0" y="0"/>
          <a:chExt cx="0" cy="0"/>
        </a:xfrm>
      </p:grpSpPr>
      <p:sp>
        <p:nvSpPr>
          <p:cNvPr id="1721" name="Google Shape;1721;gfbde30e008_0_1260:notes">
            <a:extLst>
              <a:ext uri="{FF2B5EF4-FFF2-40B4-BE49-F238E27FC236}">
                <a16:creationId xmlns:a16="http://schemas.microsoft.com/office/drawing/2014/main" id="{A65EA6B1-F0F2-5478-DEB3-31448E23406C}"/>
              </a:ext>
            </a:extLst>
          </p:cNvPr>
          <p:cNvSpPr>
            <a:spLocks noGrp="1" noRot="1" noChangeAspect="1"/>
          </p:cNvSpPr>
          <p:nvPr>
            <p:ph type="sldImg" idx="2"/>
          </p:nvPr>
        </p:nvSpPr>
        <p:spPr>
          <a:xfrm>
            <a:off x="381000" y="685800"/>
            <a:ext cx="6096000" cy="3429000"/>
          </a:xfrm>
          <a:custGeom>
            <a:avLst/>
            <a:gdLst/>
            <a:ahLst/>
            <a:cxnLst/>
            <a:rect l="l" t="t" r="r" b="b"/>
            <a:pathLst>
              <a:path w="119999" h="119999" extrusionOk="0">
                <a:moveTo>
                  <a:pt x="0" y="0"/>
                </a:moveTo>
                <a:lnTo>
                  <a:pt x="120000" y="0"/>
                </a:lnTo>
                <a:lnTo>
                  <a:pt x="120000" y="120000"/>
                </a:lnTo>
                <a:lnTo>
                  <a:pt x="0" y="120000"/>
                </a:lnTo>
                <a:close/>
              </a:path>
            </a:pathLst>
          </a:custGeom>
        </p:spPr>
      </p:sp>
      <p:sp>
        <p:nvSpPr>
          <p:cNvPr id="1722" name="Google Shape;1722;gfbde30e008_0_1260:notes">
            <a:extLst>
              <a:ext uri="{FF2B5EF4-FFF2-40B4-BE49-F238E27FC236}">
                <a16:creationId xmlns:a16="http://schemas.microsoft.com/office/drawing/2014/main" id="{F0CA2DB3-8840-6DFC-B7F7-2123D700B6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extLst>
      <p:ext uri="{BB962C8B-B14F-4D97-AF65-F5344CB8AC3E}">
        <p14:creationId xmlns:p14="http://schemas.microsoft.com/office/powerpoint/2010/main" val="2823123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sp>
        <p:nvSpPr>
          <p:cNvPr id="9" name="Google Shape;9;p2"/>
          <p:cNvSpPr/>
          <p:nvPr/>
        </p:nvSpPr>
        <p:spPr>
          <a:xfrm>
            <a:off x="-356500" y="9639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 name="Google Shape;10;p2"/>
          <p:cNvSpPr/>
          <p:nvPr/>
        </p:nvSpPr>
        <p:spPr>
          <a:xfrm>
            <a:off x="1214550" y="4161800"/>
            <a:ext cx="893400" cy="8934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 name="Google Shape;11;p2"/>
          <p:cNvSpPr/>
          <p:nvPr/>
        </p:nvSpPr>
        <p:spPr>
          <a:xfrm>
            <a:off x="8047150" y="26731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 name="Google Shape;12;p2"/>
          <p:cNvSpPr/>
          <p:nvPr/>
        </p:nvSpPr>
        <p:spPr>
          <a:xfrm>
            <a:off x="6517575" y="-357900"/>
            <a:ext cx="893400" cy="8934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13" name="Google Shape;13;p2"/>
          <p:cNvPicPr preferRelativeResize="0"/>
          <p:nvPr/>
        </p:nvPicPr>
        <p:blipFill>
          <a:blip r:embed="rId2"/>
          <a:stretch>
            <a:fillRect/>
          </a:stretch>
        </p:blipFill>
        <p:spPr>
          <a:xfrm>
            <a:off x="715100" y="143800"/>
            <a:ext cx="8145951" cy="4502550"/>
          </a:xfrm>
          <a:prstGeom prst="rect">
            <a:avLst/>
          </a:prstGeom>
          <a:noFill/>
          <a:ln>
            <a:noFill/>
          </a:ln>
        </p:spPr>
      </p:pic>
      <p:sp>
        <p:nvSpPr>
          <p:cNvPr id="14" name="Google Shape;14;p2"/>
          <p:cNvSpPr/>
          <p:nvPr/>
        </p:nvSpPr>
        <p:spPr>
          <a:xfrm>
            <a:off x="432350" y="247000"/>
            <a:ext cx="8288400" cy="4618800"/>
          </a:xfrm>
          <a:prstGeom prst="roundRect">
            <a:avLst>
              <a:gd name="adj" fmla="val 4727"/>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5" name="Google Shape;15;p2"/>
          <p:cNvSpPr/>
          <p:nvPr/>
        </p:nvSpPr>
        <p:spPr>
          <a:xfrm>
            <a:off x="432250" y="247000"/>
            <a:ext cx="8288400" cy="288600"/>
          </a:xfrm>
          <a:prstGeom prst="round2SameRect">
            <a:avLst>
              <a:gd name="adj1" fmla="val 50000"/>
              <a:gd name="adj2" fmla="val 0"/>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16" name="Google Shape;16;p2"/>
          <p:cNvGrpSpPr/>
          <p:nvPr/>
        </p:nvGrpSpPr>
        <p:grpSpPr>
          <a:xfrm>
            <a:off x="606429" y="349204"/>
            <a:ext cx="420978" cy="105129"/>
            <a:chOff x="606429" y="349204"/>
            <a:chExt cx="420978" cy="105129"/>
          </a:xfrm>
        </p:grpSpPr>
        <p:sp>
          <p:nvSpPr>
            <p:cNvPr id="17" name="Google Shape;17;p2"/>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8" name="Google Shape;18;p2"/>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9" name="Google Shape;19;p2"/>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20" name="Google Shape;20;p2"/>
          <p:cNvSpPr txBox="1">
            <a:spLocks noGrp="1"/>
          </p:cNvSpPr>
          <p:nvPr>
            <p:ph type="ctrTitle"/>
          </p:nvPr>
        </p:nvSpPr>
        <p:spPr>
          <a:xfrm>
            <a:off x="2362775" y="886975"/>
            <a:ext cx="4318500" cy="2492700"/>
          </a:xfrm>
          <a:prstGeom prst="rect">
            <a:avLst/>
          </a:prstGeom>
        </p:spPr>
        <p:txBody>
          <a:bodyPr spcFirstLastPara="1" wrap="square" lIns="91425" tIns="91425" rIns="91425" bIns="91425" anchor="ctr" anchorCtr="0">
            <a:noAutofit/>
          </a:bodyPr>
          <a:lstStyle>
            <a:lvl1pPr lvl="0" algn="ctr">
              <a:lnSpc>
                <a:spcPct val="90000"/>
              </a:lnSpc>
              <a:spcBef>
                <a:spcPct val="0"/>
              </a:spcBef>
              <a:spcAft>
                <a:spcPct val="0"/>
              </a:spcAft>
              <a:buClr>
                <a:schemeClr val="dk1"/>
              </a:buClr>
              <a:buSzPts val="5200"/>
              <a:buNone/>
              <a:defRPr sz="6000">
                <a:solidFill>
                  <a:schemeClr val="dk1"/>
                </a:solidFill>
                <a:latin typeface="得意黑" charset="-122"/>
                <a:ea typeface="得意黑" charset="-122"/>
                <a:cs typeface="Arial" panose="020B0604020202020204" pitchFamily="34" charset="0"/>
                <a:sym typeface="Arial" panose="020B0604020202020204" pitchFamily="34" charset="0"/>
              </a:defRPr>
            </a:lvl1pPr>
            <a:lvl2pPr lvl="1" algn="ctr">
              <a:spcBef>
                <a:spcPct val="0"/>
              </a:spcBef>
              <a:spcAft>
                <a:spcPct val="0"/>
              </a:spcAft>
              <a:buClr>
                <a:schemeClr val="dk1"/>
              </a:buClr>
              <a:buSzPts val="5200"/>
              <a:buNone/>
              <a:defRPr sz="5200">
                <a:solidFill>
                  <a:schemeClr val="dk1"/>
                </a:solidFill>
              </a:defRPr>
            </a:lvl2pPr>
            <a:lvl3pPr lvl="2" algn="ctr">
              <a:spcBef>
                <a:spcPct val="0"/>
              </a:spcBef>
              <a:spcAft>
                <a:spcPct val="0"/>
              </a:spcAft>
              <a:buClr>
                <a:schemeClr val="dk1"/>
              </a:buClr>
              <a:buSzPts val="5200"/>
              <a:buNone/>
              <a:defRPr sz="5200">
                <a:solidFill>
                  <a:schemeClr val="dk1"/>
                </a:solidFill>
              </a:defRPr>
            </a:lvl3pPr>
            <a:lvl4pPr lvl="3" algn="ctr">
              <a:spcBef>
                <a:spcPct val="0"/>
              </a:spcBef>
              <a:spcAft>
                <a:spcPct val="0"/>
              </a:spcAft>
              <a:buClr>
                <a:schemeClr val="dk1"/>
              </a:buClr>
              <a:buSzPts val="5200"/>
              <a:buNone/>
              <a:defRPr sz="5200">
                <a:solidFill>
                  <a:schemeClr val="dk1"/>
                </a:solidFill>
              </a:defRPr>
            </a:lvl4pPr>
            <a:lvl5pPr lvl="4" algn="ctr">
              <a:spcBef>
                <a:spcPct val="0"/>
              </a:spcBef>
              <a:spcAft>
                <a:spcPct val="0"/>
              </a:spcAft>
              <a:buClr>
                <a:schemeClr val="dk1"/>
              </a:buClr>
              <a:buSzPts val="5200"/>
              <a:buNone/>
              <a:defRPr sz="5200">
                <a:solidFill>
                  <a:schemeClr val="dk1"/>
                </a:solidFill>
              </a:defRPr>
            </a:lvl5pPr>
            <a:lvl6pPr lvl="5" algn="ctr">
              <a:spcBef>
                <a:spcPct val="0"/>
              </a:spcBef>
              <a:spcAft>
                <a:spcPct val="0"/>
              </a:spcAft>
              <a:buClr>
                <a:schemeClr val="dk1"/>
              </a:buClr>
              <a:buSzPts val="5200"/>
              <a:buNone/>
              <a:defRPr sz="5200">
                <a:solidFill>
                  <a:schemeClr val="dk1"/>
                </a:solidFill>
              </a:defRPr>
            </a:lvl6pPr>
            <a:lvl7pPr lvl="6" algn="ctr">
              <a:spcBef>
                <a:spcPct val="0"/>
              </a:spcBef>
              <a:spcAft>
                <a:spcPct val="0"/>
              </a:spcAft>
              <a:buClr>
                <a:schemeClr val="dk1"/>
              </a:buClr>
              <a:buSzPts val="5200"/>
              <a:buNone/>
              <a:defRPr sz="5200">
                <a:solidFill>
                  <a:schemeClr val="dk1"/>
                </a:solidFill>
              </a:defRPr>
            </a:lvl7pPr>
            <a:lvl8pPr lvl="7" algn="ctr">
              <a:spcBef>
                <a:spcPct val="0"/>
              </a:spcBef>
              <a:spcAft>
                <a:spcPct val="0"/>
              </a:spcAft>
              <a:buClr>
                <a:schemeClr val="dk1"/>
              </a:buClr>
              <a:buSzPts val="5200"/>
              <a:buNone/>
              <a:defRPr sz="5200">
                <a:solidFill>
                  <a:schemeClr val="dk1"/>
                </a:solidFill>
              </a:defRPr>
            </a:lvl8pPr>
            <a:lvl9pPr lvl="8" algn="ctr">
              <a:spcBef>
                <a:spcPct val="0"/>
              </a:spcBef>
              <a:spcAft>
                <a:spcPct val="0"/>
              </a:spcAft>
              <a:buClr>
                <a:schemeClr val="dk1"/>
              </a:buClr>
              <a:buSzPts val="5200"/>
              <a:buNone/>
              <a:defRPr sz="5200">
                <a:solidFill>
                  <a:schemeClr val="dk1"/>
                </a:solidFill>
              </a:defRPr>
            </a:lvl9pPr>
          </a:lstStyle>
          <a:p>
            <a:endParaRPr/>
          </a:p>
        </p:txBody>
      </p:sp>
      <p:sp>
        <p:nvSpPr>
          <p:cNvPr id="21" name="Google Shape;21;p2"/>
          <p:cNvSpPr txBox="1">
            <a:spLocks noGrp="1"/>
          </p:cNvSpPr>
          <p:nvPr>
            <p:ph type="subTitle" idx="1"/>
          </p:nvPr>
        </p:nvSpPr>
        <p:spPr>
          <a:xfrm>
            <a:off x="3079375" y="3731025"/>
            <a:ext cx="2857800" cy="632400"/>
          </a:xfrm>
          <a:prstGeom prst="rect">
            <a:avLst/>
          </a:prstGeom>
          <a:noFill/>
          <a:ln>
            <a:noFill/>
          </a:ln>
        </p:spPr>
        <p:txBody>
          <a:bodyPr spcFirstLastPara="1" wrap="square" lIns="91425" tIns="91425" rIns="91425" bIns="91425" anchor="ctr" anchorCtr="0">
            <a:noAutofit/>
          </a:bodyPr>
          <a:lstStyle>
            <a:lvl1pPr lvl="0" algn="ctr">
              <a:lnSpc>
                <a:spcPct val="100000"/>
              </a:lnSpc>
              <a:spcBef>
                <a:spcPct val="0"/>
              </a:spcBef>
              <a:spcAft>
                <a:spcPct val="0"/>
              </a:spcAft>
              <a:buClr>
                <a:schemeClr val="accent2"/>
              </a:buClr>
              <a:buSzPts val="1400"/>
              <a:buNone/>
              <a:defRPr sz="1600" b="1">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algn="ctr">
              <a:lnSpc>
                <a:spcPct val="100000"/>
              </a:lnSpc>
              <a:spcBef>
                <a:spcPct val="0"/>
              </a:spcBef>
              <a:spcAft>
                <a:spcPct val="0"/>
              </a:spcAft>
              <a:buSzPts val="1800"/>
              <a:buNone/>
              <a:defRPr sz="1800"/>
            </a:lvl2pPr>
            <a:lvl3pPr lvl="2" algn="ctr">
              <a:lnSpc>
                <a:spcPct val="100000"/>
              </a:lnSpc>
              <a:spcBef>
                <a:spcPct val="0"/>
              </a:spcBef>
              <a:spcAft>
                <a:spcPct val="0"/>
              </a:spcAft>
              <a:buSzPts val="1800"/>
              <a:buNone/>
              <a:defRPr sz="1800"/>
            </a:lvl3pPr>
            <a:lvl4pPr lvl="3" algn="ctr">
              <a:lnSpc>
                <a:spcPct val="100000"/>
              </a:lnSpc>
              <a:spcBef>
                <a:spcPct val="0"/>
              </a:spcBef>
              <a:spcAft>
                <a:spcPct val="0"/>
              </a:spcAft>
              <a:buSzPts val="1800"/>
              <a:buNone/>
              <a:defRPr sz="1800"/>
            </a:lvl4pPr>
            <a:lvl5pPr lvl="4" algn="ctr">
              <a:lnSpc>
                <a:spcPct val="100000"/>
              </a:lnSpc>
              <a:spcBef>
                <a:spcPct val="0"/>
              </a:spcBef>
              <a:spcAft>
                <a:spcPct val="0"/>
              </a:spcAft>
              <a:buSzPts val="1800"/>
              <a:buNone/>
              <a:defRPr sz="1800"/>
            </a:lvl5pPr>
            <a:lvl6pPr lvl="5" algn="ctr">
              <a:lnSpc>
                <a:spcPct val="100000"/>
              </a:lnSpc>
              <a:spcBef>
                <a:spcPct val="0"/>
              </a:spcBef>
              <a:spcAft>
                <a:spcPct val="0"/>
              </a:spcAft>
              <a:buSzPts val="1800"/>
              <a:buNone/>
              <a:defRPr sz="1800"/>
            </a:lvl6pPr>
            <a:lvl7pPr lvl="6" algn="ctr">
              <a:lnSpc>
                <a:spcPct val="100000"/>
              </a:lnSpc>
              <a:spcBef>
                <a:spcPct val="0"/>
              </a:spcBef>
              <a:spcAft>
                <a:spcPct val="0"/>
              </a:spcAft>
              <a:buSzPts val="1800"/>
              <a:buNone/>
              <a:defRPr sz="1800"/>
            </a:lvl7pPr>
            <a:lvl8pPr lvl="7" algn="ctr">
              <a:lnSpc>
                <a:spcPct val="100000"/>
              </a:lnSpc>
              <a:spcBef>
                <a:spcPct val="0"/>
              </a:spcBef>
              <a:spcAft>
                <a:spcPct val="0"/>
              </a:spcAft>
              <a:buSzPts val="1800"/>
              <a:buNone/>
              <a:defRPr sz="1800"/>
            </a:lvl8pPr>
            <a:lvl9pPr lvl="8" algn="ctr">
              <a:lnSpc>
                <a:spcPct val="100000"/>
              </a:lnSpc>
              <a:spcBef>
                <a:spcPct val="0"/>
              </a:spcBef>
              <a:spcAft>
                <a:spcPct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1"/>
        <p:cNvGrpSpPr/>
        <p:nvPr/>
      </p:nvGrpSpPr>
      <p:grpSpPr>
        <a:xfrm>
          <a:off x="0" y="0"/>
          <a:ext cx="0" cy="0"/>
          <a:chOff x="0" y="0"/>
          <a:chExt cx="0" cy="0"/>
        </a:xfrm>
      </p:grpSpPr>
      <p:sp>
        <p:nvSpPr>
          <p:cNvPr id="52" name="Google Shape;52;p5"/>
          <p:cNvSpPr/>
          <p:nvPr/>
        </p:nvSpPr>
        <p:spPr>
          <a:xfrm>
            <a:off x="102650" y="1872013"/>
            <a:ext cx="1046100" cy="10461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3" name="Google Shape;53;p5"/>
          <p:cNvSpPr/>
          <p:nvPr/>
        </p:nvSpPr>
        <p:spPr>
          <a:xfrm>
            <a:off x="8178525" y="28334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4" name="Google Shape;54;p5"/>
          <p:cNvSpPr/>
          <p:nvPr/>
        </p:nvSpPr>
        <p:spPr>
          <a:xfrm>
            <a:off x="6265725" y="-223487"/>
            <a:ext cx="1046100" cy="10461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5" name="Google Shape;55;p5"/>
          <p:cNvSpPr/>
          <p:nvPr/>
        </p:nvSpPr>
        <p:spPr>
          <a:xfrm>
            <a:off x="2196825" y="403140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56" name="Google Shape;56;p5"/>
          <p:cNvPicPr preferRelativeResize="0"/>
          <p:nvPr/>
        </p:nvPicPr>
        <p:blipFill>
          <a:blip r:embed="rId2"/>
          <a:stretch>
            <a:fillRect/>
          </a:stretch>
        </p:blipFill>
        <p:spPr>
          <a:xfrm>
            <a:off x="715100" y="143800"/>
            <a:ext cx="8145951" cy="4502550"/>
          </a:xfrm>
          <a:prstGeom prst="rect">
            <a:avLst/>
          </a:prstGeom>
          <a:noFill/>
          <a:ln>
            <a:noFill/>
          </a:ln>
        </p:spPr>
      </p:pic>
      <p:sp>
        <p:nvSpPr>
          <p:cNvPr id="57" name="Google Shape;57;p5"/>
          <p:cNvSpPr/>
          <p:nvPr/>
        </p:nvSpPr>
        <p:spPr>
          <a:xfrm>
            <a:off x="432350" y="247000"/>
            <a:ext cx="8288400" cy="4618800"/>
          </a:xfrm>
          <a:prstGeom prst="roundRect">
            <a:avLst>
              <a:gd name="adj" fmla="val 4727"/>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8" name="Google Shape;58;p5"/>
          <p:cNvSpPr/>
          <p:nvPr/>
        </p:nvSpPr>
        <p:spPr>
          <a:xfrm>
            <a:off x="432250" y="247000"/>
            <a:ext cx="8288400" cy="288600"/>
          </a:xfrm>
          <a:prstGeom prst="round2SameRect">
            <a:avLst>
              <a:gd name="adj1" fmla="val 50000"/>
              <a:gd name="adj2" fmla="val 0"/>
            </a:avLst>
          </a:prstGeom>
          <a:solidFill>
            <a:schemeClr val="dk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59" name="Google Shape;59;p5"/>
          <p:cNvGrpSpPr/>
          <p:nvPr/>
        </p:nvGrpSpPr>
        <p:grpSpPr>
          <a:xfrm>
            <a:off x="606429" y="349204"/>
            <a:ext cx="420978" cy="105129"/>
            <a:chOff x="606429" y="349204"/>
            <a:chExt cx="420978" cy="105129"/>
          </a:xfrm>
        </p:grpSpPr>
        <p:sp>
          <p:nvSpPr>
            <p:cNvPr id="60" name="Google Shape;60;p5"/>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1" name="Google Shape;61;p5"/>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2" name="Google Shape;62;p5"/>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63" name="Google Shape;63;p5"/>
          <p:cNvSpPr txBox="1">
            <a:spLocks noGrp="1"/>
          </p:cNvSpPr>
          <p:nvPr>
            <p:ph type="subTitle" idx="1"/>
          </p:nvPr>
        </p:nvSpPr>
        <p:spPr>
          <a:xfrm>
            <a:off x="1867225" y="1747600"/>
            <a:ext cx="2500500" cy="395700"/>
          </a:xfrm>
          <a:prstGeom prst="rect">
            <a:avLst/>
          </a:prstGeom>
        </p:spPr>
        <p:txBody>
          <a:bodyPr spcFirstLastPara="1" wrap="square" lIns="91425" tIns="91425" rIns="91425" bIns="91425" anchor="ctr" anchorCtr="0">
            <a:noAutofit/>
          </a:bodyPr>
          <a:lstStyle>
            <a:lvl1pPr marL="0" marR="0" lvl="0" indent="-152400" algn="l" rtl="0">
              <a:lnSpc>
                <a:spcPct val="100000"/>
              </a:lnSpc>
              <a:spcBef>
                <a:spcPct val="0"/>
              </a:spcBef>
              <a:spcAft>
                <a:spcPct val="0"/>
              </a:spcAft>
              <a:buSzPts val="2400"/>
              <a:buFont typeface="Yanone Kaffeesatz"/>
              <a:buNone/>
              <a:defRPr sz="2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algn="ctr">
              <a:lnSpc>
                <a:spcPct val="100000"/>
              </a:lnSpc>
              <a:spcBef>
                <a:spcPct val="0"/>
              </a:spcBef>
              <a:spcAft>
                <a:spcPct val="0"/>
              </a:spcAft>
              <a:buSzPts val="2500"/>
              <a:buFont typeface="Bebas Neue"/>
              <a:buNone/>
              <a:defRPr sz="2500">
                <a:latin typeface="Bebas Neue"/>
                <a:ea typeface="Bebas Neue"/>
                <a:cs typeface="Bebas Neue"/>
                <a:sym typeface="Bebas Neue"/>
              </a:defRPr>
            </a:lvl2pPr>
            <a:lvl3pPr lvl="2" algn="ctr">
              <a:lnSpc>
                <a:spcPct val="100000"/>
              </a:lnSpc>
              <a:spcBef>
                <a:spcPct val="0"/>
              </a:spcBef>
              <a:spcAft>
                <a:spcPct val="0"/>
              </a:spcAft>
              <a:buSzPts val="2500"/>
              <a:buFont typeface="Bebas Neue"/>
              <a:buNone/>
              <a:defRPr sz="2500">
                <a:latin typeface="Bebas Neue"/>
                <a:ea typeface="Bebas Neue"/>
                <a:cs typeface="Bebas Neue"/>
                <a:sym typeface="Bebas Neue"/>
              </a:defRPr>
            </a:lvl3pPr>
            <a:lvl4pPr lvl="3" algn="ctr">
              <a:lnSpc>
                <a:spcPct val="100000"/>
              </a:lnSpc>
              <a:spcBef>
                <a:spcPct val="0"/>
              </a:spcBef>
              <a:spcAft>
                <a:spcPct val="0"/>
              </a:spcAft>
              <a:buSzPts val="2500"/>
              <a:buFont typeface="Bebas Neue"/>
              <a:buNone/>
              <a:defRPr sz="2500">
                <a:latin typeface="Bebas Neue"/>
                <a:ea typeface="Bebas Neue"/>
                <a:cs typeface="Bebas Neue"/>
                <a:sym typeface="Bebas Neue"/>
              </a:defRPr>
            </a:lvl4pPr>
            <a:lvl5pPr lvl="4" algn="ctr">
              <a:lnSpc>
                <a:spcPct val="100000"/>
              </a:lnSpc>
              <a:spcBef>
                <a:spcPct val="0"/>
              </a:spcBef>
              <a:spcAft>
                <a:spcPct val="0"/>
              </a:spcAft>
              <a:buSzPts val="2500"/>
              <a:buFont typeface="Bebas Neue"/>
              <a:buNone/>
              <a:defRPr sz="2500">
                <a:latin typeface="Bebas Neue"/>
                <a:ea typeface="Bebas Neue"/>
                <a:cs typeface="Bebas Neue"/>
                <a:sym typeface="Bebas Neue"/>
              </a:defRPr>
            </a:lvl5pPr>
            <a:lvl6pPr lvl="5" algn="ctr">
              <a:lnSpc>
                <a:spcPct val="100000"/>
              </a:lnSpc>
              <a:spcBef>
                <a:spcPct val="0"/>
              </a:spcBef>
              <a:spcAft>
                <a:spcPct val="0"/>
              </a:spcAft>
              <a:buSzPts val="2500"/>
              <a:buFont typeface="Bebas Neue"/>
              <a:buNone/>
              <a:defRPr sz="2500">
                <a:latin typeface="Bebas Neue"/>
                <a:ea typeface="Bebas Neue"/>
                <a:cs typeface="Bebas Neue"/>
                <a:sym typeface="Bebas Neue"/>
              </a:defRPr>
            </a:lvl6pPr>
            <a:lvl7pPr lvl="6" algn="ctr">
              <a:lnSpc>
                <a:spcPct val="100000"/>
              </a:lnSpc>
              <a:spcBef>
                <a:spcPct val="0"/>
              </a:spcBef>
              <a:spcAft>
                <a:spcPct val="0"/>
              </a:spcAft>
              <a:buSzPts val="2500"/>
              <a:buFont typeface="Bebas Neue"/>
              <a:buNone/>
              <a:defRPr sz="2500">
                <a:latin typeface="Bebas Neue"/>
                <a:ea typeface="Bebas Neue"/>
                <a:cs typeface="Bebas Neue"/>
                <a:sym typeface="Bebas Neue"/>
              </a:defRPr>
            </a:lvl7pPr>
            <a:lvl8pPr lvl="7" algn="ctr">
              <a:lnSpc>
                <a:spcPct val="100000"/>
              </a:lnSpc>
              <a:spcBef>
                <a:spcPct val="0"/>
              </a:spcBef>
              <a:spcAft>
                <a:spcPct val="0"/>
              </a:spcAft>
              <a:buSzPts val="2500"/>
              <a:buFont typeface="Bebas Neue"/>
              <a:buNone/>
              <a:defRPr sz="2500">
                <a:latin typeface="Bebas Neue"/>
                <a:ea typeface="Bebas Neue"/>
                <a:cs typeface="Bebas Neue"/>
                <a:sym typeface="Bebas Neue"/>
              </a:defRPr>
            </a:lvl8pPr>
            <a:lvl9pPr lvl="8" algn="ctr">
              <a:lnSpc>
                <a:spcPct val="100000"/>
              </a:lnSpc>
              <a:spcBef>
                <a:spcPct val="0"/>
              </a:spcBef>
              <a:spcAft>
                <a:spcPct val="0"/>
              </a:spcAft>
              <a:buSzPts val="2500"/>
              <a:buFont typeface="Bebas Neue"/>
              <a:buNone/>
              <a:defRPr sz="2500">
                <a:latin typeface="Bebas Neue"/>
                <a:ea typeface="Bebas Neue"/>
                <a:cs typeface="Bebas Neue"/>
                <a:sym typeface="Bebas Neue"/>
              </a:defRPr>
            </a:lvl9pPr>
          </a:lstStyle>
          <a:p>
            <a:endParaRPr/>
          </a:p>
        </p:txBody>
      </p:sp>
      <p:sp>
        <p:nvSpPr>
          <p:cNvPr id="64" name="Google Shape;64;p5"/>
          <p:cNvSpPr txBox="1">
            <a:spLocks noGrp="1"/>
          </p:cNvSpPr>
          <p:nvPr>
            <p:ph type="subTitle" idx="2"/>
          </p:nvPr>
        </p:nvSpPr>
        <p:spPr>
          <a:xfrm>
            <a:off x="5538525" y="2833450"/>
            <a:ext cx="2500500" cy="395700"/>
          </a:xfrm>
          <a:prstGeom prst="rect">
            <a:avLst/>
          </a:prstGeom>
        </p:spPr>
        <p:txBody>
          <a:bodyPr spcFirstLastPara="1" wrap="square" lIns="91425" tIns="91425" rIns="91425" bIns="91425" anchor="ctr" anchorCtr="0">
            <a:noAutofit/>
          </a:bodyPr>
          <a:lstStyle>
            <a:lvl1pPr marL="0" marR="0" lvl="0" indent="-152400" algn="l" rtl="0">
              <a:lnSpc>
                <a:spcPct val="100000"/>
              </a:lnSpc>
              <a:spcBef>
                <a:spcPct val="0"/>
              </a:spcBef>
              <a:spcAft>
                <a:spcPct val="0"/>
              </a:spcAft>
              <a:buSzPts val="2400"/>
              <a:buFont typeface="Yanone Kaffeesatz"/>
              <a:buNone/>
              <a:defRPr sz="2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2500"/>
              <a:buFont typeface="Bebas Neue"/>
              <a:buNone/>
              <a:defRPr sz="2500">
                <a:latin typeface="Bebas Neue"/>
                <a:ea typeface="Bebas Neue"/>
                <a:cs typeface="Bebas Neue"/>
                <a:sym typeface="Bebas Neue"/>
              </a:defRPr>
            </a:lvl2pPr>
            <a:lvl3pPr lvl="2" algn="ctr" rtl="0">
              <a:lnSpc>
                <a:spcPct val="100000"/>
              </a:lnSpc>
              <a:spcBef>
                <a:spcPct val="0"/>
              </a:spcBef>
              <a:spcAft>
                <a:spcPct val="0"/>
              </a:spcAft>
              <a:buSzPts val="2500"/>
              <a:buFont typeface="Bebas Neue"/>
              <a:buNone/>
              <a:defRPr sz="2500">
                <a:latin typeface="Bebas Neue"/>
                <a:ea typeface="Bebas Neue"/>
                <a:cs typeface="Bebas Neue"/>
                <a:sym typeface="Bebas Neue"/>
              </a:defRPr>
            </a:lvl3pPr>
            <a:lvl4pPr lvl="3" algn="ctr" rtl="0">
              <a:lnSpc>
                <a:spcPct val="100000"/>
              </a:lnSpc>
              <a:spcBef>
                <a:spcPct val="0"/>
              </a:spcBef>
              <a:spcAft>
                <a:spcPct val="0"/>
              </a:spcAft>
              <a:buSzPts val="2500"/>
              <a:buFont typeface="Bebas Neue"/>
              <a:buNone/>
              <a:defRPr sz="2500">
                <a:latin typeface="Bebas Neue"/>
                <a:ea typeface="Bebas Neue"/>
                <a:cs typeface="Bebas Neue"/>
                <a:sym typeface="Bebas Neue"/>
              </a:defRPr>
            </a:lvl4pPr>
            <a:lvl5pPr lvl="4" algn="ctr" rtl="0">
              <a:lnSpc>
                <a:spcPct val="100000"/>
              </a:lnSpc>
              <a:spcBef>
                <a:spcPct val="0"/>
              </a:spcBef>
              <a:spcAft>
                <a:spcPct val="0"/>
              </a:spcAft>
              <a:buSzPts val="2500"/>
              <a:buFont typeface="Bebas Neue"/>
              <a:buNone/>
              <a:defRPr sz="2500">
                <a:latin typeface="Bebas Neue"/>
                <a:ea typeface="Bebas Neue"/>
                <a:cs typeface="Bebas Neue"/>
                <a:sym typeface="Bebas Neue"/>
              </a:defRPr>
            </a:lvl5pPr>
            <a:lvl6pPr lvl="5" algn="ctr" rtl="0">
              <a:lnSpc>
                <a:spcPct val="100000"/>
              </a:lnSpc>
              <a:spcBef>
                <a:spcPct val="0"/>
              </a:spcBef>
              <a:spcAft>
                <a:spcPct val="0"/>
              </a:spcAft>
              <a:buSzPts val="2500"/>
              <a:buFont typeface="Bebas Neue"/>
              <a:buNone/>
              <a:defRPr sz="2500">
                <a:latin typeface="Bebas Neue"/>
                <a:ea typeface="Bebas Neue"/>
                <a:cs typeface="Bebas Neue"/>
                <a:sym typeface="Bebas Neue"/>
              </a:defRPr>
            </a:lvl6pPr>
            <a:lvl7pPr lvl="6" algn="ctr" rtl="0">
              <a:lnSpc>
                <a:spcPct val="100000"/>
              </a:lnSpc>
              <a:spcBef>
                <a:spcPct val="0"/>
              </a:spcBef>
              <a:spcAft>
                <a:spcPct val="0"/>
              </a:spcAft>
              <a:buSzPts val="2500"/>
              <a:buFont typeface="Bebas Neue"/>
              <a:buNone/>
              <a:defRPr sz="2500">
                <a:latin typeface="Bebas Neue"/>
                <a:ea typeface="Bebas Neue"/>
                <a:cs typeface="Bebas Neue"/>
                <a:sym typeface="Bebas Neue"/>
              </a:defRPr>
            </a:lvl7pPr>
            <a:lvl8pPr lvl="7" algn="ctr" rtl="0">
              <a:lnSpc>
                <a:spcPct val="100000"/>
              </a:lnSpc>
              <a:spcBef>
                <a:spcPct val="0"/>
              </a:spcBef>
              <a:spcAft>
                <a:spcPct val="0"/>
              </a:spcAft>
              <a:buSzPts val="2500"/>
              <a:buFont typeface="Bebas Neue"/>
              <a:buNone/>
              <a:defRPr sz="2500">
                <a:latin typeface="Bebas Neue"/>
                <a:ea typeface="Bebas Neue"/>
                <a:cs typeface="Bebas Neue"/>
                <a:sym typeface="Bebas Neue"/>
              </a:defRPr>
            </a:lvl8pPr>
            <a:lvl9pPr lvl="8" algn="ctr" rtl="0">
              <a:lnSpc>
                <a:spcPct val="100000"/>
              </a:lnSpc>
              <a:spcBef>
                <a:spcPct val="0"/>
              </a:spcBef>
              <a:spcAft>
                <a:spcPct val="0"/>
              </a:spcAft>
              <a:buSzPts val="2500"/>
              <a:buFont typeface="Bebas Neue"/>
              <a:buNone/>
              <a:defRPr sz="2500">
                <a:latin typeface="Bebas Neue"/>
                <a:ea typeface="Bebas Neue"/>
                <a:cs typeface="Bebas Neue"/>
                <a:sym typeface="Bebas Neue"/>
              </a:defRPr>
            </a:lvl9pPr>
          </a:lstStyle>
          <a:p>
            <a:endParaRPr/>
          </a:p>
        </p:txBody>
      </p:sp>
      <p:sp>
        <p:nvSpPr>
          <p:cNvPr id="65" name="Google Shape;65;p5"/>
          <p:cNvSpPr txBox="1">
            <a:spLocks noGrp="1"/>
          </p:cNvSpPr>
          <p:nvPr>
            <p:ph type="subTitle" idx="3"/>
          </p:nvPr>
        </p:nvSpPr>
        <p:spPr>
          <a:xfrm>
            <a:off x="1867225" y="2109650"/>
            <a:ext cx="2500500" cy="1060500"/>
          </a:xfrm>
          <a:prstGeom prst="rect">
            <a:avLst/>
          </a:prstGeom>
        </p:spPr>
        <p:txBody>
          <a:bodyPr spcFirstLastPara="1" wrap="square" lIns="91425" tIns="91425" rIns="91425" bIns="91425" anchor="t" anchorCtr="0">
            <a:noAutofit/>
          </a:bodyPr>
          <a:lstStyle>
            <a:lvl1pPr lvl="0" rtl="0">
              <a:lnSpc>
                <a:spcPct val="100000"/>
              </a:lnSpc>
              <a:spcBef>
                <a:spcPct val="0"/>
              </a:spcBef>
              <a:spcAft>
                <a:spcPct val="0"/>
              </a:spcAft>
              <a:buSzPts val="1400"/>
              <a:buNone/>
              <a:defRPr>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66" name="Google Shape;66;p5"/>
          <p:cNvSpPr txBox="1">
            <a:spLocks noGrp="1"/>
          </p:cNvSpPr>
          <p:nvPr>
            <p:ph type="subTitle" idx="4"/>
          </p:nvPr>
        </p:nvSpPr>
        <p:spPr>
          <a:xfrm>
            <a:off x="5538525" y="3195500"/>
            <a:ext cx="2500500" cy="1060500"/>
          </a:xfrm>
          <a:prstGeom prst="rect">
            <a:avLst/>
          </a:prstGeom>
        </p:spPr>
        <p:txBody>
          <a:bodyPr spcFirstLastPara="1" wrap="square" lIns="91425" tIns="91425" rIns="91425" bIns="91425" anchor="t" anchorCtr="0">
            <a:noAutofit/>
          </a:bodyPr>
          <a:lstStyle>
            <a:lvl1pPr lvl="0" rtl="0">
              <a:lnSpc>
                <a:spcPct val="100000"/>
              </a:lnSpc>
              <a:spcBef>
                <a:spcPct val="0"/>
              </a:spcBef>
              <a:spcAft>
                <a:spcPct val="0"/>
              </a:spcAft>
              <a:buSzPts val="1400"/>
              <a:buNone/>
              <a:defRPr>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67" name="Google Shape;67;p5"/>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500"/>
              <a:buNone/>
              <a:defRPr>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500"/>
              <a:buNone/>
              <a:defRPr/>
            </a:lvl2pPr>
            <a:lvl3pPr lvl="2" rtl="0">
              <a:spcBef>
                <a:spcPct val="0"/>
              </a:spcBef>
              <a:spcAft>
                <a:spcPct val="0"/>
              </a:spcAft>
              <a:buSzPts val="3500"/>
              <a:buNone/>
              <a:defRPr/>
            </a:lvl3pPr>
            <a:lvl4pPr lvl="3" rtl="0">
              <a:spcBef>
                <a:spcPct val="0"/>
              </a:spcBef>
              <a:spcAft>
                <a:spcPct val="0"/>
              </a:spcAft>
              <a:buSzPts val="3500"/>
              <a:buNone/>
              <a:defRPr/>
            </a:lvl4pPr>
            <a:lvl5pPr lvl="4" rtl="0">
              <a:spcBef>
                <a:spcPct val="0"/>
              </a:spcBef>
              <a:spcAft>
                <a:spcPct val="0"/>
              </a:spcAft>
              <a:buSzPts val="3500"/>
              <a:buNone/>
              <a:defRPr/>
            </a:lvl5pPr>
            <a:lvl6pPr lvl="5" rtl="0">
              <a:spcBef>
                <a:spcPct val="0"/>
              </a:spcBef>
              <a:spcAft>
                <a:spcPct val="0"/>
              </a:spcAft>
              <a:buSzPts val="3500"/>
              <a:buNone/>
              <a:defRPr/>
            </a:lvl6pPr>
            <a:lvl7pPr lvl="6" rtl="0">
              <a:spcBef>
                <a:spcPct val="0"/>
              </a:spcBef>
              <a:spcAft>
                <a:spcPct val="0"/>
              </a:spcAft>
              <a:buSzPts val="3500"/>
              <a:buNone/>
              <a:defRPr/>
            </a:lvl7pPr>
            <a:lvl8pPr lvl="7" rtl="0">
              <a:spcBef>
                <a:spcPct val="0"/>
              </a:spcBef>
              <a:spcAft>
                <a:spcPct val="0"/>
              </a:spcAft>
              <a:buSzPts val="3500"/>
              <a:buNone/>
              <a:defRPr/>
            </a:lvl8pPr>
            <a:lvl9pPr lvl="8" rtl="0">
              <a:spcBef>
                <a:spcPct val="0"/>
              </a:spcBef>
              <a:spcAft>
                <a:spcPct val="0"/>
              </a:spcAft>
              <a:buSzPts val="35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87"/>
        <p:cNvGrpSpPr/>
        <p:nvPr/>
      </p:nvGrpSpPr>
      <p:grpSpPr>
        <a:xfrm>
          <a:off x="0" y="0"/>
          <a:ext cx="0" cy="0"/>
          <a:chOff x="0" y="0"/>
          <a:chExt cx="0" cy="0"/>
        </a:xfrm>
      </p:grpSpPr>
      <p:sp>
        <p:nvSpPr>
          <p:cNvPr id="288" name="Google Shape;288;p23"/>
          <p:cNvSpPr/>
          <p:nvPr/>
        </p:nvSpPr>
        <p:spPr>
          <a:xfrm>
            <a:off x="8322425" y="138920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289" name="Google Shape;289;p23"/>
          <p:cNvPicPr preferRelativeResize="0"/>
          <p:nvPr/>
        </p:nvPicPr>
        <p:blipFill>
          <a:blip r:embed="rId2"/>
          <a:stretch>
            <a:fillRect/>
          </a:stretch>
        </p:blipFill>
        <p:spPr>
          <a:xfrm>
            <a:off x="715100" y="143800"/>
            <a:ext cx="8145951" cy="4502550"/>
          </a:xfrm>
          <a:prstGeom prst="rect">
            <a:avLst/>
          </a:prstGeom>
          <a:noFill/>
          <a:ln>
            <a:noFill/>
          </a:ln>
        </p:spPr>
      </p:pic>
      <p:sp>
        <p:nvSpPr>
          <p:cNvPr id="290" name="Google Shape;290;p23"/>
          <p:cNvSpPr/>
          <p:nvPr/>
        </p:nvSpPr>
        <p:spPr>
          <a:xfrm>
            <a:off x="964850" y="4138825"/>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1" name="Google Shape;291;p23"/>
          <p:cNvSpPr/>
          <p:nvPr/>
        </p:nvSpPr>
        <p:spPr>
          <a:xfrm>
            <a:off x="-171000" y="1079763"/>
            <a:ext cx="1046100" cy="10461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2" name="Google Shape;292;p23"/>
          <p:cNvSpPr/>
          <p:nvPr/>
        </p:nvSpPr>
        <p:spPr>
          <a:xfrm>
            <a:off x="5916775" y="3985813"/>
            <a:ext cx="1046100" cy="10461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3" name="Google Shape;293;p23"/>
          <p:cNvSpPr/>
          <p:nvPr/>
        </p:nvSpPr>
        <p:spPr>
          <a:xfrm>
            <a:off x="432350" y="247000"/>
            <a:ext cx="8288400" cy="4618800"/>
          </a:xfrm>
          <a:prstGeom prst="roundRect">
            <a:avLst>
              <a:gd name="adj" fmla="val 4727"/>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4" name="Google Shape;294;p23"/>
          <p:cNvSpPr txBox="1">
            <a:spLocks noGrp="1"/>
          </p:cNvSpPr>
          <p:nvPr>
            <p:ph type="title"/>
          </p:nvPr>
        </p:nvSpPr>
        <p:spPr>
          <a:xfrm>
            <a:off x="720000" y="676000"/>
            <a:ext cx="7704000" cy="572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500"/>
              <a:buNone/>
              <a:defRPr>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500"/>
              <a:buNone/>
              <a:defRPr/>
            </a:lvl2pPr>
            <a:lvl3pPr lvl="2" rtl="0">
              <a:spcBef>
                <a:spcPct val="0"/>
              </a:spcBef>
              <a:spcAft>
                <a:spcPct val="0"/>
              </a:spcAft>
              <a:buSzPts val="3500"/>
              <a:buNone/>
              <a:defRPr/>
            </a:lvl3pPr>
            <a:lvl4pPr lvl="3" rtl="0">
              <a:spcBef>
                <a:spcPct val="0"/>
              </a:spcBef>
              <a:spcAft>
                <a:spcPct val="0"/>
              </a:spcAft>
              <a:buSzPts val="3500"/>
              <a:buNone/>
              <a:defRPr/>
            </a:lvl4pPr>
            <a:lvl5pPr lvl="4" rtl="0">
              <a:spcBef>
                <a:spcPct val="0"/>
              </a:spcBef>
              <a:spcAft>
                <a:spcPct val="0"/>
              </a:spcAft>
              <a:buSzPts val="3500"/>
              <a:buNone/>
              <a:defRPr/>
            </a:lvl5pPr>
            <a:lvl6pPr lvl="5" rtl="0">
              <a:spcBef>
                <a:spcPct val="0"/>
              </a:spcBef>
              <a:spcAft>
                <a:spcPct val="0"/>
              </a:spcAft>
              <a:buSzPts val="3500"/>
              <a:buNone/>
              <a:defRPr/>
            </a:lvl6pPr>
            <a:lvl7pPr lvl="6" rtl="0">
              <a:spcBef>
                <a:spcPct val="0"/>
              </a:spcBef>
              <a:spcAft>
                <a:spcPct val="0"/>
              </a:spcAft>
              <a:buSzPts val="3500"/>
              <a:buNone/>
              <a:defRPr/>
            </a:lvl7pPr>
            <a:lvl8pPr lvl="7" rtl="0">
              <a:spcBef>
                <a:spcPct val="0"/>
              </a:spcBef>
              <a:spcAft>
                <a:spcPct val="0"/>
              </a:spcAft>
              <a:buSzPts val="3500"/>
              <a:buNone/>
              <a:defRPr/>
            </a:lvl8pPr>
            <a:lvl9pPr lvl="8" rtl="0">
              <a:spcBef>
                <a:spcPct val="0"/>
              </a:spcBef>
              <a:spcAft>
                <a:spcPct val="0"/>
              </a:spcAft>
              <a:buSzPts val="3500"/>
              <a:buNone/>
              <a:defRPr/>
            </a:lvl9pPr>
          </a:lstStyle>
          <a:p>
            <a:endParaRPr/>
          </a:p>
        </p:txBody>
      </p:sp>
      <p:sp>
        <p:nvSpPr>
          <p:cNvPr id="295" name="Google Shape;295;p23"/>
          <p:cNvSpPr txBox="1">
            <a:spLocks noGrp="1"/>
          </p:cNvSpPr>
          <p:nvPr>
            <p:ph type="title" idx="2"/>
          </p:nvPr>
        </p:nvSpPr>
        <p:spPr>
          <a:xfrm>
            <a:off x="2154513" y="1680375"/>
            <a:ext cx="2336400" cy="445500"/>
          </a:xfrm>
          <a:prstGeom prst="rect">
            <a:avLst/>
          </a:prstGeom>
        </p:spPr>
        <p:txBody>
          <a:bodyPr spcFirstLastPara="1" wrap="square" lIns="91425" tIns="91425" rIns="91425" bIns="91425" anchor="ctr" anchorCtr="0">
            <a:noAutofit/>
          </a:bodyPr>
          <a:lstStyle>
            <a:lvl1pPr lvl="0" rtl="0">
              <a:spcBef>
                <a:spcPct val="0"/>
              </a:spcBef>
              <a:spcAft>
                <a:spcPct val="0"/>
              </a:spcAft>
              <a:buSzPts val="2400"/>
              <a:buNone/>
              <a:defRPr sz="2400" b="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2400"/>
              <a:buNone/>
              <a:defRPr sz="2400"/>
            </a:lvl2pPr>
            <a:lvl3pPr lvl="2" rtl="0">
              <a:spcBef>
                <a:spcPct val="0"/>
              </a:spcBef>
              <a:spcAft>
                <a:spcPct val="0"/>
              </a:spcAft>
              <a:buSzPts val="2400"/>
              <a:buNone/>
              <a:defRPr sz="2400"/>
            </a:lvl3pPr>
            <a:lvl4pPr lvl="3" rtl="0">
              <a:spcBef>
                <a:spcPct val="0"/>
              </a:spcBef>
              <a:spcAft>
                <a:spcPct val="0"/>
              </a:spcAft>
              <a:buSzPts val="2400"/>
              <a:buNone/>
              <a:defRPr sz="2400"/>
            </a:lvl4pPr>
            <a:lvl5pPr lvl="4" rtl="0">
              <a:spcBef>
                <a:spcPct val="0"/>
              </a:spcBef>
              <a:spcAft>
                <a:spcPct val="0"/>
              </a:spcAft>
              <a:buSzPts val="2400"/>
              <a:buNone/>
              <a:defRPr sz="2400"/>
            </a:lvl5pPr>
            <a:lvl6pPr lvl="5" rtl="0">
              <a:spcBef>
                <a:spcPct val="0"/>
              </a:spcBef>
              <a:spcAft>
                <a:spcPct val="0"/>
              </a:spcAft>
              <a:buSzPts val="2400"/>
              <a:buNone/>
              <a:defRPr sz="2400"/>
            </a:lvl6pPr>
            <a:lvl7pPr lvl="6" rtl="0">
              <a:spcBef>
                <a:spcPct val="0"/>
              </a:spcBef>
              <a:spcAft>
                <a:spcPct val="0"/>
              </a:spcAft>
              <a:buSzPts val="2400"/>
              <a:buNone/>
              <a:defRPr sz="2400"/>
            </a:lvl7pPr>
            <a:lvl8pPr lvl="7" rtl="0">
              <a:spcBef>
                <a:spcPct val="0"/>
              </a:spcBef>
              <a:spcAft>
                <a:spcPct val="0"/>
              </a:spcAft>
              <a:buSzPts val="2400"/>
              <a:buNone/>
              <a:defRPr sz="2400"/>
            </a:lvl8pPr>
            <a:lvl9pPr lvl="8" rtl="0">
              <a:spcBef>
                <a:spcPct val="0"/>
              </a:spcBef>
              <a:spcAft>
                <a:spcPct val="0"/>
              </a:spcAft>
              <a:buSzPts val="2400"/>
              <a:buNone/>
              <a:defRPr sz="2400"/>
            </a:lvl9pPr>
          </a:lstStyle>
          <a:p>
            <a:endParaRPr/>
          </a:p>
        </p:txBody>
      </p:sp>
      <p:sp>
        <p:nvSpPr>
          <p:cNvPr id="296" name="Google Shape;296;p23"/>
          <p:cNvSpPr txBox="1">
            <a:spLocks noGrp="1"/>
          </p:cNvSpPr>
          <p:nvPr>
            <p:ph type="title" idx="3" hasCustomPrompt="1"/>
          </p:nvPr>
        </p:nvSpPr>
        <p:spPr>
          <a:xfrm>
            <a:off x="1321238" y="1877375"/>
            <a:ext cx="671100" cy="5934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000"/>
              <a:buNone/>
              <a:defRPr sz="4500" b="0">
                <a:solidFill>
                  <a:schemeClr val="accent1"/>
                </a:solidFill>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000"/>
              <a:buNone/>
              <a:defRPr sz="3000"/>
            </a:lvl2pPr>
            <a:lvl3pPr lvl="2" rtl="0">
              <a:spcBef>
                <a:spcPct val="0"/>
              </a:spcBef>
              <a:spcAft>
                <a:spcPct val="0"/>
              </a:spcAft>
              <a:buSzPts val="3000"/>
              <a:buNone/>
              <a:defRPr sz="3000"/>
            </a:lvl3pPr>
            <a:lvl4pPr lvl="3" rtl="0">
              <a:spcBef>
                <a:spcPct val="0"/>
              </a:spcBef>
              <a:spcAft>
                <a:spcPct val="0"/>
              </a:spcAft>
              <a:buSzPts val="3000"/>
              <a:buNone/>
              <a:defRPr sz="3000"/>
            </a:lvl4pPr>
            <a:lvl5pPr lvl="4" rtl="0">
              <a:spcBef>
                <a:spcPct val="0"/>
              </a:spcBef>
              <a:spcAft>
                <a:spcPct val="0"/>
              </a:spcAft>
              <a:buSzPts val="3000"/>
              <a:buNone/>
              <a:defRPr sz="3000"/>
            </a:lvl5pPr>
            <a:lvl6pPr lvl="5" rtl="0">
              <a:spcBef>
                <a:spcPct val="0"/>
              </a:spcBef>
              <a:spcAft>
                <a:spcPct val="0"/>
              </a:spcAft>
              <a:buSzPts val="3000"/>
              <a:buNone/>
              <a:defRPr sz="3000"/>
            </a:lvl6pPr>
            <a:lvl7pPr lvl="6" rtl="0">
              <a:spcBef>
                <a:spcPct val="0"/>
              </a:spcBef>
              <a:spcAft>
                <a:spcPct val="0"/>
              </a:spcAft>
              <a:buSzPts val="3000"/>
              <a:buNone/>
              <a:defRPr sz="3000"/>
            </a:lvl7pPr>
            <a:lvl8pPr lvl="7" rtl="0">
              <a:spcBef>
                <a:spcPct val="0"/>
              </a:spcBef>
              <a:spcAft>
                <a:spcPct val="0"/>
              </a:spcAft>
              <a:buSzPts val="3000"/>
              <a:buNone/>
              <a:defRPr sz="3000"/>
            </a:lvl8pPr>
            <a:lvl9pPr lvl="8" rtl="0">
              <a:spcBef>
                <a:spcPct val="0"/>
              </a:spcBef>
              <a:spcAft>
                <a:spcPct val="0"/>
              </a:spcAft>
              <a:buSzPts val="3000"/>
              <a:buNone/>
              <a:defRPr sz="3000"/>
            </a:lvl9pPr>
          </a:lstStyle>
          <a:p>
            <a:r>
              <a:t>xx%</a:t>
            </a:r>
          </a:p>
        </p:txBody>
      </p:sp>
      <p:sp>
        <p:nvSpPr>
          <p:cNvPr id="297" name="Google Shape;297;p23"/>
          <p:cNvSpPr txBox="1">
            <a:spLocks noGrp="1"/>
          </p:cNvSpPr>
          <p:nvPr>
            <p:ph type="subTitle" idx="1"/>
          </p:nvPr>
        </p:nvSpPr>
        <p:spPr>
          <a:xfrm>
            <a:off x="2154513" y="2125875"/>
            <a:ext cx="2336400" cy="484800"/>
          </a:xfrm>
          <a:prstGeom prst="rect">
            <a:avLst/>
          </a:prstGeom>
        </p:spPr>
        <p:txBody>
          <a:bodyPr spcFirstLastPara="1" wrap="square" lIns="91425" tIns="91425" rIns="91425" bIns="91425" anchor="ctr" anchorCtr="0">
            <a:noAutofit/>
          </a:bodyPr>
          <a:lstStyle>
            <a:lvl1pPr lvl="0" rtl="0">
              <a:lnSpc>
                <a:spcPct val="100000"/>
              </a:lnSpc>
              <a:spcBef>
                <a:spcPct val="0"/>
              </a:spcBef>
              <a:spcAft>
                <a:spcPct val="0"/>
              </a:spcAft>
              <a:buSzPts val="1400"/>
              <a:buNone/>
              <a:defRPr sz="1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rtl="0">
              <a:lnSpc>
                <a:spcPct val="100000"/>
              </a:lnSpc>
              <a:spcBef>
                <a:spcPct val="0"/>
              </a:spcBef>
              <a:spcAft>
                <a:spcPct val="0"/>
              </a:spcAft>
              <a:buSzPts val="1400"/>
              <a:buNone/>
              <a:defRPr/>
            </a:lvl2pPr>
            <a:lvl3pPr lvl="2" rtl="0">
              <a:lnSpc>
                <a:spcPct val="100000"/>
              </a:lnSpc>
              <a:spcBef>
                <a:spcPct val="0"/>
              </a:spcBef>
              <a:spcAft>
                <a:spcPct val="0"/>
              </a:spcAft>
              <a:buSzPts val="1400"/>
              <a:buNone/>
              <a:defRPr/>
            </a:lvl3pPr>
            <a:lvl4pPr lvl="3" rtl="0">
              <a:lnSpc>
                <a:spcPct val="100000"/>
              </a:lnSpc>
              <a:spcBef>
                <a:spcPct val="0"/>
              </a:spcBef>
              <a:spcAft>
                <a:spcPct val="0"/>
              </a:spcAft>
              <a:buSzPts val="1400"/>
              <a:buNone/>
              <a:defRPr/>
            </a:lvl4pPr>
            <a:lvl5pPr lvl="4" rtl="0">
              <a:lnSpc>
                <a:spcPct val="100000"/>
              </a:lnSpc>
              <a:spcBef>
                <a:spcPct val="0"/>
              </a:spcBef>
              <a:spcAft>
                <a:spcPct val="0"/>
              </a:spcAft>
              <a:buSzPts val="1400"/>
              <a:buNone/>
              <a:defRPr/>
            </a:lvl5pPr>
            <a:lvl6pPr lvl="5" rtl="0">
              <a:lnSpc>
                <a:spcPct val="100000"/>
              </a:lnSpc>
              <a:spcBef>
                <a:spcPct val="0"/>
              </a:spcBef>
              <a:spcAft>
                <a:spcPct val="0"/>
              </a:spcAft>
              <a:buSzPts val="1400"/>
              <a:buNone/>
              <a:defRPr/>
            </a:lvl6pPr>
            <a:lvl7pPr lvl="6" rtl="0">
              <a:lnSpc>
                <a:spcPct val="100000"/>
              </a:lnSpc>
              <a:spcBef>
                <a:spcPct val="0"/>
              </a:spcBef>
              <a:spcAft>
                <a:spcPct val="0"/>
              </a:spcAft>
              <a:buSzPts val="1400"/>
              <a:buNone/>
              <a:defRPr/>
            </a:lvl7pPr>
            <a:lvl8pPr lvl="7" rtl="0">
              <a:lnSpc>
                <a:spcPct val="100000"/>
              </a:lnSpc>
              <a:spcBef>
                <a:spcPct val="0"/>
              </a:spcBef>
              <a:spcAft>
                <a:spcPct val="0"/>
              </a:spcAft>
              <a:buSzPts val="1400"/>
              <a:buNone/>
              <a:defRPr/>
            </a:lvl8pPr>
            <a:lvl9pPr lvl="8" rtl="0">
              <a:lnSpc>
                <a:spcPct val="100000"/>
              </a:lnSpc>
              <a:spcBef>
                <a:spcPct val="0"/>
              </a:spcBef>
              <a:spcAft>
                <a:spcPct val="0"/>
              </a:spcAft>
              <a:buSzPts val="1400"/>
              <a:buNone/>
              <a:defRPr/>
            </a:lvl9pPr>
          </a:lstStyle>
          <a:p>
            <a:endParaRPr/>
          </a:p>
        </p:txBody>
      </p:sp>
      <p:sp>
        <p:nvSpPr>
          <p:cNvPr id="298" name="Google Shape;298;p23"/>
          <p:cNvSpPr txBox="1">
            <a:spLocks noGrp="1"/>
          </p:cNvSpPr>
          <p:nvPr>
            <p:ph type="title" idx="4"/>
          </p:nvPr>
        </p:nvSpPr>
        <p:spPr>
          <a:xfrm>
            <a:off x="2154513" y="2909600"/>
            <a:ext cx="2336400" cy="445500"/>
          </a:xfrm>
          <a:prstGeom prst="rect">
            <a:avLst/>
          </a:prstGeom>
        </p:spPr>
        <p:txBody>
          <a:bodyPr spcFirstLastPara="1" wrap="square" lIns="91425" tIns="91425" rIns="91425" bIns="91425" anchor="ctr" anchorCtr="0">
            <a:noAutofit/>
          </a:bodyPr>
          <a:lstStyle>
            <a:lvl1pPr lvl="0" rtl="0">
              <a:spcBef>
                <a:spcPct val="0"/>
              </a:spcBef>
              <a:spcAft>
                <a:spcPct val="0"/>
              </a:spcAft>
              <a:buSzPts val="2400"/>
              <a:buNone/>
              <a:defRPr sz="2400" b="0">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2400"/>
              <a:buNone/>
              <a:defRPr sz="2400"/>
            </a:lvl2pPr>
            <a:lvl3pPr lvl="2" rtl="0">
              <a:spcBef>
                <a:spcPct val="0"/>
              </a:spcBef>
              <a:spcAft>
                <a:spcPct val="0"/>
              </a:spcAft>
              <a:buSzPts val="2400"/>
              <a:buNone/>
              <a:defRPr sz="2400"/>
            </a:lvl3pPr>
            <a:lvl4pPr lvl="3" rtl="0">
              <a:spcBef>
                <a:spcPct val="0"/>
              </a:spcBef>
              <a:spcAft>
                <a:spcPct val="0"/>
              </a:spcAft>
              <a:buSzPts val="2400"/>
              <a:buNone/>
              <a:defRPr sz="2400"/>
            </a:lvl4pPr>
            <a:lvl5pPr lvl="4" rtl="0">
              <a:spcBef>
                <a:spcPct val="0"/>
              </a:spcBef>
              <a:spcAft>
                <a:spcPct val="0"/>
              </a:spcAft>
              <a:buSzPts val="2400"/>
              <a:buNone/>
              <a:defRPr sz="2400"/>
            </a:lvl5pPr>
            <a:lvl6pPr lvl="5" rtl="0">
              <a:spcBef>
                <a:spcPct val="0"/>
              </a:spcBef>
              <a:spcAft>
                <a:spcPct val="0"/>
              </a:spcAft>
              <a:buSzPts val="2400"/>
              <a:buNone/>
              <a:defRPr sz="2400"/>
            </a:lvl6pPr>
            <a:lvl7pPr lvl="6" rtl="0">
              <a:spcBef>
                <a:spcPct val="0"/>
              </a:spcBef>
              <a:spcAft>
                <a:spcPct val="0"/>
              </a:spcAft>
              <a:buSzPts val="2400"/>
              <a:buNone/>
              <a:defRPr sz="2400"/>
            </a:lvl7pPr>
            <a:lvl8pPr lvl="7" rtl="0">
              <a:spcBef>
                <a:spcPct val="0"/>
              </a:spcBef>
              <a:spcAft>
                <a:spcPct val="0"/>
              </a:spcAft>
              <a:buSzPts val="2400"/>
              <a:buNone/>
              <a:defRPr sz="2400"/>
            </a:lvl8pPr>
            <a:lvl9pPr lvl="8" rtl="0">
              <a:spcBef>
                <a:spcPct val="0"/>
              </a:spcBef>
              <a:spcAft>
                <a:spcPct val="0"/>
              </a:spcAft>
              <a:buSzPts val="2400"/>
              <a:buNone/>
              <a:defRPr sz="2400"/>
            </a:lvl9pPr>
          </a:lstStyle>
          <a:p>
            <a:endParaRPr/>
          </a:p>
        </p:txBody>
      </p:sp>
      <p:sp>
        <p:nvSpPr>
          <p:cNvPr id="299" name="Google Shape;299;p23"/>
          <p:cNvSpPr txBox="1">
            <a:spLocks noGrp="1"/>
          </p:cNvSpPr>
          <p:nvPr>
            <p:ph type="title" idx="5" hasCustomPrompt="1"/>
          </p:nvPr>
        </p:nvSpPr>
        <p:spPr>
          <a:xfrm>
            <a:off x="1321238" y="3099450"/>
            <a:ext cx="671100" cy="5934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000"/>
              <a:buNone/>
              <a:defRPr sz="4500" b="0">
                <a:solidFill>
                  <a:schemeClr val="accent1"/>
                </a:solidFill>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000"/>
              <a:buNone/>
              <a:defRPr sz="3000"/>
            </a:lvl2pPr>
            <a:lvl3pPr lvl="2" rtl="0">
              <a:spcBef>
                <a:spcPct val="0"/>
              </a:spcBef>
              <a:spcAft>
                <a:spcPct val="0"/>
              </a:spcAft>
              <a:buSzPts val="3000"/>
              <a:buNone/>
              <a:defRPr sz="3000"/>
            </a:lvl3pPr>
            <a:lvl4pPr lvl="3" rtl="0">
              <a:spcBef>
                <a:spcPct val="0"/>
              </a:spcBef>
              <a:spcAft>
                <a:spcPct val="0"/>
              </a:spcAft>
              <a:buSzPts val="3000"/>
              <a:buNone/>
              <a:defRPr sz="3000"/>
            </a:lvl4pPr>
            <a:lvl5pPr lvl="4" rtl="0">
              <a:spcBef>
                <a:spcPct val="0"/>
              </a:spcBef>
              <a:spcAft>
                <a:spcPct val="0"/>
              </a:spcAft>
              <a:buSzPts val="3000"/>
              <a:buNone/>
              <a:defRPr sz="3000"/>
            </a:lvl5pPr>
            <a:lvl6pPr lvl="5" rtl="0">
              <a:spcBef>
                <a:spcPct val="0"/>
              </a:spcBef>
              <a:spcAft>
                <a:spcPct val="0"/>
              </a:spcAft>
              <a:buSzPts val="3000"/>
              <a:buNone/>
              <a:defRPr sz="3000"/>
            </a:lvl6pPr>
            <a:lvl7pPr lvl="6" rtl="0">
              <a:spcBef>
                <a:spcPct val="0"/>
              </a:spcBef>
              <a:spcAft>
                <a:spcPct val="0"/>
              </a:spcAft>
              <a:buSzPts val="3000"/>
              <a:buNone/>
              <a:defRPr sz="3000"/>
            </a:lvl7pPr>
            <a:lvl8pPr lvl="7" rtl="0">
              <a:spcBef>
                <a:spcPct val="0"/>
              </a:spcBef>
              <a:spcAft>
                <a:spcPct val="0"/>
              </a:spcAft>
              <a:buSzPts val="3000"/>
              <a:buNone/>
              <a:defRPr sz="3000"/>
            </a:lvl8pPr>
            <a:lvl9pPr lvl="8" rtl="0">
              <a:spcBef>
                <a:spcPct val="0"/>
              </a:spcBef>
              <a:spcAft>
                <a:spcPct val="0"/>
              </a:spcAft>
              <a:buSzPts val="3000"/>
              <a:buNone/>
              <a:defRPr sz="3000"/>
            </a:lvl9pPr>
          </a:lstStyle>
          <a:p>
            <a:r>
              <a:t>xx%</a:t>
            </a:r>
          </a:p>
        </p:txBody>
      </p:sp>
      <p:sp>
        <p:nvSpPr>
          <p:cNvPr id="300" name="Google Shape;300;p23"/>
          <p:cNvSpPr txBox="1">
            <a:spLocks noGrp="1"/>
          </p:cNvSpPr>
          <p:nvPr>
            <p:ph type="subTitle" idx="6"/>
          </p:nvPr>
        </p:nvSpPr>
        <p:spPr>
          <a:xfrm>
            <a:off x="2154513" y="3355100"/>
            <a:ext cx="2336400" cy="484800"/>
          </a:xfrm>
          <a:prstGeom prst="rect">
            <a:avLst/>
          </a:prstGeom>
        </p:spPr>
        <p:txBody>
          <a:bodyPr spcFirstLastPara="1" wrap="square" lIns="91425" tIns="91425" rIns="91425" bIns="91425" anchor="ctr" anchorCtr="0">
            <a:noAutofit/>
          </a:bodyPr>
          <a:lstStyle>
            <a:lvl1pPr lvl="0" rtl="0">
              <a:lnSpc>
                <a:spcPct val="100000"/>
              </a:lnSpc>
              <a:spcBef>
                <a:spcPct val="0"/>
              </a:spcBef>
              <a:spcAft>
                <a:spcPct val="0"/>
              </a:spcAft>
              <a:buSzPts val="1400"/>
              <a:buNone/>
              <a:defRPr sz="1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rtl="0">
              <a:lnSpc>
                <a:spcPct val="100000"/>
              </a:lnSpc>
              <a:spcBef>
                <a:spcPct val="0"/>
              </a:spcBef>
              <a:spcAft>
                <a:spcPct val="0"/>
              </a:spcAft>
              <a:buSzPts val="1400"/>
              <a:buNone/>
              <a:defRPr/>
            </a:lvl2pPr>
            <a:lvl3pPr lvl="2" rtl="0">
              <a:lnSpc>
                <a:spcPct val="100000"/>
              </a:lnSpc>
              <a:spcBef>
                <a:spcPct val="0"/>
              </a:spcBef>
              <a:spcAft>
                <a:spcPct val="0"/>
              </a:spcAft>
              <a:buSzPts val="1400"/>
              <a:buNone/>
              <a:defRPr/>
            </a:lvl3pPr>
            <a:lvl4pPr lvl="3" rtl="0">
              <a:lnSpc>
                <a:spcPct val="100000"/>
              </a:lnSpc>
              <a:spcBef>
                <a:spcPct val="0"/>
              </a:spcBef>
              <a:spcAft>
                <a:spcPct val="0"/>
              </a:spcAft>
              <a:buSzPts val="1400"/>
              <a:buNone/>
              <a:defRPr/>
            </a:lvl4pPr>
            <a:lvl5pPr lvl="4" rtl="0">
              <a:lnSpc>
                <a:spcPct val="100000"/>
              </a:lnSpc>
              <a:spcBef>
                <a:spcPct val="0"/>
              </a:spcBef>
              <a:spcAft>
                <a:spcPct val="0"/>
              </a:spcAft>
              <a:buSzPts val="1400"/>
              <a:buNone/>
              <a:defRPr/>
            </a:lvl5pPr>
            <a:lvl6pPr lvl="5" rtl="0">
              <a:lnSpc>
                <a:spcPct val="100000"/>
              </a:lnSpc>
              <a:spcBef>
                <a:spcPct val="0"/>
              </a:spcBef>
              <a:spcAft>
                <a:spcPct val="0"/>
              </a:spcAft>
              <a:buSzPts val="1400"/>
              <a:buNone/>
              <a:defRPr/>
            </a:lvl6pPr>
            <a:lvl7pPr lvl="6" rtl="0">
              <a:lnSpc>
                <a:spcPct val="100000"/>
              </a:lnSpc>
              <a:spcBef>
                <a:spcPct val="0"/>
              </a:spcBef>
              <a:spcAft>
                <a:spcPct val="0"/>
              </a:spcAft>
              <a:buSzPts val="1400"/>
              <a:buNone/>
              <a:defRPr/>
            </a:lvl7pPr>
            <a:lvl8pPr lvl="7" rtl="0">
              <a:lnSpc>
                <a:spcPct val="100000"/>
              </a:lnSpc>
              <a:spcBef>
                <a:spcPct val="0"/>
              </a:spcBef>
              <a:spcAft>
                <a:spcPct val="0"/>
              </a:spcAft>
              <a:buSzPts val="1400"/>
              <a:buNone/>
              <a:defRPr/>
            </a:lvl8pPr>
            <a:lvl9pPr lvl="8" rtl="0">
              <a:lnSpc>
                <a:spcPct val="100000"/>
              </a:lnSpc>
              <a:spcBef>
                <a:spcPct val="0"/>
              </a:spcBef>
              <a:spcAft>
                <a:spcPct val="0"/>
              </a:spcAft>
              <a:buSzPts val="1400"/>
              <a:buNone/>
              <a:defRPr/>
            </a:lvl9pPr>
          </a:lstStyle>
          <a:p>
            <a:endParaRPr/>
          </a:p>
        </p:txBody>
      </p:sp>
      <p:sp>
        <p:nvSpPr>
          <p:cNvPr id="301" name="Google Shape;301;p23"/>
          <p:cNvSpPr txBox="1">
            <a:spLocks noGrp="1"/>
          </p:cNvSpPr>
          <p:nvPr>
            <p:ph type="title" idx="7"/>
          </p:nvPr>
        </p:nvSpPr>
        <p:spPr>
          <a:xfrm>
            <a:off x="5546813" y="2909600"/>
            <a:ext cx="2336400" cy="445500"/>
          </a:xfrm>
          <a:prstGeom prst="rect">
            <a:avLst/>
          </a:prstGeom>
        </p:spPr>
        <p:txBody>
          <a:bodyPr spcFirstLastPara="1" wrap="square" lIns="91425" tIns="91425" rIns="91425" bIns="91425" anchor="ctr" anchorCtr="0">
            <a:noAutofit/>
          </a:bodyPr>
          <a:lstStyle>
            <a:lvl1pPr lvl="0" rtl="0">
              <a:spcBef>
                <a:spcPct val="0"/>
              </a:spcBef>
              <a:spcAft>
                <a:spcPct val="0"/>
              </a:spcAft>
              <a:buSzPts val="2400"/>
              <a:buNone/>
              <a:defRPr sz="2400" b="0">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2400"/>
              <a:buNone/>
              <a:defRPr sz="2400"/>
            </a:lvl2pPr>
            <a:lvl3pPr lvl="2" rtl="0">
              <a:spcBef>
                <a:spcPct val="0"/>
              </a:spcBef>
              <a:spcAft>
                <a:spcPct val="0"/>
              </a:spcAft>
              <a:buSzPts val="2400"/>
              <a:buNone/>
              <a:defRPr sz="2400"/>
            </a:lvl3pPr>
            <a:lvl4pPr lvl="3" rtl="0">
              <a:spcBef>
                <a:spcPct val="0"/>
              </a:spcBef>
              <a:spcAft>
                <a:spcPct val="0"/>
              </a:spcAft>
              <a:buSzPts val="2400"/>
              <a:buNone/>
              <a:defRPr sz="2400"/>
            </a:lvl4pPr>
            <a:lvl5pPr lvl="4" rtl="0">
              <a:spcBef>
                <a:spcPct val="0"/>
              </a:spcBef>
              <a:spcAft>
                <a:spcPct val="0"/>
              </a:spcAft>
              <a:buSzPts val="2400"/>
              <a:buNone/>
              <a:defRPr sz="2400"/>
            </a:lvl5pPr>
            <a:lvl6pPr lvl="5" rtl="0">
              <a:spcBef>
                <a:spcPct val="0"/>
              </a:spcBef>
              <a:spcAft>
                <a:spcPct val="0"/>
              </a:spcAft>
              <a:buSzPts val="2400"/>
              <a:buNone/>
              <a:defRPr sz="2400"/>
            </a:lvl6pPr>
            <a:lvl7pPr lvl="6" rtl="0">
              <a:spcBef>
                <a:spcPct val="0"/>
              </a:spcBef>
              <a:spcAft>
                <a:spcPct val="0"/>
              </a:spcAft>
              <a:buSzPts val="2400"/>
              <a:buNone/>
              <a:defRPr sz="2400"/>
            </a:lvl7pPr>
            <a:lvl8pPr lvl="7" rtl="0">
              <a:spcBef>
                <a:spcPct val="0"/>
              </a:spcBef>
              <a:spcAft>
                <a:spcPct val="0"/>
              </a:spcAft>
              <a:buSzPts val="2400"/>
              <a:buNone/>
              <a:defRPr sz="2400"/>
            </a:lvl8pPr>
            <a:lvl9pPr lvl="8" rtl="0">
              <a:spcBef>
                <a:spcPct val="0"/>
              </a:spcBef>
              <a:spcAft>
                <a:spcPct val="0"/>
              </a:spcAft>
              <a:buSzPts val="2400"/>
              <a:buNone/>
              <a:defRPr sz="2400"/>
            </a:lvl9pPr>
          </a:lstStyle>
          <a:p>
            <a:endParaRPr/>
          </a:p>
        </p:txBody>
      </p:sp>
      <p:sp>
        <p:nvSpPr>
          <p:cNvPr id="302" name="Google Shape;302;p23"/>
          <p:cNvSpPr txBox="1">
            <a:spLocks noGrp="1"/>
          </p:cNvSpPr>
          <p:nvPr>
            <p:ph type="title" idx="8" hasCustomPrompt="1"/>
          </p:nvPr>
        </p:nvSpPr>
        <p:spPr>
          <a:xfrm>
            <a:off x="4713538" y="3099450"/>
            <a:ext cx="671100" cy="5934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000"/>
              <a:buNone/>
              <a:defRPr sz="4500" b="0">
                <a:solidFill>
                  <a:schemeClr val="accent1"/>
                </a:solidFill>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000"/>
              <a:buNone/>
              <a:defRPr sz="3000"/>
            </a:lvl2pPr>
            <a:lvl3pPr lvl="2" rtl="0">
              <a:spcBef>
                <a:spcPct val="0"/>
              </a:spcBef>
              <a:spcAft>
                <a:spcPct val="0"/>
              </a:spcAft>
              <a:buSzPts val="3000"/>
              <a:buNone/>
              <a:defRPr sz="3000"/>
            </a:lvl3pPr>
            <a:lvl4pPr lvl="3" rtl="0">
              <a:spcBef>
                <a:spcPct val="0"/>
              </a:spcBef>
              <a:spcAft>
                <a:spcPct val="0"/>
              </a:spcAft>
              <a:buSzPts val="3000"/>
              <a:buNone/>
              <a:defRPr sz="3000"/>
            </a:lvl4pPr>
            <a:lvl5pPr lvl="4" rtl="0">
              <a:spcBef>
                <a:spcPct val="0"/>
              </a:spcBef>
              <a:spcAft>
                <a:spcPct val="0"/>
              </a:spcAft>
              <a:buSzPts val="3000"/>
              <a:buNone/>
              <a:defRPr sz="3000"/>
            </a:lvl5pPr>
            <a:lvl6pPr lvl="5" rtl="0">
              <a:spcBef>
                <a:spcPct val="0"/>
              </a:spcBef>
              <a:spcAft>
                <a:spcPct val="0"/>
              </a:spcAft>
              <a:buSzPts val="3000"/>
              <a:buNone/>
              <a:defRPr sz="3000"/>
            </a:lvl6pPr>
            <a:lvl7pPr lvl="6" rtl="0">
              <a:spcBef>
                <a:spcPct val="0"/>
              </a:spcBef>
              <a:spcAft>
                <a:spcPct val="0"/>
              </a:spcAft>
              <a:buSzPts val="3000"/>
              <a:buNone/>
              <a:defRPr sz="3000"/>
            </a:lvl7pPr>
            <a:lvl8pPr lvl="7" rtl="0">
              <a:spcBef>
                <a:spcPct val="0"/>
              </a:spcBef>
              <a:spcAft>
                <a:spcPct val="0"/>
              </a:spcAft>
              <a:buSzPts val="3000"/>
              <a:buNone/>
              <a:defRPr sz="3000"/>
            </a:lvl8pPr>
            <a:lvl9pPr lvl="8" rtl="0">
              <a:spcBef>
                <a:spcPct val="0"/>
              </a:spcBef>
              <a:spcAft>
                <a:spcPct val="0"/>
              </a:spcAft>
              <a:buSzPts val="3000"/>
              <a:buNone/>
              <a:defRPr sz="3000"/>
            </a:lvl9pPr>
          </a:lstStyle>
          <a:p>
            <a:r>
              <a:t>xx%</a:t>
            </a:r>
          </a:p>
        </p:txBody>
      </p:sp>
      <p:sp>
        <p:nvSpPr>
          <p:cNvPr id="303" name="Google Shape;303;p23"/>
          <p:cNvSpPr txBox="1">
            <a:spLocks noGrp="1"/>
          </p:cNvSpPr>
          <p:nvPr>
            <p:ph type="subTitle" idx="9"/>
          </p:nvPr>
        </p:nvSpPr>
        <p:spPr>
          <a:xfrm>
            <a:off x="5546813" y="3355100"/>
            <a:ext cx="2336400" cy="484800"/>
          </a:xfrm>
          <a:prstGeom prst="rect">
            <a:avLst/>
          </a:prstGeom>
        </p:spPr>
        <p:txBody>
          <a:bodyPr spcFirstLastPara="1" wrap="square" lIns="91425" tIns="91425" rIns="91425" bIns="91425" anchor="ctr" anchorCtr="0">
            <a:noAutofit/>
          </a:bodyPr>
          <a:lstStyle>
            <a:lvl1pPr lvl="0" rtl="0">
              <a:lnSpc>
                <a:spcPct val="100000"/>
              </a:lnSpc>
              <a:spcBef>
                <a:spcPct val="0"/>
              </a:spcBef>
              <a:spcAft>
                <a:spcPct val="0"/>
              </a:spcAft>
              <a:buSzPts val="1400"/>
              <a:buNone/>
              <a:defRPr sz="1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rtl="0">
              <a:lnSpc>
                <a:spcPct val="100000"/>
              </a:lnSpc>
              <a:spcBef>
                <a:spcPct val="0"/>
              </a:spcBef>
              <a:spcAft>
                <a:spcPct val="0"/>
              </a:spcAft>
              <a:buSzPts val="1400"/>
              <a:buNone/>
              <a:defRPr/>
            </a:lvl2pPr>
            <a:lvl3pPr lvl="2" rtl="0">
              <a:lnSpc>
                <a:spcPct val="100000"/>
              </a:lnSpc>
              <a:spcBef>
                <a:spcPct val="0"/>
              </a:spcBef>
              <a:spcAft>
                <a:spcPct val="0"/>
              </a:spcAft>
              <a:buSzPts val="1400"/>
              <a:buNone/>
              <a:defRPr/>
            </a:lvl3pPr>
            <a:lvl4pPr lvl="3" rtl="0">
              <a:lnSpc>
                <a:spcPct val="100000"/>
              </a:lnSpc>
              <a:spcBef>
                <a:spcPct val="0"/>
              </a:spcBef>
              <a:spcAft>
                <a:spcPct val="0"/>
              </a:spcAft>
              <a:buSzPts val="1400"/>
              <a:buNone/>
              <a:defRPr/>
            </a:lvl4pPr>
            <a:lvl5pPr lvl="4" rtl="0">
              <a:lnSpc>
                <a:spcPct val="100000"/>
              </a:lnSpc>
              <a:spcBef>
                <a:spcPct val="0"/>
              </a:spcBef>
              <a:spcAft>
                <a:spcPct val="0"/>
              </a:spcAft>
              <a:buSzPts val="1400"/>
              <a:buNone/>
              <a:defRPr/>
            </a:lvl5pPr>
            <a:lvl6pPr lvl="5" rtl="0">
              <a:lnSpc>
                <a:spcPct val="100000"/>
              </a:lnSpc>
              <a:spcBef>
                <a:spcPct val="0"/>
              </a:spcBef>
              <a:spcAft>
                <a:spcPct val="0"/>
              </a:spcAft>
              <a:buSzPts val="1400"/>
              <a:buNone/>
              <a:defRPr/>
            </a:lvl6pPr>
            <a:lvl7pPr lvl="6" rtl="0">
              <a:lnSpc>
                <a:spcPct val="100000"/>
              </a:lnSpc>
              <a:spcBef>
                <a:spcPct val="0"/>
              </a:spcBef>
              <a:spcAft>
                <a:spcPct val="0"/>
              </a:spcAft>
              <a:buSzPts val="1400"/>
              <a:buNone/>
              <a:defRPr/>
            </a:lvl7pPr>
            <a:lvl8pPr lvl="7" rtl="0">
              <a:lnSpc>
                <a:spcPct val="100000"/>
              </a:lnSpc>
              <a:spcBef>
                <a:spcPct val="0"/>
              </a:spcBef>
              <a:spcAft>
                <a:spcPct val="0"/>
              </a:spcAft>
              <a:buSzPts val="1400"/>
              <a:buNone/>
              <a:defRPr/>
            </a:lvl8pPr>
            <a:lvl9pPr lvl="8" rtl="0">
              <a:lnSpc>
                <a:spcPct val="100000"/>
              </a:lnSpc>
              <a:spcBef>
                <a:spcPct val="0"/>
              </a:spcBef>
              <a:spcAft>
                <a:spcPct val="0"/>
              </a:spcAft>
              <a:buSzPts val="1400"/>
              <a:buNone/>
              <a:defRPr/>
            </a:lvl9pPr>
          </a:lstStyle>
          <a:p>
            <a:endParaRPr/>
          </a:p>
        </p:txBody>
      </p:sp>
      <p:sp>
        <p:nvSpPr>
          <p:cNvPr id="304" name="Google Shape;304;p23"/>
          <p:cNvSpPr txBox="1">
            <a:spLocks noGrp="1"/>
          </p:cNvSpPr>
          <p:nvPr>
            <p:ph type="title" idx="13"/>
          </p:nvPr>
        </p:nvSpPr>
        <p:spPr>
          <a:xfrm>
            <a:off x="5546813" y="1680375"/>
            <a:ext cx="2336400" cy="445500"/>
          </a:xfrm>
          <a:prstGeom prst="rect">
            <a:avLst/>
          </a:prstGeom>
        </p:spPr>
        <p:txBody>
          <a:bodyPr spcFirstLastPara="1" wrap="square" lIns="91425" tIns="91425" rIns="91425" bIns="91425" anchor="ctr" anchorCtr="0">
            <a:noAutofit/>
          </a:bodyPr>
          <a:lstStyle>
            <a:lvl1pPr lvl="0" rtl="0">
              <a:spcBef>
                <a:spcPct val="0"/>
              </a:spcBef>
              <a:spcAft>
                <a:spcPct val="0"/>
              </a:spcAft>
              <a:buSzPts val="2400"/>
              <a:buNone/>
              <a:defRPr sz="2400" b="0">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2400"/>
              <a:buNone/>
              <a:defRPr sz="2400"/>
            </a:lvl2pPr>
            <a:lvl3pPr lvl="2" rtl="0">
              <a:spcBef>
                <a:spcPct val="0"/>
              </a:spcBef>
              <a:spcAft>
                <a:spcPct val="0"/>
              </a:spcAft>
              <a:buSzPts val="2400"/>
              <a:buNone/>
              <a:defRPr sz="2400"/>
            </a:lvl3pPr>
            <a:lvl4pPr lvl="3" rtl="0">
              <a:spcBef>
                <a:spcPct val="0"/>
              </a:spcBef>
              <a:spcAft>
                <a:spcPct val="0"/>
              </a:spcAft>
              <a:buSzPts val="2400"/>
              <a:buNone/>
              <a:defRPr sz="2400"/>
            </a:lvl4pPr>
            <a:lvl5pPr lvl="4" rtl="0">
              <a:spcBef>
                <a:spcPct val="0"/>
              </a:spcBef>
              <a:spcAft>
                <a:spcPct val="0"/>
              </a:spcAft>
              <a:buSzPts val="2400"/>
              <a:buNone/>
              <a:defRPr sz="2400"/>
            </a:lvl5pPr>
            <a:lvl6pPr lvl="5" rtl="0">
              <a:spcBef>
                <a:spcPct val="0"/>
              </a:spcBef>
              <a:spcAft>
                <a:spcPct val="0"/>
              </a:spcAft>
              <a:buSzPts val="2400"/>
              <a:buNone/>
              <a:defRPr sz="2400"/>
            </a:lvl6pPr>
            <a:lvl7pPr lvl="6" rtl="0">
              <a:spcBef>
                <a:spcPct val="0"/>
              </a:spcBef>
              <a:spcAft>
                <a:spcPct val="0"/>
              </a:spcAft>
              <a:buSzPts val="2400"/>
              <a:buNone/>
              <a:defRPr sz="2400"/>
            </a:lvl7pPr>
            <a:lvl8pPr lvl="7" rtl="0">
              <a:spcBef>
                <a:spcPct val="0"/>
              </a:spcBef>
              <a:spcAft>
                <a:spcPct val="0"/>
              </a:spcAft>
              <a:buSzPts val="2400"/>
              <a:buNone/>
              <a:defRPr sz="2400"/>
            </a:lvl8pPr>
            <a:lvl9pPr lvl="8" rtl="0">
              <a:spcBef>
                <a:spcPct val="0"/>
              </a:spcBef>
              <a:spcAft>
                <a:spcPct val="0"/>
              </a:spcAft>
              <a:buSzPts val="2400"/>
              <a:buNone/>
              <a:defRPr sz="2400"/>
            </a:lvl9pPr>
          </a:lstStyle>
          <a:p>
            <a:endParaRPr/>
          </a:p>
        </p:txBody>
      </p:sp>
      <p:sp>
        <p:nvSpPr>
          <p:cNvPr id="305" name="Google Shape;305;p23"/>
          <p:cNvSpPr txBox="1">
            <a:spLocks noGrp="1"/>
          </p:cNvSpPr>
          <p:nvPr>
            <p:ph type="title" idx="14" hasCustomPrompt="1"/>
          </p:nvPr>
        </p:nvSpPr>
        <p:spPr>
          <a:xfrm>
            <a:off x="4713538" y="1877375"/>
            <a:ext cx="671100" cy="5934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000"/>
              <a:buNone/>
              <a:defRPr sz="4500" b="0">
                <a:solidFill>
                  <a:schemeClr val="accent1"/>
                </a:solidFill>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000"/>
              <a:buNone/>
              <a:defRPr sz="3000"/>
            </a:lvl2pPr>
            <a:lvl3pPr lvl="2" rtl="0">
              <a:spcBef>
                <a:spcPct val="0"/>
              </a:spcBef>
              <a:spcAft>
                <a:spcPct val="0"/>
              </a:spcAft>
              <a:buSzPts val="3000"/>
              <a:buNone/>
              <a:defRPr sz="3000"/>
            </a:lvl3pPr>
            <a:lvl4pPr lvl="3" rtl="0">
              <a:spcBef>
                <a:spcPct val="0"/>
              </a:spcBef>
              <a:spcAft>
                <a:spcPct val="0"/>
              </a:spcAft>
              <a:buSzPts val="3000"/>
              <a:buNone/>
              <a:defRPr sz="3000"/>
            </a:lvl4pPr>
            <a:lvl5pPr lvl="4" rtl="0">
              <a:spcBef>
                <a:spcPct val="0"/>
              </a:spcBef>
              <a:spcAft>
                <a:spcPct val="0"/>
              </a:spcAft>
              <a:buSzPts val="3000"/>
              <a:buNone/>
              <a:defRPr sz="3000"/>
            </a:lvl5pPr>
            <a:lvl6pPr lvl="5" rtl="0">
              <a:spcBef>
                <a:spcPct val="0"/>
              </a:spcBef>
              <a:spcAft>
                <a:spcPct val="0"/>
              </a:spcAft>
              <a:buSzPts val="3000"/>
              <a:buNone/>
              <a:defRPr sz="3000"/>
            </a:lvl6pPr>
            <a:lvl7pPr lvl="6" rtl="0">
              <a:spcBef>
                <a:spcPct val="0"/>
              </a:spcBef>
              <a:spcAft>
                <a:spcPct val="0"/>
              </a:spcAft>
              <a:buSzPts val="3000"/>
              <a:buNone/>
              <a:defRPr sz="3000"/>
            </a:lvl7pPr>
            <a:lvl8pPr lvl="7" rtl="0">
              <a:spcBef>
                <a:spcPct val="0"/>
              </a:spcBef>
              <a:spcAft>
                <a:spcPct val="0"/>
              </a:spcAft>
              <a:buSzPts val="3000"/>
              <a:buNone/>
              <a:defRPr sz="3000"/>
            </a:lvl8pPr>
            <a:lvl9pPr lvl="8" rtl="0">
              <a:spcBef>
                <a:spcPct val="0"/>
              </a:spcBef>
              <a:spcAft>
                <a:spcPct val="0"/>
              </a:spcAft>
              <a:buSzPts val="3000"/>
              <a:buNone/>
              <a:defRPr sz="3000"/>
            </a:lvl9pPr>
          </a:lstStyle>
          <a:p>
            <a:r>
              <a:t>xx%</a:t>
            </a:r>
          </a:p>
        </p:txBody>
      </p:sp>
      <p:sp>
        <p:nvSpPr>
          <p:cNvPr id="306" name="Google Shape;306;p23"/>
          <p:cNvSpPr txBox="1">
            <a:spLocks noGrp="1"/>
          </p:cNvSpPr>
          <p:nvPr>
            <p:ph type="subTitle" idx="15"/>
          </p:nvPr>
        </p:nvSpPr>
        <p:spPr>
          <a:xfrm>
            <a:off x="5546813" y="2125875"/>
            <a:ext cx="2336400" cy="484800"/>
          </a:xfrm>
          <a:prstGeom prst="rect">
            <a:avLst/>
          </a:prstGeom>
        </p:spPr>
        <p:txBody>
          <a:bodyPr spcFirstLastPara="1" wrap="square" lIns="91425" tIns="91425" rIns="91425" bIns="91425" anchor="ctr" anchorCtr="0">
            <a:noAutofit/>
          </a:bodyPr>
          <a:lstStyle>
            <a:lvl1pPr lvl="0" rtl="0">
              <a:lnSpc>
                <a:spcPct val="100000"/>
              </a:lnSpc>
              <a:spcBef>
                <a:spcPct val="0"/>
              </a:spcBef>
              <a:spcAft>
                <a:spcPct val="0"/>
              </a:spcAft>
              <a:buSzPts val="1400"/>
              <a:buNone/>
              <a:defRPr sz="14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rtl="0">
              <a:lnSpc>
                <a:spcPct val="100000"/>
              </a:lnSpc>
              <a:spcBef>
                <a:spcPct val="0"/>
              </a:spcBef>
              <a:spcAft>
                <a:spcPct val="0"/>
              </a:spcAft>
              <a:buSzPts val="1400"/>
              <a:buNone/>
              <a:defRPr/>
            </a:lvl2pPr>
            <a:lvl3pPr lvl="2" rtl="0">
              <a:lnSpc>
                <a:spcPct val="100000"/>
              </a:lnSpc>
              <a:spcBef>
                <a:spcPct val="0"/>
              </a:spcBef>
              <a:spcAft>
                <a:spcPct val="0"/>
              </a:spcAft>
              <a:buSzPts val="1400"/>
              <a:buNone/>
              <a:defRPr/>
            </a:lvl3pPr>
            <a:lvl4pPr lvl="3" rtl="0">
              <a:lnSpc>
                <a:spcPct val="100000"/>
              </a:lnSpc>
              <a:spcBef>
                <a:spcPct val="0"/>
              </a:spcBef>
              <a:spcAft>
                <a:spcPct val="0"/>
              </a:spcAft>
              <a:buSzPts val="1400"/>
              <a:buNone/>
              <a:defRPr/>
            </a:lvl4pPr>
            <a:lvl5pPr lvl="4" rtl="0">
              <a:lnSpc>
                <a:spcPct val="100000"/>
              </a:lnSpc>
              <a:spcBef>
                <a:spcPct val="0"/>
              </a:spcBef>
              <a:spcAft>
                <a:spcPct val="0"/>
              </a:spcAft>
              <a:buSzPts val="1400"/>
              <a:buNone/>
              <a:defRPr/>
            </a:lvl5pPr>
            <a:lvl6pPr lvl="5" rtl="0">
              <a:lnSpc>
                <a:spcPct val="100000"/>
              </a:lnSpc>
              <a:spcBef>
                <a:spcPct val="0"/>
              </a:spcBef>
              <a:spcAft>
                <a:spcPct val="0"/>
              </a:spcAft>
              <a:buSzPts val="1400"/>
              <a:buNone/>
              <a:defRPr/>
            </a:lvl6pPr>
            <a:lvl7pPr lvl="6" rtl="0">
              <a:lnSpc>
                <a:spcPct val="100000"/>
              </a:lnSpc>
              <a:spcBef>
                <a:spcPct val="0"/>
              </a:spcBef>
              <a:spcAft>
                <a:spcPct val="0"/>
              </a:spcAft>
              <a:buSzPts val="1400"/>
              <a:buNone/>
              <a:defRPr/>
            </a:lvl7pPr>
            <a:lvl8pPr lvl="7" rtl="0">
              <a:lnSpc>
                <a:spcPct val="100000"/>
              </a:lnSpc>
              <a:spcBef>
                <a:spcPct val="0"/>
              </a:spcBef>
              <a:spcAft>
                <a:spcPct val="0"/>
              </a:spcAft>
              <a:buSzPts val="1400"/>
              <a:buNone/>
              <a:defRPr/>
            </a:lvl8pPr>
            <a:lvl9pPr lvl="8" rtl="0">
              <a:lnSpc>
                <a:spcPct val="100000"/>
              </a:lnSpc>
              <a:spcBef>
                <a:spcPct val="0"/>
              </a:spcBef>
              <a:spcAft>
                <a:spcPct val="0"/>
              </a:spcAft>
              <a:buSzPts val="1400"/>
              <a:buNone/>
              <a:defRPr/>
            </a:lvl9pPr>
          </a:lstStyle>
          <a:p>
            <a:endParaRPr/>
          </a:p>
        </p:txBody>
      </p:sp>
      <p:sp>
        <p:nvSpPr>
          <p:cNvPr id="307" name="Google Shape;307;p23"/>
          <p:cNvSpPr/>
          <p:nvPr/>
        </p:nvSpPr>
        <p:spPr>
          <a:xfrm>
            <a:off x="432250" y="247000"/>
            <a:ext cx="8288400" cy="288600"/>
          </a:xfrm>
          <a:prstGeom prst="round2SameRect">
            <a:avLst>
              <a:gd name="adj1" fmla="val 50000"/>
              <a:gd name="adj2" fmla="val 0"/>
            </a:avLst>
          </a:prstGeom>
          <a:solidFill>
            <a:schemeClr val="dk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308" name="Google Shape;308;p23"/>
          <p:cNvGrpSpPr/>
          <p:nvPr/>
        </p:nvGrpSpPr>
        <p:grpSpPr>
          <a:xfrm>
            <a:off x="606429" y="349204"/>
            <a:ext cx="420978" cy="105129"/>
            <a:chOff x="606429" y="349204"/>
            <a:chExt cx="420978" cy="105129"/>
          </a:xfrm>
        </p:grpSpPr>
        <p:sp>
          <p:nvSpPr>
            <p:cNvPr id="309" name="Google Shape;309;p23"/>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10" name="Google Shape;310;p23"/>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11" name="Google Shape;311;p23"/>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26"/>
        <p:cNvGrpSpPr/>
        <p:nvPr/>
      </p:nvGrpSpPr>
      <p:grpSpPr>
        <a:xfrm>
          <a:off x="0" y="0"/>
          <a:ext cx="0" cy="0"/>
          <a:chOff x="0" y="0"/>
          <a:chExt cx="0" cy="0"/>
        </a:xfrm>
      </p:grpSpPr>
      <p:sp>
        <p:nvSpPr>
          <p:cNvPr id="327" name="Google Shape;327;p25"/>
          <p:cNvSpPr/>
          <p:nvPr/>
        </p:nvSpPr>
        <p:spPr>
          <a:xfrm>
            <a:off x="3491250" y="-4942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28" name="Google Shape;328;p25"/>
          <p:cNvSpPr/>
          <p:nvPr/>
        </p:nvSpPr>
        <p:spPr>
          <a:xfrm>
            <a:off x="8270900" y="278740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329" name="Google Shape;329;p25"/>
          <p:cNvPicPr preferRelativeResize="0"/>
          <p:nvPr/>
        </p:nvPicPr>
        <p:blipFill>
          <a:blip r:embed="rId2"/>
          <a:stretch>
            <a:fillRect/>
          </a:stretch>
        </p:blipFill>
        <p:spPr>
          <a:xfrm>
            <a:off x="715100" y="143800"/>
            <a:ext cx="8145951" cy="4502550"/>
          </a:xfrm>
          <a:prstGeom prst="rect">
            <a:avLst/>
          </a:prstGeom>
          <a:noFill/>
          <a:ln>
            <a:noFill/>
          </a:ln>
        </p:spPr>
      </p:pic>
      <p:sp>
        <p:nvSpPr>
          <p:cNvPr id="330" name="Google Shape;330;p25"/>
          <p:cNvSpPr/>
          <p:nvPr/>
        </p:nvSpPr>
        <p:spPr>
          <a:xfrm>
            <a:off x="-356500" y="18644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1" name="Google Shape;331;p25"/>
          <p:cNvSpPr/>
          <p:nvPr/>
        </p:nvSpPr>
        <p:spPr>
          <a:xfrm>
            <a:off x="2447400" y="4171300"/>
            <a:ext cx="1180200" cy="11802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2" name="Google Shape;332;p25"/>
          <p:cNvSpPr/>
          <p:nvPr/>
        </p:nvSpPr>
        <p:spPr>
          <a:xfrm>
            <a:off x="432350" y="247000"/>
            <a:ext cx="8288400" cy="4618800"/>
          </a:xfrm>
          <a:prstGeom prst="roundRect">
            <a:avLst>
              <a:gd name="adj" fmla="val 4727"/>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3" name="Google Shape;333;p25"/>
          <p:cNvSpPr txBox="1">
            <a:spLocks noGrp="1"/>
          </p:cNvSpPr>
          <p:nvPr>
            <p:ph type="subTitle" idx="1"/>
          </p:nvPr>
        </p:nvSpPr>
        <p:spPr>
          <a:xfrm>
            <a:off x="1312125" y="3104796"/>
            <a:ext cx="2907600" cy="907800"/>
          </a:xfrm>
          <a:prstGeom prst="rect">
            <a:avLst/>
          </a:prstGeom>
        </p:spPr>
        <p:txBody>
          <a:bodyPr spcFirstLastPara="1" wrap="square" lIns="91425" tIns="91425" rIns="91425" bIns="91425" anchor="t" anchorCtr="0">
            <a:noAutofit/>
          </a:bodyPr>
          <a:lstStyle>
            <a:lvl1pPr lvl="0" rtl="0">
              <a:lnSpc>
                <a:spcPct val="100000"/>
              </a:lnSpc>
              <a:spcBef>
                <a:spcPct val="0"/>
              </a:spcBef>
              <a:spcAft>
                <a:spcPct val="0"/>
              </a:spcAft>
              <a:buSzPts val="1400"/>
              <a:buNone/>
              <a:defRPr sz="1600">
                <a:solidFill>
                  <a:schemeClr val="accent2"/>
                </a:solidFill>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334" name="Google Shape;334;p25"/>
          <p:cNvSpPr txBox="1">
            <a:spLocks noGrp="1"/>
          </p:cNvSpPr>
          <p:nvPr>
            <p:ph type="title"/>
          </p:nvPr>
        </p:nvSpPr>
        <p:spPr>
          <a:xfrm>
            <a:off x="1312125" y="1488313"/>
            <a:ext cx="3054600" cy="1539300"/>
          </a:xfrm>
          <a:prstGeom prst="rect">
            <a:avLst/>
          </a:prstGeom>
        </p:spPr>
        <p:txBody>
          <a:bodyPr spcFirstLastPara="1" wrap="square" lIns="91425" tIns="91425" rIns="91425" bIns="91425" anchor="ctr" anchorCtr="0">
            <a:noAutofit/>
          </a:bodyPr>
          <a:lstStyle>
            <a:lvl1pPr lvl="0" rtl="0">
              <a:spcBef>
                <a:spcPct val="0"/>
              </a:spcBef>
              <a:spcAft>
                <a:spcPct val="0"/>
              </a:spcAft>
              <a:buSzPts val="3500"/>
              <a:buNone/>
              <a:defRPr sz="5000">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500"/>
              <a:buNone/>
              <a:defRPr/>
            </a:lvl2pPr>
            <a:lvl3pPr lvl="2" rtl="0">
              <a:spcBef>
                <a:spcPct val="0"/>
              </a:spcBef>
              <a:spcAft>
                <a:spcPct val="0"/>
              </a:spcAft>
              <a:buSzPts val="3500"/>
              <a:buNone/>
              <a:defRPr/>
            </a:lvl3pPr>
            <a:lvl4pPr lvl="3" rtl="0">
              <a:spcBef>
                <a:spcPct val="0"/>
              </a:spcBef>
              <a:spcAft>
                <a:spcPct val="0"/>
              </a:spcAft>
              <a:buSzPts val="3500"/>
              <a:buNone/>
              <a:defRPr/>
            </a:lvl4pPr>
            <a:lvl5pPr lvl="4" rtl="0">
              <a:spcBef>
                <a:spcPct val="0"/>
              </a:spcBef>
              <a:spcAft>
                <a:spcPct val="0"/>
              </a:spcAft>
              <a:buSzPts val="3500"/>
              <a:buNone/>
              <a:defRPr/>
            </a:lvl5pPr>
            <a:lvl6pPr lvl="5" rtl="0">
              <a:spcBef>
                <a:spcPct val="0"/>
              </a:spcBef>
              <a:spcAft>
                <a:spcPct val="0"/>
              </a:spcAft>
              <a:buSzPts val="3500"/>
              <a:buNone/>
              <a:defRPr/>
            </a:lvl6pPr>
            <a:lvl7pPr lvl="6" rtl="0">
              <a:spcBef>
                <a:spcPct val="0"/>
              </a:spcBef>
              <a:spcAft>
                <a:spcPct val="0"/>
              </a:spcAft>
              <a:buSzPts val="3500"/>
              <a:buNone/>
              <a:defRPr/>
            </a:lvl7pPr>
            <a:lvl8pPr lvl="7" rtl="0">
              <a:spcBef>
                <a:spcPct val="0"/>
              </a:spcBef>
              <a:spcAft>
                <a:spcPct val="0"/>
              </a:spcAft>
              <a:buSzPts val="3500"/>
              <a:buNone/>
              <a:defRPr/>
            </a:lvl8pPr>
            <a:lvl9pPr lvl="8" rtl="0">
              <a:spcBef>
                <a:spcPct val="0"/>
              </a:spcBef>
              <a:spcAft>
                <a:spcPct val="0"/>
              </a:spcAft>
              <a:buSzPts val="3500"/>
              <a:buNone/>
              <a:defRPr/>
            </a:lvl9pPr>
          </a:lstStyle>
          <a:p>
            <a:endParaRPr/>
          </a:p>
        </p:txBody>
      </p:sp>
      <p:sp>
        <p:nvSpPr>
          <p:cNvPr id="335" name="Google Shape;335;p25"/>
          <p:cNvSpPr/>
          <p:nvPr/>
        </p:nvSpPr>
        <p:spPr>
          <a:xfrm>
            <a:off x="432250" y="247000"/>
            <a:ext cx="8288400" cy="288600"/>
          </a:xfrm>
          <a:prstGeom prst="round2SameRect">
            <a:avLst>
              <a:gd name="adj1" fmla="val 50000"/>
              <a:gd name="adj2" fmla="val 0"/>
            </a:avLst>
          </a:prstGeom>
          <a:solidFill>
            <a:schemeClr val="dk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336" name="Google Shape;336;p25"/>
          <p:cNvGrpSpPr/>
          <p:nvPr/>
        </p:nvGrpSpPr>
        <p:grpSpPr>
          <a:xfrm>
            <a:off x="606429" y="349204"/>
            <a:ext cx="420978" cy="105129"/>
            <a:chOff x="606429" y="349204"/>
            <a:chExt cx="420978" cy="105129"/>
          </a:xfrm>
        </p:grpSpPr>
        <p:sp>
          <p:nvSpPr>
            <p:cNvPr id="337" name="Google Shape;337;p25"/>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8" name="Google Shape;338;p25"/>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9" name="Google Shape;339;p25"/>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s">
  <p:cSld name="BLANK_1_1_1_1_1_1_2">
    <p:bg>
      <p:bgPr>
        <a:solidFill>
          <a:schemeClr val="dk2"/>
        </a:solidFill>
        <a:effectLst/>
      </p:bgPr>
    </p:bg>
    <p:spTree>
      <p:nvGrpSpPr>
        <p:cNvPr id="1" name="Shape 569"/>
        <p:cNvGrpSpPr/>
        <p:nvPr/>
      </p:nvGrpSpPr>
      <p:grpSpPr>
        <a:xfrm>
          <a:off x="0" y="0"/>
          <a:ext cx="0" cy="0"/>
          <a:chOff x="0" y="0"/>
          <a:chExt cx="0" cy="0"/>
        </a:xfrm>
      </p:grpSpPr>
      <p:sp>
        <p:nvSpPr>
          <p:cNvPr id="570" name="Google Shape;570;p39"/>
          <p:cNvSpPr/>
          <p:nvPr/>
        </p:nvSpPr>
        <p:spPr>
          <a:xfrm>
            <a:off x="-356500" y="2630825"/>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1" name="Google Shape;571;p39"/>
          <p:cNvSpPr/>
          <p:nvPr/>
        </p:nvSpPr>
        <p:spPr>
          <a:xfrm>
            <a:off x="6517575" y="4523750"/>
            <a:ext cx="893400" cy="8934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2" name="Google Shape;572;p39"/>
          <p:cNvSpPr/>
          <p:nvPr/>
        </p:nvSpPr>
        <p:spPr>
          <a:xfrm>
            <a:off x="7685200" y="1330125"/>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3" name="Google Shape;573;p39"/>
          <p:cNvSpPr/>
          <p:nvPr/>
        </p:nvSpPr>
        <p:spPr>
          <a:xfrm>
            <a:off x="4050600" y="0"/>
            <a:ext cx="893400" cy="8934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574" name="Google Shape;574;p39"/>
          <p:cNvPicPr preferRelativeResize="0"/>
          <p:nvPr/>
        </p:nvPicPr>
        <p:blipFill>
          <a:blip r:embed="rId2"/>
          <a:stretch>
            <a:fillRect/>
          </a:stretch>
        </p:blipFill>
        <p:spPr>
          <a:xfrm>
            <a:off x="715100" y="143800"/>
            <a:ext cx="8145951" cy="4502550"/>
          </a:xfrm>
          <a:prstGeom prst="rect">
            <a:avLst/>
          </a:prstGeom>
          <a:noFill/>
          <a:ln>
            <a:noFill/>
          </a:ln>
        </p:spPr>
      </p:pic>
      <p:sp>
        <p:nvSpPr>
          <p:cNvPr id="575" name="Google Shape;575;p39"/>
          <p:cNvSpPr/>
          <p:nvPr/>
        </p:nvSpPr>
        <p:spPr>
          <a:xfrm>
            <a:off x="432350" y="247000"/>
            <a:ext cx="8288400" cy="4618800"/>
          </a:xfrm>
          <a:prstGeom prst="roundRect">
            <a:avLst>
              <a:gd name="adj" fmla="val 4727"/>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6" name="Google Shape;576;p39"/>
          <p:cNvSpPr/>
          <p:nvPr/>
        </p:nvSpPr>
        <p:spPr>
          <a:xfrm>
            <a:off x="432250" y="247000"/>
            <a:ext cx="8288400" cy="288600"/>
          </a:xfrm>
          <a:prstGeom prst="round2SameRect">
            <a:avLst>
              <a:gd name="adj1" fmla="val 50000"/>
              <a:gd name="adj2" fmla="val 0"/>
            </a:avLst>
          </a:prstGeom>
          <a:solidFill>
            <a:schemeClr val="accen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577" name="Google Shape;577;p39"/>
          <p:cNvGrpSpPr/>
          <p:nvPr/>
        </p:nvGrpSpPr>
        <p:grpSpPr>
          <a:xfrm>
            <a:off x="606429" y="349204"/>
            <a:ext cx="420978" cy="105129"/>
            <a:chOff x="606429" y="349204"/>
            <a:chExt cx="420978" cy="105129"/>
          </a:xfrm>
        </p:grpSpPr>
        <p:sp>
          <p:nvSpPr>
            <p:cNvPr id="578" name="Google Shape;578;p39"/>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9" name="Google Shape;579;p39"/>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80" name="Google Shape;580;p39"/>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581" name="Google Shape;581;p39"/>
          <p:cNvSpPr txBox="1">
            <a:spLocks noGrp="1"/>
          </p:cNvSpPr>
          <p:nvPr>
            <p:ph type="ctrTitle"/>
          </p:nvPr>
        </p:nvSpPr>
        <p:spPr>
          <a:xfrm>
            <a:off x="887700" y="734425"/>
            <a:ext cx="3482400" cy="8826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5200"/>
              <a:buNone/>
              <a:defRPr sz="6000">
                <a:solidFill>
                  <a:schemeClr val="dk1"/>
                </a:solidFill>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5200"/>
              <a:buNone/>
              <a:defRPr sz="5200"/>
            </a:lvl2pPr>
            <a:lvl3pPr lvl="2" algn="ctr" rtl="0">
              <a:spcBef>
                <a:spcPct val="0"/>
              </a:spcBef>
              <a:spcAft>
                <a:spcPct val="0"/>
              </a:spcAft>
              <a:buSzPts val="5200"/>
              <a:buNone/>
              <a:defRPr sz="5200"/>
            </a:lvl3pPr>
            <a:lvl4pPr lvl="3" algn="ctr" rtl="0">
              <a:spcBef>
                <a:spcPct val="0"/>
              </a:spcBef>
              <a:spcAft>
                <a:spcPct val="0"/>
              </a:spcAft>
              <a:buSzPts val="5200"/>
              <a:buNone/>
              <a:defRPr sz="5200"/>
            </a:lvl4pPr>
            <a:lvl5pPr lvl="4" algn="ctr" rtl="0">
              <a:spcBef>
                <a:spcPct val="0"/>
              </a:spcBef>
              <a:spcAft>
                <a:spcPct val="0"/>
              </a:spcAft>
              <a:buSzPts val="5200"/>
              <a:buNone/>
              <a:defRPr sz="5200"/>
            </a:lvl5pPr>
            <a:lvl6pPr lvl="5" algn="ctr" rtl="0">
              <a:spcBef>
                <a:spcPct val="0"/>
              </a:spcBef>
              <a:spcAft>
                <a:spcPct val="0"/>
              </a:spcAft>
              <a:buSzPts val="5200"/>
              <a:buNone/>
              <a:defRPr sz="5200"/>
            </a:lvl6pPr>
            <a:lvl7pPr lvl="6" algn="ctr" rtl="0">
              <a:spcBef>
                <a:spcPct val="0"/>
              </a:spcBef>
              <a:spcAft>
                <a:spcPct val="0"/>
              </a:spcAft>
              <a:buSzPts val="5200"/>
              <a:buNone/>
              <a:defRPr sz="5200"/>
            </a:lvl7pPr>
            <a:lvl8pPr lvl="7" algn="ctr" rtl="0">
              <a:spcBef>
                <a:spcPct val="0"/>
              </a:spcBef>
              <a:spcAft>
                <a:spcPct val="0"/>
              </a:spcAft>
              <a:buSzPts val="5200"/>
              <a:buNone/>
              <a:defRPr sz="5200"/>
            </a:lvl8pPr>
            <a:lvl9pPr lvl="8" algn="ctr" rtl="0">
              <a:spcBef>
                <a:spcPct val="0"/>
              </a:spcBef>
              <a:spcAft>
                <a:spcPct val="0"/>
              </a:spcAft>
              <a:buSzPts val="5200"/>
              <a:buNone/>
              <a:defRPr sz="5200"/>
            </a:lvl9pPr>
          </a:lstStyle>
          <a:p>
            <a:endParaRPr/>
          </a:p>
        </p:txBody>
      </p:sp>
      <p:sp>
        <p:nvSpPr>
          <p:cNvPr id="582" name="Google Shape;582;p39"/>
          <p:cNvSpPr txBox="1">
            <a:spLocks noGrp="1"/>
          </p:cNvSpPr>
          <p:nvPr>
            <p:ph type="subTitle" idx="1"/>
          </p:nvPr>
        </p:nvSpPr>
        <p:spPr>
          <a:xfrm>
            <a:off x="887700" y="2657475"/>
            <a:ext cx="3482400" cy="819300"/>
          </a:xfrm>
          <a:prstGeom prst="rect">
            <a:avLst/>
          </a:prstGeom>
        </p:spPr>
        <p:txBody>
          <a:bodyPr spcFirstLastPara="1" wrap="square" lIns="91425" tIns="91425" rIns="91425" bIns="91425" anchor="t" anchorCtr="0">
            <a:noAutofit/>
          </a:bodyPr>
          <a:lstStyle>
            <a:lvl1pPr lvl="0" algn="ctr" rtl="0">
              <a:lnSpc>
                <a:spcPct val="100000"/>
              </a:lnSpc>
              <a:spcBef>
                <a:spcPct val="0"/>
              </a:spcBef>
              <a:spcAft>
                <a:spcPct val="0"/>
              </a:spcAft>
              <a:buSzPts val="1400"/>
              <a:buNone/>
              <a:defRPr>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800"/>
              <a:buNone/>
              <a:defRPr sz="1800"/>
            </a:lvl2pPr>
            <a:lvl3pPr lvl="2" algn="ctr" rtl="0">
              <a:lnSpc>
                <a:spcPct val="100000"/>
              </a:lnSpc>
              <a:spcBef>
                <a:spcPct val="0"/>
              </a:spcBef>
              <a:spcAft>
                <a:spcPct val="0"/>
              </a:spcAft>
              <a:buSzPts val="1800"/>
              <a:buNone/>
              <a:defRPr sz="1800"/>
            </a:lvl3pPr>
            <a:lvl4pPr lvl="3" algn="ctr" rtl="0">
              <a:lnSpc>
                <a:spcPct val="100000"/>
              </a:lnSpc>
              <a:spcBef>
                <a:spcPct val="0"/>
              </a:spcBef>
              <a:spcAft>
                <a:spcPct val="0"/>
              </a:spcAft>
              <a:buSzPts val="1800"/>
              <a:buNone/>
              <a:defRPr sz="1800"/>
            </a:lvl4pPr>
            <a:lvl5pPr lvl="4" algn="ctr" rtl="0">
              <a:lnSpc>
                <a:spcPct val="100000"/>
              </a:lnSpc>
              <a:spcBef>
                <a:spcPct val="0"/>
              </a:spcBef>
              <a:spcAft>
                <a:spcPct val="0"/>
              </a:spcAft>
              <a:buSzPts val="1800"/>
              <a:buNone/>
              <a:defRPr sz="1800"/>
            </a:lvl5pPr>
            <a:lvl6pPr lvl="5" algn="ctr" rtl="0">
              <a:lnSpc>
                <a:spcPct val="100000"/>
              </a:lnSpc>
              <a:spcBef>
                <a:spcPct val="0"/>
              </a:spcBef>
              <a:spcAft>
                <a:spcPct val="0"/>
              </a:spcAft>
              <a:buSzPts val="1800"/>
              <a:buNone/>
              <a:defRPr sz="1800"/>
            </a:lvl6pPr>
            <a:lvl7pPr lvl="6" algn="ctr" rtl="0">
              <a:lnSpc>
                <a:spcPct val="100000"/>
              </a:lnSpc>
              <a:spcBef>
                <a:spcPct val="0"/>
              </a:spcBef>
              <a:spcAft>
                <a:spcPct val="0"/>
              </a:spcAft>
              <a:buSzPts val="1800"/>
              <a:buNone/>
              <a:defRPr sz="1800"/>
            </a:lvl7pPr>
            <a:lvl8pPr lvl="7" algn="ctr" rtl="0">
              <a:lnSpc>
                <a:spcPct val="100000"/>
              </a:lnSpc>
              <a:spcBef>
                <a:spcPct val="0"/>
              </a:spcBef>
              <a:spcAft>
                <a:spcPct val="0"/>
              </a:spcAft>
              <a:buSzPts val="1800"/>
              <a:buNone/>
              <a:defRPr sz="1800"/>
            </a:lvl8pPr>
            <a:lvl9pPr lvl="8" algn="ctr" rtl="0">
              <a:lnSpc>
                <a:spcPct val="100000"/>
              </a:lnSpc>
              <a:spcBef>
                <a:spcPct val="0"/>
              </a:spcBef>
              <a:spcAft>
                <a:spcPct val="0"/>
              </a:spcAft>
              <a:buSzPts val="1800"/>
              <a:buNone/>
              <a:defRPr sz="1800"/>
            </a:lvl9pPr>
          </a:lstStyle>
          <a:p>
            <a:endParaRPr/>
          </a:p>
        </p:txBody>
      </p:sp>
      <p:sp>
        <p:nvSpPr>
          <p:cNvPr id="583" name="Google Shape;583;p39"/>
          <p:cNvSpPr txBox="1">
            <a:spLocks noGrp="1"/>
          </p:cNvSpPr>
          <p:nvPr>
            <p:ph type="subTitle" idx="2"/>
          </p:nvPr>
        </p:nvSpPr>
        <p:spPr>
          <a:xfrm>
            <a:off x="1339650" y="1783475"/>
            <a:ext cx="2578500" cy="632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600" b="1">
                <a:solidFill>
                  <a:srgbClr val="191919"/>
                </a:solidFill>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800"/>
              <a:buNone/>
              <a:defRPr sz="1800"/>
            </a:lvl2pPr>
            <a:lvl3pPr lvl="2" algn="ctr" rtl="0">
              <a:lnSpc>
                <a:spcPct val="100000"/>
              </a:lnSpc>
              <a:spcBef>
                <a:spcPct val="0"/>
              </a:spcBef>
              <a:spcAft>
                <a:spcPct val="0"/>
              </a:spcAft>
              <a:buSzPts val="1800"/>
              <a:buNone/>
              <a:defRPr sz="1800"/>
            </a:lvl3pPr>
            <a:lvl4pPr lvl="3" algn="ctr" rtl="0">
              <a:lnSpc>
                <a:spcPct val="100000"/>
              </a:lnSpc>
              <a:spcBef>
                <a:spcPct val="0"/>
              </a:spcBef>
              <a:spcAft>
                <a:spcPct val="0"/>
              </a:spcAft>
              <a:buSzPts val="1800"/>
              <a:buNone/>
              <a:defRPr sz="1800"/>
            </a:lvl4pPr>
            <a:lvl5pPr lvl="4" algn="ctr" rtl="0">
              <a:lnSpc>
                <a:spcPct val="100000"/>
              </a:lnSpc>
              <a:spcBef>
                <a:spcPct val="0"/>
              </a:spcBef>
              <a:spcAft>
                <a:spcPct val="0"/>
              </a:spcAft>
              <a:buSzPts val="1800"/>
              <a:buNone/>
              <a:defRPr sz="1800"/>
            </a:lvl5pPr>
            <a:lvl6pPr lvl="5" algn="ctr" rtl="0">
              <a:lnSpc>
                <a:spcPct val="100000"/>
              </a:lnSpc>
              <a:spcBef>
                <a:spcPct val="0"/>
              </a:spcBef>
              <a:spcAft>
                <a:spcPct val="0"/>
              </a:spcAft>
              <a:buSzPts val="1800"/>
              <a:buNone/>
              <a:defRPr sz="1800"/>
            </a:lvl6pPr>
            <a:lvl7pPr lvl="6" algn="ctr" rtl="0">
              <a:lnSpc>
                <a:spcPct val="100000"/>
              </a:lnSpc>
              <a:spcBef>
                <a:spcPct val="0"/>
              </a:spcBef>
              <a:spcAft>
                <a:spcPct val="0"/>
              </a:spcAft>
              <a:buSzPts val="1800"/>
              <a:buNone/>
              <a:defRPr sz="1800"/>
            </a:lvl7pPr>
            <a:lvl8pPr lvl="7" algn="ctr" rtl="0">
              <a:lnSpc>
                <a:spcPct val="100000"/>
              </a:lnSpc>
              <a:spcBef>
                <a:spcPct val="0"/>
              </a:spcBef>
              <a:spcAft>
                <a:spcPct val="0"/>
              </a:spcAft>
              <a:buSzPts val="1800"/>
              <a:buNone/>
              <a:defRPr sz="1800"/>
            </a:lvl8pPr>
            <a:lvl9pPr lvl="8" algn="ctr" rtl="0">
              <a:lnSpc>
                <a:spcPct val="100000"/>
              </a:lnSpc>
              <a:spcBef>
                <a:spcPct val="0"/>
              </a:spcBef>
              <a:spcAft>
                <a:spcPct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504"/>
        <p:cNvGrpSpPr/>
        <p:nvPr/>
      </p:nvGrpSpPr>
      <p:grpSpPr>
        <a:xfrm>
          <a:off x="0" y="0"/>
          <a:ext cx="0" cy="0"/>
          <a:chOff x="0" y="0"/>
          <a:chExt cx="0" cy="0"/>
        </a:xfrm>
      </p:grpSpPr>
      <p:sp>
        <p:nvSpPr>
          <p:cNvPr id="505" name="Google Shape;505;p36"/>
          <p:cNvSpPr/>
          <p:nvPr/>
        </p:nvSpPr>
        <p:spPr>
          <a:xfrm>
            <a:off x="-289825" y="312380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06" name="Google Shape;506;p36"/>
          <p:cNvSpPr/>
          <p:nvPr/>
        </p:nvSpPr>
        <p:spPr>
          <a:xfrm>
            <a:off x="4672750" y="3836900"/>
            <a:ext cx="1180200" cy="11802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07" name="Google Shape;507;p36"/>
          <p:cNvSpPr/>
          <p:nvPr/>
        </p:nvSpPr>
        <p:spPr>
          <a:xfrm>
            <a:off x="4844150" y="-201350"/>
            <a:ext cx="1383900" cy="13839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08" name="Google Shape;508;p36"/>
          <p:cNvSpPr/>
          <p:nvPr/>
        </p:nvSpPr>
        <p:spPr>
          <a:xfrm>
            <a:off x="7892200" y="2895525"/>
            <a:ext cx="1180200" cy="1180200"/>
          </a:xfrm>
          <a:prstGeom prst="ellipse">
            <a:avLst/>
          </a:prstGeom>
          <a:noFill/>
          <a:ln w="9525" cap="flat" cmpd="sng">
            <a:solidFill>
              <a:srgbClr val="EFEFE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509" name="Google Shape;509;p36"/>
          <p:cNvPicPr preferRelativeResize="0"/>
          <p:nvPr/>
        </p:nvPicPr>
        <p:blipFill>
          <a:blip r:embed="rId2"/>
          <a:stretch>
            <a:fillRect/>
          </a:stretch>
        </p:blipFill>
        <p:spPr>
          <a:xfrm>
            <a:off x="715100" y="143800"/>
            <a:ext cx="8145951" cy="4502550"/>
          </a:xfrm>
          <a:prstGeom prst="rect">
            <a:avLst/>
          </a:prstGeom>
          <a:noFill/>
          <a:ln>
            <a:noFill/>
          </a:ln>
        </p:spPr>
      </p:pic>
      <p:sp>
        <p:nvSpPr>
          <p:cNvPr id="510" name="Google Shape;510;p36"/>
          <p:cNvSpPr/>
          <p:nvPr/>
        </p:nvSpPr>
        <p:spPr>
          <a:xfrm>
            <a:off x="432350" y="247000"/>
            <a:ext cx="8288400" cy="4618800"/>
          </a:xfrm>
          <a:prstGeom prst="roundRect">
            <a:avLst>
              <a:gd name="adj" fmla="val 4727"/>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11" name="Google Shape;511;p36"/>
          <p:cNvSpPr/>
          <p:nvPr/>
        </p:nvSpPr>
        <p:spPr>
          <a:xfrm>
            <a:off x="432250" y="247000"/>
            <a:ext cx="8288400" cy="288600"/>
          </a:xfrm>
          <a:prstGeom prst="round2SameRect">
            <a:avLst>
              <a:gd name="adj1" fmla="val 50000"/>
              <a:gd name="adj2" fmla="val 0"/>
            </a:avLst>
          </a:prstGeom>
          <a:solidFill>
            <a:schemeClr val="dk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512" name="Google Shape;512;p36"/>
          <p:cNvGrpSpPr/>
          <p:nvPr/>
        </p:nvGrpSpPr>
        <p:grpSpPr>
          <a:xfrm>
            <a:off x="606429" y="349204"/>
            <a:ext cx="420978" cy="105129"/>
            <a:chOff x="606429" y="349204"/>
            <a:chExt cx="420978" cy="105129"/>
          </a:xfrm>
        </p:grpSpPr>
        <p:sp>
          <p:nvSpPr>
            <p:cNvPr id="513" name="Google Shape;513;p36"/>
            <p:cNvSpPr/>
            <p:nvPr/>
          </p:nvSpPr>
          <p:spPr>
            <a:xfrm>
              <a:off x="606429" y="349204"/>
              <a:ext cx="105413" cy="105129"/>
            </a:xfrm>
            <a:custGeom>
              <a:avLst/>
              <a:gdLst/>
              <a:ahLst/>
              <a:cxnLst/>
              <a:rect l="l" t="t" r="r" b="b"/>
              <a:pathLst>
                <a:path w="3162" h="3153" extrusionOk="0">
                  <a:moveTo>
                    <a:pt x="1581" y="0"/>
                  </a:moveTo>
                  <a:cubicBezTo>
                    <a:pt x="710" y="0"/>
                    <a:pt x="0" y="710"/>
                    <a:pt x="0" y="1572"/>
                  </a:cubicBezTo>
                  <a:cubicBezTo>
                    <a:pt x="0" y="2443"/>
                    <a:pt x="710" y="3152"/>
                    <a:pt x="1581" y="3152"/>
                  </a:cubicBezTo>
                  <a:cubicBezTo>
                    <a:pt x="2452" y="3152"/>
                    <a:pt x="3162" y="2443"/>
                    <a:pt x="3162" y="1572"/>
                  </a:cubicBezTo>
                  <a:cubicBezTo>
                    <a:pt x="3162" y="710"/>
                    <a:pt x="2452" y="0"/>
                    <a:pt x="1581" y="0"/>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14" name="Google Shape;514;p36"/>
            <p:cNvSpPr/>
            <p:nvPr/>
          </p:nvSpPr>
          <p:spPr>
            <a:xfrm>
              <a:off x="764178" y="349204"/>
              <a:ext cx="105447" cy="105129"/>
            </a:xfrm>
            <a:custGeom>
              <a:avLst/>
              <a:gdLst/>
              <a:ahLst/>
              <a:cxnLst/>
              <a:rect l="l" t="t" r="r" b="b"/>
              <a:pathLst>
                <a:path w="3163" h="3153" extrusionOk="0">
                  <a:moveTo>
                    <a:pt x="1582" y="0"/>
                  </a:moveTo>
                  <a:cubicBezTo>
                    <a:pt x="711" y="0"/>
                    <a:pt x="1" y="710"/>
                    <a:pt x="1" y="1572"/>
                  </a:cubicBezTo>
                  <a:cubicBezTo>
                    <a:pt x="1" y="2443"/>
                    <a:pt x="711" y="3152"/>
                    <a:pt x="1582" y="3152"/>
                  </a:cubicBezTo>
                  <a:cubicBezTo>
                    <a:pt x="2452" y="3152"/>
                    <a:pt x="3162" y="2443"/>
                    <a:pt x="3162" y="1572"/>
                  </a:cubicBezTo>
                  <a:cubicBezTo>
                    <a:pt x="3162" y="710"/>
                    <a:pt x="2452" y="0"/>
                    <a:pt x="1582"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15" name="Google Shape;515;p36"/>
            <p:cNvSpPr/>
            <p:nvPr/>
          </p:nvSpPr>
          <p:spPr>
            <a:xfrm>
              <a:off x="921960" y="349204"/>
              <a:ext cx="105447" cy="105129"/>
            </a:xfrm>
            <a:custGeom>
              <a:avLst/>
              <a:gdLst/>
              <a:ahLst/>
              <a:cxnLst/>
              <a:rect l="l" t="t" r="r" b="b"/>
              <a:pathLst>
                <a:path w="3163" h="3153" extrusionOk="0">
                  <a:moveTo>
                    <a:pt x="1581" y="0"/>
                  </a:moveTo>
                  <a:cubicBezTo>
                    <a:pt x="711" y="0"/>
                    <a:pt x="1" y="710"/>
                    <a:pt x="1" y="1572"/>
                  </a:cubicBezTo>
                  <a:cubicBezTo>
                    <a:pt x="1" y="2443"/>
                    <a:pt x="711" y="3152"/>
                    <a:pt x="1581" y="3152"/>
                  </a:cubicBezTo>
                  <a:cubicBezTo>
                    <a:pt x="2452" y="3152"/>
                    <a:pt x="3162" y="2443"/>
                    <a:pt x="3162" y="1572"/>
                  </a:cubicBezTo>
                  <a:cubicBezTo>
                    <a:pt x="3162" y="710"/>
                    <a:pt x="2452" y="0"/>
                    <a:pt x="1581" y="0"/>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516" name="Google Shape;516;p36"/>
          <p:cNvSpPr txBox="1">
            <a:spLocks noGrp="1"/>
          </p:cNvSpPr>
          <p:nvPr>
            <p:ph type="title"/>
          </p:nvPr>
        </p:nvSpPr>
        <p:spPr>
          <a:xfrm>
            <a:off x="985588" y="192240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17" name="Google Shape;517;p36"/>
          <p:cNvSpPr txBox="1">
            <a:spLocks noGrp="1"/>
          </p:cNvSpPr>
          <p:nvPr>
            <p:ph type="subTitle" idx="1"/>
          </p:nvPr>
        </p:nvSpPr>
        <p:spPr>
          <a:xfrm>
            <a:off x="985588" y="2410725"/>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18" name="Google Shape;518;p36"/>
          <p:cNvSpPr txBox="1">
            <a:spLocks noGrp="1"/>
          </p:cNvSpPr>
          <p:nvPr>
            <p:ph type="title" idx="2"/>
          </p:nvPr>
        </p:nvSpPr>
        <p:spPr>
          <a:xfrm>
            <a:off x="3419274" y="192240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19" name="Google Shape;519;p36"/>
          <p:cNvSpPr txBox="1">
            <a:spLocks noGrp="1"/>
          </p:cNvSpPr>
          <p:nvPr>
            <p:ph type="subTitle" idx="3"/>
          </p:nvPr>
        </p:nvSpPr>
        <p:spPr>
          <a:xfrm>
            <a:off x="3419274" y="2410725"/>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20" name="Google Shape;520;p36"/>
          <p:cNvSpPr txBox="1">
            <a:spLocks noGrp="1"/>
          </p:cNvSpPr>
          <p:nvPr>
            <p:ph type="title" idx="4"/>
          </p:nvPr>
        </p:nvSpPr>
        <p:spPr>
          <a:xfrm>
            <a:off x="985588" y="363535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21" name="Google Shape;521;p36"/>
          <p:cNvSpPr txBox="1">
            <a:spLocks noGrp="1"/>
          </p:cNvSpPr>
          <p:nvPr>
            <p:ph type="subTitle" idx="5"/>
          </p:nvPr>
        </p:nvSpPr>
        <p:spPr>
          <a:xfrm>
            <a:off x="985588" y="4123700"/>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22" name="Google Shape;522;p36"/>
          <p:cNvSpPr txBox="1">
            <a:spLocks noGrp="1"/>
          </p:cNvSpPr>
          <p:nvPr>
            <p:ph type="title" idx="6"/>
          </p:nvPr>
        </p:nvSpPr>
        <p:spPr>
          <a:xfrm>
            <a:off x="3419274" y="363535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23" name="Google Shape;523;p36"/>
          <p:cNvSpPr txBox="1">
            <a:spLocks noGrp="1"/>
          </p:cNvSpPr>
          <p:nvPr>
            <p:ph type="subTitle" idx="7"/>
          </p:nvPr>
        </p:nvSpPr>
        <p:spPr>
          <a:xfrm>
            <a:off x="3419274" y="4123700"/>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24" name="Google Shape;524;p36"/>
          <p:cNvSpPr txBox="1">
            <a:spLocks noGrp="1"/>
          </p:cNvSpPr>
          <p:nvPr>
            <p:ph type="title" idx="8"/>
          </p:nvPr>
        </p:nvSpPr>
        <p:spPr>
          <a:xfrm>
            <a:off x="5852949" y="192240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25" name="Google Shape;525;p36"/>
          <p:cNvSpPr txBox="1">
            <a:spLocks noGrp="1"/>
          </p:cNvSpPr>
          <p:nvPr>
            <p:ph type="subTitle" idx="9"/>
          </p:nvPr>
        </p:nvSpPr>
        <p:spPr>
          <a:xfrm>
            <a:off x="5852949" y="2410725"/>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26" name="Google Shape;526;p36"/>
          <p:cNvSpPr txBox="1">
            <a:spLocks noGrp="1"/>
          </p:cNvSpPr>
          <p:nvPr>
            <p:ph type="title" idx="13"/>
          </p:nvPr>
        </p:nvSpPr>
        <p:spPr>
          <a:xfrm>
            <a:off x="5852949" y="3635350"/>
            <a:ext cx="2080500" cy="527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2500"/>
              <a:buNone/>
              <a:defRPr sz="2500">
                <a:latin typeface="得意黑" charset="-122"/>
                <a:ea typeface="得意黑" charset="-122"/>
                <a:cs typeface="Arial" panose="020B0604020202020204" pitchFamily="34" charset="0"/>
                <a:sym typeface="Arial" panose="020B0604020202020204" pitchFamily="34" charset="0"/>
              </a:defRPr>
            </a:lvl1pPr>
            <a:lvl2pPr lvl="1" algn="ctr" rtl="0">
              <a:spcBef>
                <a:spcPct val="0"/>
              </a:spcBef>
              <a:spcAft>
                <a:spcPct val="0"/>
              </a:spcAft>
              <a:buSzPts val="2500"/>
              <a:buNone/>
              <a:defRPr sz="2500"/>
            </a:lvl2pPr>
            <a:lvl3pPr lvl="2" algn="ctr" rtl="0">
              <a:spcBef>
                <a:spcPct val="0"/>
              </a:spcBef>
              <a:spcAft>
                <a:spcPct val="0"/>
              </a:spcAft>
              <a:buSzPts val="2500"/>
              <a:buNone/>
              <a:defRPr sz="2500"/>
            </a:lvl3pPr>
            <a:lvl4pPr lvl="3" algn="ctr" rtl="0">
              <a:spcBef>
                <a:spcPct val="0"/>
              </a:spcBef>
              <a:spcAft>
                <a:spcPct val="0"/>
              </a:spcAft>
              <a:buSzPts val="2500"/>
              <a:buNone/>
              <a:defRPr sz="2500"/>
            </a:lvl4pPr>
            <a:lvl5pPr lvl="4" algn="ctr" rtl="0">
              <a:spcBef>
                <a:spcPct val="0"/>
              </a:spcBef>
              <a:spcAft>
                <a:spcPct val="0"/>
              </a:spcAft>
              <a:buSzPts val="2500"/>
              <a:buNone/>
              <a:defRPr sz="2500"/>
            </a:lvl5pPr>
            <a:lvl6pPr lvl="5" algn="ctr" rtl="0">
              <a:spcBef>
                <a:spcPct val="0"/>
              </a:spcBef>
              <a:spcAft>
                <a:spcPct val="0"/>
              </a:spcAft>
              <a:buSzPts val="2500"/>
              <a:buNone/>
              <a:defRPr sz="2500"/>
            </a:lvl6pPr>
            <a:lvl7pPr lvl="6" algn="ctr" rtl="0">
              <a:spcBef>
                <a:spcPct val="0"/>
              </a:spcBef>
              <a:spcAft>
                <a:spcPct val="0"/>
              </a:spcAft>
              <a:buSzPts val="2500"/>
              <a:buNone/>
              <a:defRPr sz="2500"/>
            </a:lvl7pPr>
            <a:lvl8pPr lvl="7" algn="ctr" rtl="0">
              <a:spcBef>
                <a:spcPct val="0"/>
              </a:spcBef>
              <a:spcAft>
                <a:spcPct val="0"/>
              </a:spcAft>
              <a:buSzPts val="2500"/>
              <a:buNone/>
              <a:defRPr sz="2500"/>
            </a:lvl8pPr>
            <a:lvl9pPr lvl="8" algn="ctr" rtl="0">
              <a:spcBef>
                <a:spcPct val="0"/>
              </a:spcBef>
              <a:spcAft>
                <a:spcPct val="0"/>
              </a:spcAft>
              <a:buSzPts val="2500"/>
              <a:buNone/>
              <a:defRPr sz="2500"/>
            </a:lvl9pPr>
          </a:lstStyle>
          <a:p>
            <a:endParaRPr/>
          </a:p>
        </p:txBody>
      </p:sp>
      <p:sp>
        <p:nvSpPr>
          <p:cNvPr id="527" name="Google Shape;527;p36"/>
          <p:cNvSpPr txBox="1">
            <a:spLocks noGrp="1"/>
          </p:cNvSpPr>
          <p:nvPr>
            <p:ph type="subTitle" idx="14"/>
          </p:nvPr>
        </p:nvSpPr>
        <p:spPr>
          <a:xfrm>
            <a:off x="5852949" y="4123700"/>
            <a:ext cx="2080500" cy="484800"/>
          </a:xfrm>
          <a:prstGeom prst="rect">
            <a:avLst/>
          </a:prstGeom>
        </p:spPr>
        <p:txBody>
          <a:bodyPr spcFirstLastPara="1" wrap="square" lIns="91425" tIns="91425" rIns="91425" bIns="91425" anchor="ctr" anchorCtr="0">
            <a:noAutofit/>
          </a:bodyPr>
          <a:lstStyle>
            <a:lvl1pPr lvl="0" algn="ctr" rtl="0">
              <a:lnSpc>
                <a:spcPct val="100000"/>
              </a:lnSpc>
              <a:spcBef>
                <a:spcPct val="0"/>
              </a:spcBef>
              <a:spcAft>
                <a:spcPct val="0"/>
              </a:spcAft>
              <a:buSzPts val="1400"/>
              <a:buNone/>
              <a:defRPr sz="1400">
                <a:latin typeface="得意黑" charset="-122"/>
                <a:ea typeface="得意黑" charset="-122"/>
                <a:cs typeface="Arial" panose="020B0604020202020204" pitchFamily="34" charset="0"/>
                <a:sym typeface="Arial" panose="020B0604020202020204" pitchFamily="34" charset="0"/>
              </a:defRPr>
            </a:lvl1pPr>
            <a:lvl2pPr lvl="1" algn="ctr" rtl="0">
              <a:lnSpc>
                <a:spcPct val="100000"/>
              </a:lnSpc>
              <a:spcBef>
                <a:spcPct val="0"/>
              </a:spcBef>
              <a:spcAft>
                <a:spcPct val="0"/>
              </a:spcAft>
              <a:buSzPts val="1400"/>
              <a:buNone/>
              <a:defRPr/>
            </a:lvl2pPr>
            <a:lvl3pPr lvl="2" algn="ctr" rtl="0">
              <a:lnSpc>
                <a:spcPct val="100000"/>
              </a:lnSpc>
              <a:spcBef>
                <a:spcPct val="0"/>
              </a:spcBef>
              <a:spcAft>
                <a:spcPct val="0"/>
              </a:spcAft>
              <a:buSzPts val="1400"/>
              <a:buNone/>
              <a:defRPr/>
            </a:lvl3pPr>
            <a:lvl4pPr lvl="3" algn="ctr" rtl="0">
              <a:lnSpc>
                <a:spcPct val="100000"/>
              </a:lnSpc>
              <a:spcBef>
                <a:spcPct val="0"/>
              </a:spcBef>
              <a:spcAft>
                <a:spcPct val="0"/>
              </a:spcAft>
              <a:buSzPts val="1400"/>
              <a:buNone/>
              <a:defRPr/>
            </a:lvl4pPr>
            <a:lvl5pPr lvl="4" algn="ctr" rtl="0">
              <a:lnSpc>
                <a:spcPct val="100000"/>
              </a:lnSpc>
              <a:spcBef>
                <a:spcPct val="0"/>
              </a:spcBef>
              <a:spcAft>
                <a:spcPct val="0"/>
              </a:spcAft>
              <a:buSzPts val="1400"/>
              <a:buNone/>
              <a:defRPr/>
            </a:lvl5pPr>
            <a:lvl6pPr lvl="5" algn="ctr" rtl="0">
              <a:lnSpc>
                <a:spcPct val="100000"/>
              </a:lnSpc>
              <a:spcBef>
                <a:spcPct val="0"/>
              </a:spcBef>
              <a:spcAft>
                <a:spcPct val="0"/>
              </a:spcAft>
              <a:buSzPts val="1400"/>
              <a:buNone/>
              <a:defRPr/>
            </a:lvl6pPr>
            <a:lvl7pPr lvl="6" algn="ctr" rtl="0">
              <a:lnSpc>
                <a:spcPct val="100000"/>
              </a:lnSpc>
              <a:spcBef>
                <a:spcPct val="0"/>
              </a:spcBef>
              <a:spcAft>
                <a:spcPct val="0"/>
              </a:spcAft>
              <a:buSzPts val="1400"/>
              <a:buNone/>
              <a:defRPr/>
            </a:lvl7pPr>
            <a:lvl8pPr lvl="7" algn="ctr" rtl="0">
              <a:lnSpc>
                <a:spcPct val="100000"/>
              </a:lnSpc>
              <a:spcBef>
                <a:spcPct val="0"/>
              </a:spcBef>
              <a:spcAft>
                <a:spcPct val="0"/>
              </a:spcAft>
              <a:buSzPts val="1400"/>
              <a:buNone/>
              <a:defRPr/>
            </a:lvl8pPr>
            <a:lvl9pPr lvl="8" algn="ctr" rtl="0">
              <a:lnSpc>
                <a:spcPct val="100000"/>
              </a:lnSpc>
              <a:spcBef>
                <a:spcPct val="0"/>
              </a:spcBef>
              <a:spcAft>
                <a:spcPct val="0"/>
              </a:spcAft>
              <a:buSzPts val="1400"/>
              <a:buNone/>
              <a:defRPr/>
            </a:lvl9pPr>
          </a:lstStyle>
          <a:p>
            <a:endParaRPr/>
          </a:p>
        </p:txBody>
      </p:sp>
      <p:sp>
        <p:nvSpPr>
          <p:cNvPr id="528" name="Google Shape;528;p36"/>
          <p:cNvSpPr txBox="1">
            <a:spLocks noGrp="1"/>
          </p:cNvSpPr>
          <p:nvPr>
            <p:ph type="title" idx="15"/>
          </p:nvPr>
        </p:nvSpPr>
        <p:spPr>
          <a:xfrm>
            <a:off x="720000" y="676000"/>
            <a:ext cx="7704000" cy="572700"/>
          </a:xfrm>
          <a:prstGeom prst="rect">
            <a:avLst/>
          </a:prstGeom>
        </p:spPr>
        <p:txBody>
          <a:bodyPr spcFirstLastPara="1" wrap="square" lIns="91425" tIns="91425" rIns="91425" bIns="91425" anchor="ctr" anchorCtr="0">
            <a:noAutofit/>
          </a:bodyPr>
          <a:lstStyle>
            <a:lvl1pPr lvl="0" algn="ctr" rtl="0">
              <a:spcBef>
                <a:spcPct val="0"/>
              </a:spcBef>
              <a:spcAft>
                <a:spcPct val="0"/>
              </a:spcAft>
              <a:buSzPts val="3500"/>
              <a:buNone/>
              <a:defRPr>
                <a:latin typeface="得意黑" charset="-122"/>
                <a:ea typeface="得意黑" charset="-122"/>
                <a:cs typeface="Arial" panose="020B0604020202020204" pitchFamily="34" charset="0"/>
                <a:sym typeface="Arial" panose="020B0604020202020204" pitchFamily="34" charset="0"/>
              </a:defRPr>
            </a:lvl1pPr>
            <a:lvl2pPr lvl="1" rtl="0">
              <a:spcBef>
                <a:spcPct val="0"/>
              </a:spcBef>
              <a:spcAft>
                <a:spcPct val="0"/>
              </a:spcAft>
              <a:buSzPts val="3500"/>
              <a:buNone/>
              <a:defRPr/>
            </a:lvl2pPr>
            <a:lvl3pPr lvl="2" rtl="0">
              <a:spcBef>
                <a:spcPct val="0"/>
              </a:spcBef>
              <a:spcAft>
                <a:spcPct val="0"/>
              </a:spcAft>
              <a:buSzPts val="3500"/>
              <a:buNone/>
              <a:defRPr/>
            </a:lvl3pPr>
            <a:lvl4pPr lvl="3" rtl="0">
              <a:spcBef>
                <a:spcPct val="0"/>
              </a:spcBef>
              <a:spcAft>
                <a:spcPct val="0"/>
              </a:spcAft>
              <a:buSzPts val="3500"/>
              <a:buNone/>
              <a:defRPr/>
            </a:lvl4pPr>
            <a:lvl5pPr lvl="4" rtl="0">
              <a:spcBef>
                <a:spcPct val="0"/>
              </a:spcBef>
              <a:spcAft>
                <a:spcPct val="0"/>
              </a:spcAft>
              <a:buSzPts val="3500"/>
              <a:buNone/>
              <a:defRPr/>
            </a:lvl5pPr>
            <a:lvl6pPr lvl="5" rtl="0">
              <a:spcBef>
                <a:spcPct val="0"/>
              </a:spcBef>
              <a:spcAft>
                <a:spcPct val="0"/>
              </a:spcAft>
              <a:buSzPts val="3500"/>
              <a:buNone/>
              <a:defRPr/>
            </a:lvl6pPr>
            <a:lvl7pPr lvl="6" rtl="0">
              <a:spcBef>
                <a:spcPct val="0"/>
              </a:spcBef>
              <a:spcAft>
                <a:spcPct val="0"/>
              </a:spcAft>
              <a:buSzPts val="3500"/>
              <a:buNone/>
              <a:defRPr/>
            </a:lvl7pPr>
            <a:lvl8pPr lvl="7" rtl="0">
              <a:spcBef>
                <a:spcPct val="0"/>
              </a:spcBef>
              <a:spcAft>
                <a:spcPct val="0"/>
              </a:spcAft>
              <a:buSzPts val="3500"/>
              <a:buNone/>
              <a:defRPr/>
            </a:lvl8pPr>
            <a:lvl9pPr lvl="8" rtl="0">
              <a:spcBef>
                <a:spcPct val="0"/>
              </a:spcBef>
              <a:spcAft>
                <a:spcPct val="0"/>
              </a:spcAft>
              <a:buSzPts val="3500"/>
              <a:buNone/>
              <a:defRPr/>
            </a:lvl9pPr>
          </a:lstStyle>
          <a:p>
            <a:endParaRPr/>
          </a:p>
        </p:txBody>
      </p:sp>
    </p:spTree>
    <p:extLst>
      <p:ext uri="{BB962C8B-B14F-4D97-AF65-F5344CB8AC3E}">
        <p14:creationId xmlns:p14="http://schemas.microsoft.com/office/powerpoint/2010/main" val="25493441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ct val="0"/>
              </a:spcBef>
              <a:spcAft>
                <a:spcPct val="0"/>
              </a:spcAft>
              <a:buClr>
                <a:schemeClr val="accent2"/>
              </a:buClr>
              <a:buSzPts val="3500"/>
              <a:buFont typeface="Yanone Kaffeesatz"/>
              <a:buNone/>
              <a:defRPr sz="3500" b="1">
                <a:solidFill>
                  <a:schemeClr val="accent2"/>
                </a:solidFill>
                <a:latin typeface="Yanone Kaffeesatz"/>
                <a:ea typeface="Yanone Kaffeesatz"/>
                <a:cs typeface="Yanone Kaffeesatz"/>
                <a:sym typeface="Yanone Kaffeesatz"/>
              </a:defRPr>
            </a:lvl1pPr>
            <a:lvl2pPr lvl="1" rtl="0">
              <a:spcBef>
                <a:spcPct val="0"/>
              </a:spcBef>
              <a:spcAft>
                <a:spcPct val="0"/>
              </a:spcAft>
              <a:buSzPts val="3500"/>
              <a:buFont typeface="Yanone Kaffeesatz"/>
              <a:buNone/>
              <a:defRPr sz="3500" b="1">
                <a:latin typeface="Yanone Kaffeesatz"/>
                <a:ea typeface="Yanone Kaffeesatz"/>
                <a:cs typeface="Yanone Kaffeesatz"/>
                <a:sym typeface="Yanone Kaffeesatz"/>
              </a:defRPr>
            </a:lvl2pPr>
            <a:lvl3pPr lvl="2" rtl="0">
              <a:spcBef>
                <a:spcPct val="0"/>
              </a:spcBef>
              <a:spcAft>
                <a:spcPct val="0"/>
              </a:spcAft>
              <a:buSzPts val="3500"/>
              <a:buFont typeface="Yanone Kaffeesatz"/>
              <a:buNone/>
              <a:defRPr sz="3500" b="1">
                <a:latin typeface="Yanone Kaffeesatz"/>
                <a:ea typeface="Yanone Kaffeesatz"/>
                <a:cs typeface="Yanone Kaffeesatz"/>
                <a:sym typeface="Yanone Kaffeesatz"/>
              </a:defRPr>
            </a:lvl3pPr>
            <a:lvl4pPr lvl="3" rtl="0">
              <a:spcBef>
                <a:spcPct val="0"/>
              </a:spcBef>
              <a:spcAft>
                <a:spcPct val="0"/>
              </a:spcAft>
              <a:buSzPts val="3500"/>
              <a:buFont typeface="Yanone Kaffeesatz"/>
              <a:buNone/>
              <a:defRPr sz="3500" b="1">
                <a:latin typeface="Yanone Kaffeesatz"/>
                <a:ea typeface="Yanone Kaffeesatz"/>
                <a:cs typeface="Yanone Kaffeesatz"/>
                <a:sym typeface="Yanone Kaffeesatz"/>
              </a:defRPr>
            </a:lvl4pPr>
            <a:lvl5pPr lvl="4" rtl="0">
              <a:spcBef>
                <a:spcPct val="0"/>
              </a:spcBef>
              <a:spcAft>
                <a:spcPct val="0"/>
              </a:spcAft>
              <a:buSzPts val="3500"/>
              <a:buFont typeface="Yanone Kaffeesatz"/>
              <a:buNone/>
              <a:defRPr sz="3500" b="1">
                <a:latin typeface="Yanone Kaffeesatz"/>
                <a:ea typeface="Yanone Kaffeesatz"/>
                <a:cs typeface="Yanone Kaffeesatz"/>
                <a:sym typeface="Yanone Kaffeesatz"/>
              </a:defRPr>
            </a:lvl5pPr>
            <a:lvl6pPr lvl="5" rtl="0">
              <a:spcBef>
                <a:spcPct val="0"/>
              </a:spcBef>
              <a:spcAft>
                <a:spcPct val="0"/>
              </a:spcAft>
              <a:buSzPts val="3500"/>
              <a:buFont typeface="Yanone Kaffeesatz"/>
              <a:buNone/>
              <a:defRPr sz="3500" b="1">
                <a:latin typeface="Yanone Kaffeesatz"/>
                <a:ea typeface="Yanone Kaffeesatz"/>
                <a:cs typeface="Yanone Kaffeesatz"/>
                <a:sym typeface="Yanone Kaffeesatz"/>
              </a:defRPr>
            </a:lvl6pPr>
            <a:lvl7pPr lvl="6" rtl="0">
              <a:spcBef>
                <a:spcPct val="0"/>
              </a:spcBef>
              <a:spcAft>
                <a:spcPct val="0"/>
              </a:spcAft>
              <a:buSzPts val="3500"/>
              <a:buFont typeface="Yanone Kaffeesatz"/>
              <a:buNone/>
              <a:defRPr sz="3500" b="1">
                <a:latin typeface="Yanone Kaffeesatz"/>
                <a:ea typeface="Yanone Kaffeesatz"/>
                <a:cs typeface="Yanone Kaffeesatz"/>
                <a:sym typeface="Yanone Kaffeesatz"/>
              </a:defRPr>
            </a:lvl7pPr>
            <a:lvl8pPr lvl="7" rtl="0">
              <a:spcBef>
                <a:spcPct val="0"/>
              </a:spcBef>
              <a:spcAft>
                <a:spcPct val="0"/>
              </a:spcAft>
              <a:buSzPts val="3500"/>
              <a:buFont typeface="Yanone Kaffeesatz"/>
              <a:buNone/>
              <a:defRPr sz="3500" b="1">
                <a:latin typeface="Yanone Kaffeesatz"/>
                <a:ea typeface="Yanone Kaffeesatz"/>
                <a:cs typeface="Yanone Kaffeesatz"/>
                <a:sym typeface="Yanone Kaffeesatz"/>
              </a:defRPr>
            </a:lvl8pPr>
            <a:lvl9pPr lvl="8" rtl="0">
              <a:spcBef>
                <a:spcPct val="0"/>
              </a:spcBef>
              <a:spcAft>
                <a:spcPct val="0"/>
              </a:spcAft>
              <a:buSzPts val="3500"/>
              <a:buFont typeface="Yanone Kaffeesatz"/>
              <a:buNone/>
              <a:defRPr sz="3500" b="1">
                <a:latin typeface="Yanone Kaffeesatz"/>
                <a:ea typeface="Yanone Kaffeesatz"/>
                <a:cs typeface="Yanone Kaffeesatz"/>
                <a:sym typeface="Yanone Kaffeesatz"/>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1pPr>
            <a:lvl2pPr marL="914400" lvl="1"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2pPr>
            <a:lvl3pPr marL="1371600" lvl="2"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3pPr>
            <a:lvl4pPr marL="1828800" lvl="3"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4pPr>
            <a:lvl5pPr marL="2286000" lvl="4"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5pPr>
            <a:lvl6pPr marL="2743200" lvl="5"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6pPr>
            <a:lvl7pPr marL="3200400" lvl="6"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7pPr>
            <a:lvl8pPr marL="3657600" lvl="7"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8pPr>
            <a:lvl9pPr marL="4114800" lvl="8" indent="-317500">
              <a:lnSpc>
                <a:spcPct val="100000"/>
              </a:lnSpc>
              <a:spcBef>
                <a:spcPct val="0"/>
              </a:spcBef>
              <a:spcAft>
                <a:spcPct val="0"/>
              </a:spcAft>
              <a:buClr>
                <a:schemeClr val="accent2"/>
              </a:buClr>
              <a:buSzPts val="1400"/>
              <a:buFont typeface="Oxygen"/>
              <a:buChar char="■"/>
              <a:defRPr>
                <a:solidFill>
                  <a:schemeClr val="accent2"/>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7" r:id="rId3"/>
    <p:sldLayoutId id="2147483669" r:id="rId4"/>
    <p:sldLayoutId id="2147483681" r:id="rId5"/>
    <p:sldLayoutId id="2147483684" r:id="rId6"/>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6895" indent="-213995"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slide" Target="slide2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slide" Target="slide21.xml"/></Relationships>
</file>

<file path=ppt/slides/_rels/slide17.xml.rels><?xml version="1.0" encoding="UTF-8" standalone="yes"?>
<Relationships xmlns="http://schemas.openxmlformats.org/package/2006/relationships"><Relationship Id="rId3" Type="http://schemas.openxmlformats.org/officeDocument/2006/relationships/hyperlink" Target="http://10.135.48.113:3200/login?redirect=/dashboard/analysi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slide" Target="slide16.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720"/>
        <p:cNvGrpSpPr/>
        <p:nvPr/>
      </p:nvGrpSpPr>
      <p:grpSpPr>
        <a:xfrm>
          <a:off x="0" y="0"/>
          <a:ext cx="0" cy="0"/>
          <a:chOff x="0" y="0"/>
          <a:chExt cx="0" cy="0"/>
        </a:xfrm>
      </p:grpSpPr>
      <p:grpSp>
        <p:nvGrpSpPr>
          <p:cNvPr id="721" name="Google Shape;721;p45"/>
          <p:cNvGrpSpPr/>
          <p:nvPr/>
        </p:nvGrpSpPr>
        <p:grpSpPr>
          <a:xfrm>
            <a:off x="7107935" y="1715050"/>
            <a:ext cx="1303724" cy="2807152"/>
            <a:chOff x="7107935" y="1715050"/>
            <a:chExt cx="1303724" cy="2807152"/>
          </a:xfrm>
        </p:grpSpPr>
        <p:sp>
          <p:nvSpPr>
            <p:cNvPr id="722" name="Google Shape;722;p45"/>
            <p:cNvSpPr/>
            <p:nvPr/>
          </p:nvSpPr>
          <p:spPr>
            <a:xfrm rot="-1174957">
              <a:off x="8034305" y="2562258"/>
              <a:ext cx="227350" cy="377087"/>
            </a:xfrm>
            <a:prstGeom prst="triangle">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23" name="Google Shape;723;p45"/>
            <p:cNvSpPr/>
            <p:nvPr/>
          </p:nvSpPr>
          <p:spPr>
            <a:xfrm>
              <a:off x="7762275" y="2398250"/>
              <a:ext cx="153300" cy="200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724" name="Google Shape;724;p45"/>
            <p:cNvGrpSpPr/>
            <p:nvPr/>
          </p:nvGrpSpPr>
          <p:grpSpPr>
            <a:xfrm>
              <a:off x="7107935" y="1715050"/>
              <a:ext cx="1303724" cy="2807152"/>
              <a:chOff x="7107935" y="1644875"/>
              <a:chExt cx="1303724" cy="2807152"/>
            </a:xfrm>
          </p:grpSpPr>
          <p:sp>
            <p:nvSpPr>
              <p:cNvPr id="725" name="Google Shape;725;p45"/>
              <p:cNvSpPr/>
              <p:nvPr/>
            </p:nvSpPr>
            <p:spPr>
              <a:xfrm>
                <a:off x="8031880" y="2362879"/>
                <a:ext cx="283970" cy="494930"/>
              </a:xfrm>
              <a:custGeom>
                <a:avLst/>
                <a:gdLst/>
                <a:ahLst/>
                <a:cxnLst/>
                <a:rect l="l" t="t" r="r" b="b"/>
                <a:pathLst>
                  <a:path w="3450" h="6013" extrusionOk="0">
                    <a:moveTo>
                      <a:pt x="1" y="1"/>
                    </a:moveTo>
                    <a:lnTo>
                      <a:pt x="2381" y="6013"/>
                    </a:lnTo>
                    <a:cubicBezTo>
                      <a:pt x="3450" y="5581"/>
                      <a:pt x="3450" y="2988"/>
                      <a:pt x="3450" y="2988"/>
                    </a:cubicBezTo>
                    <a:cubicBezTo>
                      <a:pt x="3450" y="2988"/>
                      <a:pt x="2630" y="1802"/>
                      <a:pt x="1897" y="1004"/>
                    </a:cubicBezTo>
                    <a:cubicBezTo>
                      <a:pt x="1165" y="184"/>
                      <a:pt x="1"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26" name="Google Shape;726;p45"/>
              <p:cNvSpPr/>
              <p:nvPr/>
            </p:nvSpPr>
            <p:spPr>
              <a:xfrm>
                <a:off x="8027106" y="2355059"/>
                <a:ext cx="296563" cy="507606"/>
              </a:xfrm>
              <a:custGeom>
                <a:avLst/>
                <a:gdLst/>
                <a:ahLst/>
                <a:cxnLst/>
                <a:rect l="l" t="t" r="r" b="b"/>
                <a:pathLst>
                  <a:path w="3602" h="6167" extrusionOk="0">
                    <a:moveTo>
                      <a:pt x="96" y="1"/>
                    </a:moveTo>
                    <a:cubicBezTo>
                      <a:pt x="59" y="1"/>
                      <a:pt x="0" y="30"/>
                      <a:pt x="0" y="67"/>
                    </a:cubicBezTo>
                    <a:cubicBezTo>
                      <a:pt x="0" y="96"/>
                      <a:pt x="30" y="154"/>
                      <a:pt x="59" y="154"/>
                    </a:cubicBezTo>
                    <a:cubicBezTo>
                      <a:pt x="59" y="154"/>
                      <a:pt x="1194" y="367"/>
                      <a:pt x="1889" y="1128"/>
                    </a:cubicBezTo>
                    <a:cubicBezTo>
                      <a:pt x="2592" y="1861"/>
                      <a:pt x="3354" y="2959"/>
                      <a:pt x="3449" y="3113"/>
                    </a:cubicBezTo>
                    <a:cubicBezTo>
                      <a:pt x="3449" y="3362"/>
                      <a:pt x="3354" y="5646"/>
                      <a:pt x="2409" y="6042"/>
                    </a:cubicBezTo>
                    <a:cubicBezTo>
                      <a:pt x="2380" y="6042"/>
                      <a:pt x="2380" y="6071"/>
                      <a:pt x="2380" y="6137"/>
                    </a:cubicBezTo>
                    <a:cubicBezTo>
                      <a:pt x="2380" y="6137"/>
                      <a:pt x="2409" y="6166"/>
                      <a:pt x="2439" y="6166"/>
                    </a:cubicBezTo>
                    <a:lnTo>
                      <a:pt x="2475" y="6166"/>
                    </a:lnTo>
                    <a:cubicBezTo>
                      <a:pt x="3574" y="5741"/>
                      <a:pt x="3603" y="3208"/>
                      <a:pt x="3603" y="3083"/>
                    </a:cubicBezTo>
                    <a:lnTo>
                      <a:pt x="3574" y="3054"/>
                    </a:lnTo>
                    <a:cubicBezTo>
                      <a:pt x="3574" y="3054"/>
                      <a:pt x="2746" y="1831"/>
                      <a:pt x="2014" y="1040"/>
                    </a:cubicBezTo>
                    <a:cubicBezTo>
                      <a:pt x="1252" y="250"/>
                      <a:pt x="125" y="30"/>
                      <a:pt x="9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27" name="Google Shape;727;p45"/>
              <p:cNvSpPr/>
              <p:nvPr/>
            </p:nvSpPr>
            <p:spPr>
              <a:xfrm>
                <a:off x="8001754" y="3068700"/>
                <a:ext cx="85685" cy="76384"/>
              </a:xfrm>
              <a:custGeom>
                <a:avLst/>
                <a:gdLst/>
                <a:ahLst/>
                <a:cxnLst/>
                <a:rect l="l" t="t" r="r" b="b"/>
                <a:pathLst>
                  <a:path w="1041" h="926" extrusionOk="0">
                    <a:moveTo>
                      <a:pt x="704" y="0"/>
                    </a:moveTo>
                    <a:cubicBezTo>
                      <a:pt x="462" y="183"/>
                      <a:pt x="250" y="396"/>
                      <a:pt x="96" y="667"/>
                    </a:cubicBezTo>
                    <a:cubicBezTo>
                      <a:pt x="37" y="762"/>
                      <a:pt x="1" y="879"/>
                      <a:pt x="96" y="916"/>
                    </a:cubicBezTo>
                    <a:cubicBezTo>
                      <a:pt x="113" y="924"/>
                      <a:pt x="130" y="928"/>
                      <a:pt x="148" y="928"/>
                    </a:cubicBezTo>
                    <a:cubicBezTo>
                      <a:pt x="192" y="928"/>
                      <a:pt x="237" y="905"/>
                      <a:pt x="279" y="879"/>
                    </a:cubicBezTo>
                    <a:cubicBezTo>
                      <a:pt x="521" y="696"/>
                      <a:pt x="799" y="550"/>
                      <a:pt x="1041" y="367"/>
                    </a:cubicBezTo>
                    <a:lnTo>
                      <a:pt x="7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28" name="Google Shape;728;p45"/>
              <p:cNvSpPr/>
              <p:nvPr/>
            </p:nvSpPr>
            <p:spPr>
              <a:xfrm>
                <a:off x="7996980" y="3063268"/>
                <a:ext cx="98278" cy="88072"/>
              </a:xfrm>
              <a:custGeom>
                <a:avLst/>
                <a:gdLst/>
                <a:ahLst/>
                <a:cxnLst/>
                <a:rect l="l" t="t" r="r" b="b"/>
                <a:pathLst>
                  <a:path w="1194" h="1070" extrusionOk="0">
                    <a:moveTo>
                      <a:pt x="732" y="0"/>
                    </a:moveTo>
                    <a:cubicBezTo>
                      <a:pt x="462" y="184"/>
                      <a:pt x="242" y="433"/>
                      <a:pt x="95" y="703"/>
                    </a:cubicBezTo>
                    <a:cubicBezTo>
                      <a:pt x="59" y="733"/>
                      <a:pt x="0" y="857"/>
                      <a:pt x="29" y="945"/>
                    </a:cubicBezTo>
                    <a:cubicBezTo>
                      <a:pt x="59" y="982"/>
                      <a:pt x="95" y="1011"/>
                      <a:pt x="125" y="1040"/>
                    </a:cubicBezTo>
                    <a:cubicBezTo>
                      <a:pt x="154" y="1040"/>
                      <a:pt x="183" y="1070"/>
                      <a:pt x="183" y="1070"/>
                    </a:cubicBezTo>
                    <a:cubicBezTo>
                      <a:pt x="278" y="1070"/>
                      <a:pt x="337" y="1011"/>
                      <a:pt x="366" y="982"/>
                    </a:cubicBezTo>
                    <a:lnTo>
                      <a:pt x="1128" y="491"/>
                    </a:lnTo>
                    <a:cubicBezTo>
                      <a:pt x="1157" y="462"/>
                      <a:pt x="1194" y="433"/>
                      <a:pt x="1157" y="396"/>
                    </a:cubicBezTo>
                    <a:cubicBezTo>
                      <a:pt x="1136" y="375"/>
                      <a:pt x="1116" y="354"/>
                      <a:pt x="1095" y="354"/>
                    </a:cubicBezTo>
                    <a:cubicBezTo>
                      <a:pt x="1086" y="354"/>
                      <a:pt x="1078" y="358"/>
                      <a:pt x="1069" y="367"/>
                    </a:cubicBezTo>
                    <a:lnTo>
                      <a:pt x="278" y="887"/>
                    </a:lnTo>
                    <a:cubicBezTo>
                      <a:pt x="242" y="916"/>
                      <a:pt x="213" y="916"/>
                      <a:pt x="183" y="916"/>
                    </a:cubicBezTo>
                    <a:lnTo>
                      <a:pt x="183" y="887"/>
                    </a:lnTo>
                    <a:cubicBezTo>
                      <a:pt x="154" y="887"/>
                      <a:pt x="183" y="828"/>
                      <a:pt x="213" y="762"/>
                    </a:cubicBezTo>
                    <a:cubicBezTo>
                      <a:pt x="366" y="520"/>
                      <a:pt x="549" y="279"/>
                      <a:pt x="828" y="125"/>
                    </a:cubicBezTo>
                    <a:cubicBezTo>
                      <a:pt x="857" y="96"/>
                      <a:pt x="857" y="66"/>
                      <a:pt x="828" y="30"/>
                    </a:cubicBezTo>
                    <a:cubicBezTo>
                      <a:pt x="828" y="0"/>
                      <a:pt x="762" y="0"/>
                      <a:pt x="7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29" name="Google Shape;729;p45"/>
              <p:cNvSpPr/>
              <p:nvPr/>
            </p:nvSpPr>
            <p:spPr>
              <a:xfrm>
                <a:off x="8097647" y="3144015"/>
                <a:ext cx="2469" cy="7326"/>
              </a:xfrm>
              <a:custGeom>
                <a:avLst/>
                <a:gdLst/>
                <a:ahLst/>
                <a:cxnLst/>
                <a:rect l="l" t="t" r="r" b="b"/>
                <a:pathLst>
                  <a:path w="30" h="89" extrusionOk="0">
                    <a:moveTo>
                      <a:pt x="0" y="89"/>
                    </a:moveTo>
                    <a:cubicBezTo>
                      <a:pt x="29" y="30"/>
                      <a:pt x="29" y="1"/>
                      <a:pt x="29" y="1"/>
                    </a:cubicBezTo>
                    <a:cubicBezTo>
                      <a:pt x="29" y="1"/>
                      <a:pt x="29" y="30"/>
                      <a:pt x="0" y="8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0" name="Google Shape;730;p45"/>
              <p:cNvSpPr/>
              <p:nvPr/>
            </p:nvSpPr>
            <p:spPr>
              <a:xfrm>
                <a:off x="8092214" y="3138583"/>
                <a:ext cx="15145" cy="17614"/>
              </a:xfrm>
              <a:custGeom>
                <a:avLst/>
                <a:gdLst/>
                <a:ahLst/>
                <a:cxnLst/>
                <a:rect l="l" t="t" r="r" b="b"/>
                <a:pathLst>
                  <a:path w="184" h="214" extrusionOk="0">
                    <a:moveTo>
                      <a:pt x="125" y="1"/>
                    </a:moveTo>
                    <a:cubicBezTo>
                      <a:pt x="95" y="1"/>
                      <a:pt x="66" y="1"/>
                      <a:pt x="37" y="30"/>
                    </a:cubicBezTo>
                    <a:cubicBezTo>
                      <a:pt x="37" y="30"/>
                      <a:pt x="37" y="96"/>
                      <a:pt x="0" y="125"/>
                    </a:cubicBezTo>
                    <a:cubicBezTo>
                      <a:pt x="0" y="155"/>
                      <a:pt x="0" y="213"/>
                      <a:pt x="37" y="213"/>
                    </a:cubicBezTo>
                    <a:lnTo>
                      <a:pt x="66" y="213"/>
                    </a:lnTo>
                    <a:cubicBezTo>
                      <a:pt x="95" y="213"/>
                      <a:pt x="125" y="213"/>
                      <a:pt x="125" y="184"/>
                    </a:cubicBezTo>
                    <a:cubicBezTo>
                      <a:pt x="154" y="125"/>
                      <a:pt x="154" y="96"/>
                      <a:pt x="154" y="96"/>
                    </a:cubicBezTo>
                    <a:cubicBezTo>
                      <a:pt x="183" y="67"/>
                      <a:pt x="154" y="30"/>
                      <a:pt x="1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1" name="Google Shape;731;p45"/>
              <p:cNvSpPr/>
              <p:nvPr/>
            </p:nvSpPr>
            <p:spPr>
              <a:xfrm>
                <a:off x="8016817" y="2955357"/>
                <a:ext cx="158611" cy="270800"/>
              </a:xfrm>
              <a:custGeom>
                <a:avLst/>
                <a:gdLst/>
                <a:ahLst/>
                <a:cxnLst/>
                <a:rect l="l" t="t" r="r" b="b"/>
                <a:pathLst>
                  <a:path w="1927" h="3290" extrusionOk="0">
                    <a:moveTo>
                      <a:pt x="953" y="1"/>
                    </a:moveTo>
                    <a:cubicBezTo>
                      <a:pt x="674" y="338"/>
                      <a:pt x="521" y="579"/>
                      <a:pt x="521" y="609"/>
                    </a:cubicBezTo>
                    <a:lnTo>
                      <a:pt x="491" y="645"/>
                    </a:lnTo>
                    <a:cubicBezTo>
                      <a:pt x="491" y="645"/>
                      <a:pt x="67" y="1341"/>
                      <a:pt x="462" y="1861"/>
                    </a:cubicBezTo>
                    <a:cubicBezTo>
                      <a:pt x="462" y="1861"/>
                      <a:pt x="1" y="2900"/>
                      <a:pt x="125" y="2959"/>
                    </a:cubicBezTo>
                    <a:cubicBezTo>
                      <a:pt x="130" y="2961"/>
                      <a:pt x="135" y="2963"/>
                      <a:pt x="140" y="2963"/>
                    </a:cubicBezTo>
                    <a:cubicBezTo>
                      <a:pt x="281" y="2963"/>
                      <a:pt x="677" y="2165"/>
                      <a:pt x="733" y="2073"/>
                    </a:cubicBezTo>
                    <a:lnTo>
                      <a:pt x="733" y="2073"/>
                    </a:lnTo>
                    <a:cubicBezTo>
                      <a:pt x="674" y="2198"/>
                      <a:pt x="250" y="3142"/>
                      <a:pt x="433" y="3171"/>
                    </a:cubicBezTo>
                    <a:cubicBezTo>
                      <a:pt x="616" y="3171"/>
                      <a:pt x="887" y="2593"/>
                      <a:pt x="982" y="2381"/>
                    </a:cubicBezTo>
                    <a:lnTo>
                      <a:pt x="982" y="2381"/>
                    </a:lnTo>
                    <a:cubicBezTo>
                      <a:pt x="887" y="2622"/>
                      <a:pt x="645" y="3208"/>
                      <a:pt x="799" y="3267"/>
                    </a:cubicBezTo>
                    <a:cubicBezTo>
                      <a:pt x="804" y="3269"/>
                      <a:pt x="810" y="3271"/>
                      <a:pt x="816" y="3271"/>
                    </a:cubicBezTo>
                    <a:cubicBezTo>
                      <a:pt x="936" y="3271"/>
                      <a:pt x="1140" y="2708"/>
                      <a:pt x="1224" y="2505"/>
                    </a:cubicBezTo>
                    <a:lnTo>
                      <a:pt x="1224" y="2505"/>
                    </a:lnTo>
                    <a:cubicBezTo>
                      <a:pt x="1145" y="2722"/>
                      <a:pt x="959" y="3289"/>
                      <a:pt x="1125" y="3289"/>
                    </a:cubicBezTo>
                    <a:cubicBezTo>
                      <a:pt x="1143" y="3289"/>
                      <a:pt x="1166" y="3282"/>
                      <a:pt x="1194" y="3267"/>
                    </a:cubicBezTo>
                    <a:cubicBezTo>
                      <a:pt x="1194" y="3267"/>
                      <a:pt x="1436" y="2747"/>
                      <a:pt x="1590" y="2410"/>
                    </a:cubicBezTo>
                    <a:cubicBezTo>
                      <a:pt x="1714" y="2073"/>
                      <a:pt x="1802" y="1041"/>
                      <a:pt x="1802" y="1041"/>
                    </a:cubicBezTo>
                    <a:cubicBezTo>
                      <a:pt x="1831" y="1011"/>
                      <a:pt x="1868" y="975"/>
                      <a:pt x="1927" y="945"/>
                    </a:cubicBezTo>
                    <a:cubicBezTo>
                      <a:pt x="1648" y="579"/>
                      <a:pt x="1319" y="279"/>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2" name="Google Shape;732;p45"/>
              <p:cNvSpPr/>
              <p:nvPr/>
            </p:nvSpPr>
            <p:spPr>
              <a:xfrm>
                <a:off x="8009574" y="2948772"/>
                <a:ext cx="173098" cy="282735"/>
              </a:xfrm>
              <a:custGeom>
                <a:avLst/>
                <a:gdLst/>
                <a:ahLst/>
                <a:cxnLst/>
                <a:rect l="l" t="t" r="r" b="b"/>
                <a:pathLst>
                  <a:path w="2103" h="3435" extrusionOk="0">
                    <a:moveTo>
                      <a:pt x="1041" y="176"/>
                    </a:moveTo>
                    <a:cubicBezTo>
                      <a:pt x="1370" y="418"/>
                      <a:pt x="1678" y="689"/>
                      <a:pt x="1919" y="996"/>
                    </a:cubicBezTo>
                    <a:cubicBezTo>
                      <a:pt x="1890" y="1025"/>
                      <a:pt x="1861" y="1025"/>
                      <a:pt x="1861" y="1055"/>
                    </a:cubicBezTo>
                    <a:cubicBezTo>
                      <a:pt x="1832" y="1055"/>
                      <a:pt x="1832" y="1091"/>
                      <a:pt x="1832" y="1091"/>
                    </a:cubicBezTo>
                    <a:cubicBezTo>
                      <a:pt x="1832" y="1121"/>
                      <a:pt x="1736" y="2153"/>
                      <a:pt x="1619" y="2461"/>
                    </a:cubicBezTo>
                    <a:cubicBezTo>
                      <a:pt x="1495" y="2768"/>
                      <a:pt x="1282" y="3193"/>
                      <a:pt x="1253" y="3288"/>
                    </a:cubicBezTo>
                    <a:lnTo>
                      <a:pt x="1224" y="3288"/>
                    </a:lnTo>
                    <a:cubicBezTo>
                      <a:pt x="1187" y="3222"/>
                      <a:pt x="1224" y="3010"/>
                      <a:pt x="1370" y="2614"/>
                    </a:cubicBezTo>
                    <a:cubicBezTo>
                      <a:pt x="1407" y="2556"/>
                      <a:pt x="1370" y="2519"/>
                      <a:pt x="1341" y="2519"/>
                    </a:cubicBezTo>
                    <a:lnTo>
                      <a:pt x="1312" y="2519"/>
                    </a:lnTo>
                    <a:cubicBezTo>
                      <a:pt x="1282" y="2519"/>
                      <a:pt x="1253" y="2519"/>
                      <a:pt x="1253" y="2556"/>
                    </a:cubicBezTo>
                    <a:lnTo>
                      <a:pt x="1253" y="2585"/>
                    </a:lnTo>
                    <a:cubicBezTo>
                      <a:pt x="1041" y="3068"/>
                      <a:pt x="946" y="3222"/>
                      <a:pt x="916" y="3251"/>
                    </a:cubicBezTo>
                    <a:cubicBezTo>
                      <a:pt x="887" y="3193"/>
                      <a:pt x="946" y="2951"/>
                      <a:pt x="1129" y="2490"/>
                    </a:cubicBezTo>
                    <a:cubicBezTo>
                      <a:pt x="1158" y="2431"/>
                      <a:pt x="1158" y="2402"/>
                      <a:pt x="1158" y="2402"/>
                    </a:cubicBezTo>
                    <a:cubicBezTo>
                      <a:pt x="1187" y="2373"/>
                      <a:pt x="1158" y="2336"/>
                      <a:pt x="1129" y="2307"/>
                    </a:cubicBezTo>
                    <a:cubicBezTo>
                      <a:pt x="1099" y="2307"/>
                      <a:pt x="1070" y="2307"/>
                      <a:pt x="1041" y="2336"/>
                    </a:cubicBezTo>
                    <a:cubicBezTo>
                      <a:pt x="1041" y="2336"/>
                      <a:pt x="1041" y="2402"/>
                      <a:pt x="1004" y="2431"/>
                    </a:cubicBezTo>
                    <a:cubicBezTo>
                      <a:pt x="762" y="2951"/>
                      <a:pt x="609" y="3164"/>
                      <a:pt x="550" y="3164"/>
                    </a:cubicBezTo>
                    <a:cubicBezTo>
                      <a:pt x="492" y="3039"/>
                      <a:pt x="792" y="2373"/>
                      <a:pt x="887" y="2190"/>
                    </a:cubicBezTo>
                    <a:cubicBezTo>
                      <a:pt x="887" y="2153"/>
                      <a:pt x="887" y="2094"/>
                      <a:pt x="858" y="2094"/>
                    </a:cubicBezTo>
                    <a:cubicBezTo>
                      <a:pt x="847" y="2086"/>
                      <a:pt x="834" y="2082"/>
                      <a:pt x="822" y="2082"/>
                    </a:cubicBezTo>
                    <a:cubicBezTo>
                      <a:pt x="792" y="2082"/>
                      <a:pt x="762" y="2103"/>
                      <a:pt x="762" y="2124"/>
                    </a:cubicBezTo>
                    <a:cubicBezTo>
                      <a:pt x="762" y="2124"/>
                      <a:pt x="733" y="2153"/>
                      <a:pt x="704" y="2219"/>
                    </a:cubicBezTo>
                    <a:cubicBezTo>
                      <a:pt x="455" y="2702"/>
                      <a:pt x="338" y="2885"/>
                      <a:pt x="272" y="2951"/>
                    </a:cubicBezTo>
                    <a:cubicBezTo>
                      <a:pt x="272" y="2797"/>
                      <a:pt x="426" y="2336"/>
                      <a:pt x="609" y="1970"/>
                    </a:cubicBezTo>
                    <a:cubicBezTo>
                      <a:pt x="609" y="1941"/>
                      <a:pt x="609" y="1941"/>
                      <a:pt x="579" y="1911"/>
                    </a:cubicBezTo>
                    <a:cubicBezTo>
                      <a:pt x="243" y="1421"/>
                      <a:pt x="638" y="754"/>
                      <a:pt x="638" y="754"/>
                    </a:cubicBezTo>
                    <a:lnTo>
                      <a:pt x="675" y="725"/>
                    </a:lnTo>
                    <a:cubicBezTo>
                      <a:pt x="675" y="689"/>
                      <a:pt x="821" y="476"/>
                      <a:pt x="1041" y="176"/>
                    </a:cubicBezTo>
                    <a:close/>
                    <a:moveTo>
                      <a:pt x="1022" y="0"/>
                    </a:moveTo>
                    <a:cubicBezTo>
                      <a:pt x="1006" y="0"/>
                      <a:pt x="989" y="8"/>
                      <a:pt x="975" y="22"/>
                    </a:cubicBezTo>
                    <a:cubicBezTo>
                      <a:pt x="792" y="264"/>
                      <a:pt x="550" y="630"/>
                      <a:pt x="550" y="659"/>
                    </a:cubicBezTo>
                    <a:lnTo>
                      <a:pt x="550" y="689"/>
                    </a:lnTo>
                    <a:cubicBezTo>
                      <a:pt x="521" y="725"/>
                      <a:pt x="89" y="1391"/>
                      <a:pt x="455" y="1970"/>
                    </a:cubicBezTo>
                    <a:cubicBezTo>
                      <a:pt x="1" y="3010"/>
                      <a:pt x="155" y="3068"/>
                      <a:pt x="184" y="3105"/>
                    </a:cubicBezTo>
                    <a:cubicBezTo>
                      <a:pt x="198" y="3112"/>
                      <a:pt x="213" y="3115"/>
                      <a:pt x="230" y="3115"/>
                    </a:cubicBezTo>
                    <a:cubicBezTo>
                      <a:pt x="287" y="3115"/>
                      <a:pt x="358" y="3076"/>
                      <a:pt x="426" y="2980"/>
                    </a:cubicBezTo>
                    <a:lnTo>
                      <a:pt x="426" y="2980"/>
                    </a:lnTo>
                    <a:cubicBezTo>
                      <a:pt x="396" y="3105"/>
                      <a:pt x="396" y="3193"/>
                      <a:pt x="426" y="3251"/>
                    </a:cubicBezTo>
                    <a:cubicBezTo>
                      <a:pt x="455" y="3288"/>
                      <a:pt x="492" y="3317"/>
                      <a:pt x="521" y="3317"/>
                    </a:cubicBezTo>
                    <a:cubicBezTo>
                      <a:pt x="609" y="3317"/>
                      <a:pt x="675" y="3251"/>
                      <a:pt x="762" y="3134"/>
                    </a:cubicBezTo>
                    <a:lnTo>
                      <a:pt x="762" y="3134"/>
                    </a:lnTo>
                    <a:cubicBezTo>
                      <a:pt x="733" y="3347"/>
                      <a:pt x="821" y="3376"/>
                      <a:pt x="858" y="3405"/>
                    </a:cubicBezTo>
                    <a:lnTo>
                      <a:pt x="946" y="3405"/>
                    </a:lnTo>
                    <a:cubicBezTo>
                      <a:pt x="975" y="3376"/>
                      <a:pt x="1041" y="3347"/>
                      <a:pt x="1070" y="3251"/>
                    </a:cubicBezTo>
                    <a:cubicBezTo>
                      <a:pt x="1099" y="3347"/>
                      <a:pt x="1129" y="3376"/>
                      <a:pt x="1129" y="3405"/>
                    </a:cubicBezTo>
                    <a:cubicBezTo>
                      <a:pt x="1158" y="3405"/>
                      <a:pt x="1187" y="3434"/>
                      <a:pt x="1224" y="3434"/>
                    </a:cubicBezTo>
                    <a:cubicBezTo>
                      <a:pt x="1253" y="3434"/>
                      <a:pt x="1282" y="3405"/>
                      <a:pt x="1341" y="3405"/>
                    </a:cubicBezTo>
                    <a:lnTo>
                      <a:pt x="1341" y="3376"/>
                    </a:lnTo>
                    <a:cubicBezTo>
                      <a:pt x="1341" y="3347"/>
                      <a:pt x="1590" y="2856"/>
                      <a:pt x="1736" y="2519"/>
                    </a:cubicBezTo>
                    <a:cubicBezTo>
                      <a:pt x="1861" y="2219"/>
                      <a:pt x="1956" y="1333"/>
                      <a:pt x="1956" y="1150"/>
                    </a:cubicBezTo>
                    <a:cubicBezTo>
                      <a:pt x="1985" y="1121"/>
                      <a:pt x="2015" y="1121"/>
                      <a:pt x="2044" y="1091"/>
                    </a:cubicBezTo>
                    <a:cubicBezTo>
                      <a:pt x="2073" y="1091"/>
                      <a:pt x="2073" y="1055"/>
                      <a:pt x="2102" y="1025"/>
                    </a:cubicBezTo>
                    <a:lnTo>
                      <a:pt x="2073" y="996"/>
                    </a:lnTo>
                    <a:cubicBezTo>
                      <a:pt x="1802" y="601"/>
                      <a:pt x="1436" y="293"/>
                      <a:pt x="1070" y="22"/>
                    </a:cubicBezTo>
                    <a:cubicBezTo>
                      <a:pt x="1055" y="8"/>
                      <a:pt x="1039" y="0"/>
                      <a:pt x="10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3" name="Google Shape;733;p45"/>
              <p:cNvSpPr/>
              <p:nvPr/>
            </p:nvSpPr>
            <p:spPr>
              <a:xfrm>
                <a:off x="8084971" y="2608826"/>
                <a:ext cx="318869" cy="424390"/>
              </a:xfrm>
              <a:custGeom>
                <a:avLst/>
                <a:gdLst/>
                <a:ahLst/>
                <a:cxnLst/>
                <a:rect l="l" t="t" r="r" b="b"/>
                <a:pathLst>
                  <a:path w="3874" h="5156" extrusionOk="0">
                    <a:moveTo>
                      <a:pt x="2805" y="0"/>
                    </a:moveTo>
                    <a:lnTo>
                      <a:pt x="1465" y="2168"/>
                    </a:lnTo>
                    <a:cubicBezTo>
                      <a:pt x="916" y="2688"/>
                      <a:pt x="337" y="3479"/>
                      <a:pt x="0" y="4181"/>
                    </a:cubicBezTo>
                    <a:cubicBezTo>
                      <a:pt x="396" y="4452"/>
                      <a:pt x="820" y="4789"/>
                      <a:pt x="1099" y="5155"/>
                    </a:cubicBezTo>
                    <a:cubicBezTo>
                      <a:pt x="1677" y="4789"/>
                      <a:pt x="2900" y="3903"/>
                      <a:pt x="3383" y="3237"/>
                    </a:cubicBezTo>
                    <a:cubicBezTo>
                      <a:pt x="3874" y="2505"/>
                      <a:pt x="3420" y="762"/>
                      <a:pt x="28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4" name="Google Shape;734;p45"/>
              <p:cNvSpPr/>
              <p:nvPr/>
            </p:nvSpPr>
            <p:spPr>
              <a:xfrm>
                <a:off x="8080115" y="2603969"/>
                <a:ext cx="331545" cy="434679"/>
              </a:xfrm>
              <a:custGeom>
                <a:avLst/>
                <a:gdLst/>
                <a:ahLst/>
                <a:cxnLst/>
                <a:rect l="l" t="t" r="r" b="b"/>
                <a:pathLst>
                  <a:path w="4027" h="5281" extrusionOk="0">
                    <a:moveTo>
                      <a:pt x="2834" y="1"/>
                    </a:moveTo>
                    <a:cubicBezTo>
                      <a:pt x="2805" y="30"/>
                      <a:pt x="2805" y="89"/>
                      <a:pt x="2834" y="118"/>
                    </a:cubicBezTo>
                    <a:cubicBezTo>
                      <a:pt x="3384" y="850"/>
                      <a:pt x="3874" y="2534"/>
                      <a:pt x="3384" y="3230"/>
                    </a:cubicBezTo>
                    <a:cubicBezTo>
                      <a:pt x="2930" y="3874"/>
                      <a:pt x="1831" y="4731"/>
                      <a:pt x="1187" y="5127"/>
                    </a:cubicBezTo>
                    <a:cubicBezTo>
                      <a:pt x="945" y="4848"/>
                      <a:pt x="608" y="4548"/>
                      <a:pt x="147" y="4240"/>
                    </a:cubicBezTo>
                    <a:cubicBezTo>
                      <a:pt x="484" y="3567"/>
                      <a:pt x="1004" y="2835"/>
                      <a:pt x="1582" y="2285"/>
                    </a:cubicBezTo>
                    <a:lnTo>
                      <a:pt x="1582" y="2198"/>
                    </a:lnTo>
                    <a:cubicBezTo>
                      <a:pt x="1568" y="2183"/>
                      <a:pt x="1546" y="2176"/>
                      <a:pt x="1524" y="2176"/>
                    </a:cubicBezTo>
                    <a:cubicBezTo>
                      <a:pt x="1502" y="2176"/>
                      <a:pt x="1480" y="2183"/>
                      <a:pt x="1465" y="2198"/>
                    </a:cubicBezTo>
                    <a:cubicBezTo>
                      <a:pt x="879" y="2747"/>
                      <a:pt x="330" y="3538"/>
                      <a:pt x="1" y="4211"/>
                    </a:cubicBezTo>
                    <a:cubicBezTo>
                      <a:pt x="1" y="4240"/>
                      <a:pt x="1" y="4299"/>
                      <a:pt x="30" y="4299"/>
                    </a:cubicBezTo>
                    <a:cubicBezTo>
                      <a:pt x="550" y="4665"/>
                      <a:pt x="879" y="4973"/>
                      <a:pt x="1128" y="5244"/>
                    </a:cubicBezTo>
                    <a:cubicBezTo>
                      <a:pt x="1128" y="5280"/>
                      <a:pt x="1158" y="5280"/>
                      <a:pt x="1158" y="5280"/>
                    </a:cubicBezTo>
                    <a:lnTo>
                      <a:pt x="1187" y="5280"/>
                    </a:lnTo>
                    <a:cubicBezTo>
                      <a:pt x="1861" y="4878"/>
                      <a:pt x="3018" y="3999"/>
                      <a:pt x="3479" y="3325"/>
                    </a:cubicBezTo>
                    <a:cubicBezTo>
                      <a:pt x="4028" y="2564"/>
                      <a:pt x="3508" y="792"/>
                      <a:pt x="2930" y="30"/>
                    </a:cubicBezTo>
                    <a:cubicBezTo>
                      <a:pt x="2893" y="1"/>
                      <a:pt x="2864" y="1"/>
                      <a:pt x="28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5" name="Google Shape;735;p45"/>
              <p:cNvSpPr/>
              <p:nvPr/>
            </p:nvSpPr>
            <p:spPr>
              <a:xfrm>
                <a:off x="8067439" y="2905394"/>
                <a:ext cx="130297" cy="110378"/>
              </a:xfrm>
              <a:custGeom>
                <a:avLst/>
                <a:gdLst/>
                <a:ahLst/>
                <a:cxnLst/>
                <a:rect l="l" t="t" r="r" b="b"/>
                <a:pathLst>
                  <a:path w="1583" h="1341" extrusionOk="0">
                    <a:moveTo>
                      <a:pt x="367" y="0"/>
                    </a:moveTo>
                    <a:lnTo>
                      <a:pt x="1" y="608"/>
                    </a:lnTo>
                    <a:cubicBezTo>
                      <a:pt x="1" y="608"/>
                      <a:pt x="667" y="945"/>
                      <a:pt x="1099" y="1340"/>
                    </a:cubicBezTo>
                    <a:lnTo>
                      <a:pt x="1583" y="703"/>
                    </a:lnTo>
                    <a:cubicBezTo>
                      <a:pt x="1583" y="703"/>
                      <a:pt x="1099" y="154"/>
                      <a:pt x="3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6" name="Google Shape;736;p45"/>
              <p:cNvSpPr/>
              <p:nvPr/>
            </p:nvSpPr>
            <p:spPr>
              <a:xfrm>
                <a:off x="8062088" y="2898974"/>
                <a:ext cx="141079" cy="124617"/>
              </a:xfrm>
              <a:custGeom>
                <a:avLst/>
                <a:gdLst/>
                <a:ahLst/>
                <a:cxnLst/>
                <a:rect l="l" t="t" r="r" b="b"/>
                <a:pathLst>
                  <a:path w="1714" h="1514" extrusionOk="0">
                    <a:moveTo>
                      <a:pt x="461" y="137"/>
                    </a:moveTo>
                    <a:cubicBezTo>
                      <a:pt x="1011" y="290"/>
                      <a:pt x="1435" y="656"/>
                      <a:pt x="1560" y="781"/>
                    </a:cubicBezTo>
                    <a:lnTo>
                      <a:pt x="1135" y="1330"/>
                    </a:lnTo>
                    <a:cubicBezTo>
                      <a:pt x="798" y="993"/>
                      <a:pt x="337" y="744"/>
                      <a:pt x="154" y="656"/>
                    </a:cubicBezTo>
                    <a:lnTo>
                      <a:pt x="461" y="137"/>
                    </a:lnTo>
                    <a:close/>
                    <a:moveTo>
                      <a:pt x="436" y="0"/>
                    </a:moveTo>
                    <a:cubicBezTo>
                      <a:pt x="415" y="0"/>
                      <a:pt x="392" y="23"/>
                      <a:pt x="366" y="49"/>
                    </a:cubicBezTo>
                    <a:lnTo>
                      <a:pt x="0" y="656"/>
                    </a:lnTo>
                    <a:lnTo>
                      <a:pt x="0" y="686"/>
                    </a:lnTo>
                    <a:cubicBezTo>
                      <a:pt x="0" y="715"/>
                      <a:pt x="0" y="744"/>
                      <a:pt x="37" y="744"/>
                    </a:cubicBezTo>
                    <a:cubicBezTo>
                      <a:pt x="37" y="744"/>
                      <a:pt x="674" y="1081"/>
                      <a:pt x="1098" y="1477"/>
                    </a:cubicBezTo>
                    <a:cubicBezTo>
                      <a:pt x="1135" y="1477"/>
                      <a:pt x="1135" y="1513"/>
                      <a:pt x="1164" y="1513"/>
                    </a:cubicBezTo>
                    <a:cubicBezTo>
                      <a:pt x="1194" y="1513"/>
                      <a:pt x="1194" y="1477"/>
                      <a:pt x="1223" y="1477"/>
                    </a:cubicBezTo>
                    <a:lnTo>
                      <a:pt x="1713" y="810"/>
                    </a:lnTo>
                    <a:cubicBezTo>
                      <a:pt x="1713" y="781"/>
                      <a:pt x="1713" y="744"/>
                      <a:pt x="1684" y="715"/>
                    </a:cubicBezTo>
                    <a:cubicBezTo>
                      <a:pt x="1684" y="686"/>
                      <a:pt x="1164" y="166"/>
                      <a:pt x="461" y="12"/>
                    </a:cubicBezTo>
                    <a:cubicBezTo>
                      <a:pt x="453" y="4"/>
                      <a:pt x="445" y="0"/>
                      <a:pt x="4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7" name="Google Shape;737;p45"/>
              <p:cNvSpPr/>
              <p:nvPr/>
            </p:nvSpPr>
            <p:spPr>
              <a:xfrm>
                <a:off x="8157899" y="2987953"/>
                <a:ext cx="62720" cy="47657"/>
              </a:xfrm>
              <a:custGeom>
                <a:avLst/>
                <a:gdLst/>
                <a:ahLst/>
                <a:cxnLst/>
                <a:rect l="l" t="t" r="r" b="b"/>
                <a:pathLst>
                  <a:path w="762" h="579" extrusionOk="0">
                    <a:moveTo>
                      <a:pt x="703" y="0"/>
                    </a:moveTo>
                    <a:lnTo>
                      <a:pt x="0" y="337"/>
                    </a:lnTo>
                    <a:cubicBezTo>
                      <a:pt x="88" y="462"/>
                      <a:pt x="117" y="579"/>
                      <a:pt x="117" y="579"/>
                    </a:cubicBezTo>
                    <a:lnTo>
                      <a:pt x="762" y="308"/>
                    </a:lnTo>
                    <a:cubicBezTo>
                      <a:pt x="762" y="183"/>
                      <a:pt x="703" y="0"/>
                      <a:pt x="7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8" name="Google Shape;738;p45"/>
              <p:cNvSpPr/>
              <p:nvPr/>
            </p:nvSpPr>
            <p:spPr>
              <a:xfrm>
                <a:off x="8150079" y="2980709"/>
                <a:ext cx="75396" cy="60333"/>
              </a:xfrm>
              <a:custGeom>
                <a:avLst/>
                <a:gdLst/>
                <a:ahLst/>
                <a:cxnLst/>
                <a:rect l="l" t="t" r="r" b="b"/>
                <a:pathLst>
                  <a:path w="916" h="733" extrusionOk="0">
                    <a:moveTo>
                      <a:pt x="732" y="183"/>
                    </a:moveTo>
                    <a:cubicBezTo>
                      <a:pt x="762" y="213"/>
                      <a:pt x="762" y="301"/>
                      <a:pt x="762" y="337"/>
                    </a:cubicBezTo>
                    <a:lnTo>
                      <a:pt x="249" y="579"/>
                    </a:lnTo>
                    <a:cubicBezTo>
                      <a:pt x="249" y="550"/>
                      <a:pt x="212" y="484"/>
                      <a:pt x="183" y="454"/>
                    </a:cubicBezTo>
                    <a:lnTo>
                      <a:pt x="732" y="183"/>
                    </a:lnTo>
                    <a:close/>
                    <a:moveTo>
                      <a:pt x="798" y="0"/>
                    </a:moveTo>
                    <a:cubicBezTo>
                      <a:pt x="798" y="0"/>
                      <a:pt x="762" y="0"/>
                      <a:pt x="762" y="30"/>
                    </a:cubicBezTo>
                    <a:lnTo>
                      <a:pt x="66" y="366"/>
                    </a:lnTo>
                    <a:cubicBezTo>
                      <a:pt x="29" y="396"/>
                      <a:pt x="29" y="396"/>
                      <a:pt x="29" y="425"/>
                    </a:cubicBezTo>
                    <a:cubicBezTo>
                      <a:pt x="0" y="454"/>
                      <a:pt x="29" y="484"/>
                      <a:pt x="29" y="484"/>
                    </a:cubicBezTo>
                    <a:cubicBezTo>
                      <a:pt x="125" y="579"/>
                      <a:pt x="154" y="667"/>
                      <a:pt x="154" y="667"/>
                    </a:cubicBezTo>
                    <a:cubicBezTo>
                      <a:pt x="154" y="703"/>
                      <a:pt x="183" y="703"/>
                      <a:pt x="183" y="733"/>
                    </a:cubicBezTo>
                    <a:lnTo>
                      <a:pt x="249" y="733"/>
                    </a:lnTo>
                    <a:lnTo>
                      <a:pt x="886" y="454"/>
                    </a:lnTo>
                    <a:cubicBezTo>
                      <a:pt x="886" y="454"/>
                      <a:pt x="915" y="425"/>
                      <a:pt x="915" y="396"/>
                    </a:cubicBezTo>
                    <a:cubicBezTo>
                      <a:pt x="915" y="271"/>
                      <a:pt x="857" y="59"/>
                      <a:pt x="857" y="59"/>
                    </a:cubicBezTo>
                    <a:cubicBezTo>
                      <a:pt x="828" y="30"/>
                      <a:pt x="828" y="30"/>
                      <a:pt x="7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39" name="Google Shape;739;p45"/>
              <p:cNvSpPr/>
              <p:nvPr/>
            </p:nvSpPr>
            <p:spPr>
              <a:xfrm>
                <a:off x="7464755" y="3249539"/>
                <a:ext cx="391878" cy="1162382"/>
              </a:xfrm>
              <a:custGeom>
                <a:avLst/>
                <a:gdLst/>
                <a:ahLst/>
                <a:cxnLst/>
                <a:rect l="l" t="t" r="r" b="b"/>
                <a:pathLst>
                  <a:path w="4761" h="14122" extrusionOk="0">
                    <a:moveTo>
                      <a:pt x="1187" y="0"/>
                    </a:moveTo>
                    <a:cubicBezTo>
                      <a:pt x="1187" y="0"/>
                      <a:pt x="1948" y="9336"/>
                      <a:pt x="2468" y="12477"/>
                    </a:cubicBezTo>
                    <a:cubicBezTo>
                      <a:pt x="2468" y="12477"/>
                      <a:pt x="0" y="13422"/>
                      <a:pt x="30" y="13876"/>
                    </a:cubicBezTo>
                    <a:cubicBezTo>
                      <a:pt x="30" y="14064"/>
                      <a:pt x="451" y="14122"/>
                      <a:pt x="970" y="14122"/>
                    </a:cubicBezTo>
                    <a:cubicBezTo>
                      <a:pt x="1807" y="14122"/>
                      <a:pt x="2900" y="13971"/>
                      <a:pt x="2900" y="13971"/>
                    </a:cubicBezTo>
                    <a:cubicBezTo>
                      <a:pt x="2900" y="13971"/>
                      <a:pt x="3103" y="14017"/>
                      <a:pt x="3348" y="14017"/>
                    </a:cubicBezTo>
                    <a:cubicBezTo>
                      <a:pt x="3820" y="14017"/>
                      <a:pt x="4448" y="13846"/>
                      <a:pt x="4086" y="12844"/>
                    </a:cubicBezTo>
                    <a:lnTo>
                      <a:pt x="4760" y="425"/>
                    </a:lnTo>
                    <a:lnTo>
                      <a:pt x="11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0" name="Google Shape;740;p45"/>
              <p:cNvSpPr/>
              <p:nvPr/>
            </p:nvSpPr>
            <p:spPr>
              <a:xfrm>
                <a:off x="7459322" y="3244106"/>
                <a:ext cx="402084" cy="1172918"/>
              </a:xfrm>
              <a:custGeom>
                <a:avLst/>
                <a:gdLst/>
                <a:ahLst/>
                <a:cxnLst/>
                <a:rect l="l" t="t" r="r" b="b"/>
                <a:pathLst>
                  <a:path w="4885" h="14250" extrusionOk="0">
                    <a:moveTo>
                      <a:pt x="1348" y="125"/>
                    </a:moveTo>
                    <a:lnTo>
                      <a:pt x="4731" y="549"/>
                    </a:lnTo>
                    <a:lnTo>
                      <a:pt x="4065" y="12910"/>
                    </a:lnTo>
                    <a:lnTo>
                      <a:pt x="4094" y="12939"/>
                    </a:lnTo>
                    <a:cubicBezTo>
                      <a:pt x="4211" y="13334"/>
                      <a:pt x="4211" y="13613"/>
                      <a:pt x="4065" y="13796"/>
                    </a:cubicBezTo>
                    <a:cubicBezTo>
                      <a:pt x="3919" y="13952"/>
                      <a:pt x="3665" y="13993"/>
                      <a:pt x="3438" y="13993"/>
                    </a:cubicBezTo>
                    <a:cubicBezTo>
                      <a:pt x="3185" y="13993"/>
                      <a:pt x="2966" y="13942"/>
                      <a:pt x="2966" y="13942"/>
                    </a:cubicBezTo>
                    <a:lnTo>
                      <a:pt x="2930" y="13942"/>
                    </a:lnTo>
                    <a:cubicBezTo>
                      <a:pt x="2346" y="14037"/>
                      <a:pt x="1529" y="14121"/>
                      <a:pt x="932" y="14121"/>
                    </a:cubicBezTo>
                    <a:cubicBezTo>
                      <a:pt x="564" y="14121"/>
                      <a:pt x="279" y="14089"/>
                      <a:pt x="184" y="14008"/>
                    </a:cubicBezTo>
                    <a:cubicBezTo>
                      <a:pt x="154" y="13979"/>
                      <a:pt x="154" y="13979"/>
                      <a:pt x="154" y="13942"/>
                    </a:cubicBezTo>
                    <a:cubicBezTo>
                      <a:pt x="154" y="13671"/>
                      <a:pt x="1560" y="12997"/>
                      <a:pt x="2563" y="12602"/>
                    </a:cubicBezTo>
                    <a:cubicBezTo>
                      <a:pt x="2600" y="12602"/>
                      <a:pt x="2600" y="12573"/>
                      <a:pt x="2600" y="12543"/>
                    </a:cubicBezTo>
                    <a:cubicBezTo>
                      <a:pt x="2109" y="9585"/>
                      <a:pt x="1406" y="1069"/>
                      <a:pt x="1348" y="125"/>
                    </a:cubicBezTo>
                    <a:close/>
                    <a:moveTo>
                      <a:pt x="1223" y="0"/>
                    </a:moveTo>
                    <a:cubicBezTo>
                      <a:pt x="1194" y="29"/>
                      <a:pt x="1194" y="29"/>
                      <a:pt x="1194" y="66"/>
                    </a:cubicBezTo>
                    <a:cubicBezTo>
                      <a:pt x="1194" y="154"/>
                      <a:pt x="1956" y="9336"/>
                      <a:pt x="2476" y="12514"/>
                    </a:cubicBezTo>
                    <a:cubicBezTo>
                      <a:pt x="1956" y="12697"/>
                      <a:pt x="1" y="13488"/>
                      <a:pt x="37" y="13942"/>
                    </a:cubicBezTo>
                    <a:cubicBezTo>
                      <a:pt x="37" y="14008"/>
                      <a:pt x="37" y="14037"/>
                      <a:pt x="96" y="14096"/>
                    </a:cubicBezTo>
                    <a:cubicBezTo>
                      <a:pt x="220" y="14220"/>
                      <a:pt x="586" y="14250"/>
                      <a:pt x="1011" y="14250"/>
                    </a:cubicBezTo>
                    <a:cubicBezTo>
                      <a:pt x="1773" y="14250"/>
                      <a:pt x="2747" y="14125"/>
                      <a:pt x="2966" y="14096"/>
                    </a:cubicBezTo>
                    <a:cubicBezTo>
                      <a:pt x="3007" y="14109"/>
                      <a:pt x="3199" y="14150"/>
                      <a:pt x="3426" y="14150"/>
                    </a:cubicBezTo>
                    <a:cubicBezTo>
                      <a:pt x="3689" y="14150"/>
                      <a:pt x="4001" y="14096"/>
                      <a:pt x="4182" y="13883"/>
                    </a:cubicBezTo>
                    <a:cubicBezTo>
                      <a:pt x="4365" y="13671"/>
                      <a:pt x="4365" y="13334"/>
                      <a:pt x="4211" y="12910"/>
                    </a:cubicBezTo>
                    <a:lnTo>
                      <a:pt x="4885" y="491"/>
                    </a:lnTo>
                    <a:cubicBezTo>
                      <a:pt x="4885" y="462"/>
                      <a:pt x="4855" y="432"/>
                      <a:pt x="4826" y="432"/>
                    </a:cubicBezTo>
                    <a:lnTo>
                      <a:pt x="128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1" name="Google Shape;741;p45"/>
              <p:cNvSpPr/>
              <p:nvPr/>
            </p:nvSpPr>
            <p:spPr>
              <a:xfrm>
                <a:off x="7813755" y="3091089"/>
                <a:ext cx="358872" cy="1349966"/>
              </a:xfrm>
              <a:custGeom>
                <a:avLst/>
                <a:gdLst/>
                <a:ahLst/>
                <a:cxnLst/>
                <a:rect l="l" t="t" r="r" b="b"/>
                <a:pathLst>
                  <a:path w="4360" h="16401" extrusionOk="0">
                    <a:moveTo>
                      <a:pt x="3927" y="1"/>
                    </a:moveTo>
                    <a:cubicBezTo>
                      <a:pt x="3170" y="1"/>
                      <a:pt x="762" y="1801"/>
                      <a:pt x="762" y="1801"/>
                    </a:cubicBezTo>
                    <a:cubicBezTo>
                      <a:pt x="762" y="1801"/>
                      <a:pt x="1860" y="11627"/>
                      <a:pt x="2380" y="14769"/>
                    </a:cubicBezTo>
                    <a:cubicBezTo>
                      <a:pt x="2380" y="14769"/>
                      <a:pt x="0" y="15684"/>
                      <a:pt x="0" y="16167"/>
                    </a:cubicBezTo>
                    <a:cubicBezTo>
                      <a:pt x="11" y="16345"/>
                      <a:pt x="433" y="16400"/>
                      <a:pt x="946" y="16400"/>
                    </a:cubicBezTo>
                    <a:cubicBezTo>
                      <a:pt x="1760" y="16400"/>
                      <a:pt x="2805" y="16262"/>
                      <a:pt x="2805" y="16262"/>
                    </a:cubicBezTo>
                    <a:cubicBezTo>
                      <a:pt x="2805" y="16262"/>
                      <a:pt x="3008" y="16309"/>
                      <a:pt x="3254" y="16309"/>
                    </a:cubicBezTo>
                    <a:cubicBezTo>
                      <a:pt x="3728" y="16309"/>
                      <a:pt x="4360" y="16137"/>
                      <a:pt x="3998" y="15135"/>
                    </a:cubicBezTo>
                    <a:cubicBezTo>
                      <a:pt x="3998" y="15135"/>
                      <a:pt x="4115" y="6502"/>
                      <a:pt x="4152" y="212"/>
                    </a:cubicBezTo>
                    <a:cubicBezTo>
                      <a:pt x="4152" y="63"/>
                      <a:pt x="4068" y="1"/>
                      <a:pt x="39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2" name="Google Shape;742;p45"/>
              <p:cNvSpPr/>
              <p:nvPr/>
            </p:nvSpPr>
            <p:spPr>
              <a:xfrm>
                <a:off x="7808899" y="3086233"/>
                <a:ext cx="351464" cy="1360914"/>
              </a:xfrm>
              <a:custGeom>
                <a:avLst/>
                <a:gdLst/>
                <a:ahLst/>
                <a:cxnLst/>
                <a:rect l="l" t="t" r="r" b="b"/>
                <a:pathLst>
                  <a:path w="4270" h="16534" extrusionOk="0">
                    <a:moveTo>
                      <a:pt x="3955" y="134"/>
                    </a:moveTo>
                    <a:cubicBezTo>
                      <a:pt x="3996" y="134"/>
                      <a:pt x="4030" y="140"/>
                      <a:pt x="4057" y="154"/>
                    </a:cubicBezTo>
                    <a:cubicBezTo>
                      <a:pt x="4087" y="154"/>
                      <a:pt x="4116" y="183"/>
                      <a:pt x="4116" y="271"/>
                    </a:cubicBezTo>
                    <a:cubicBezTo>
                      <a:pt x="4116" y="6495"/>
                      <a:pt x="3962" y="15098"/>
                      <a:pt x="3962" y="15194"/>
                    </a:cubicBezTo>
                    <a:lnTo>
                      <a:pt x="3962" y="15223"/>
                    </a:lnTo>
                    <a:cubicBezTo>
                      <a:pt x="4116" y="15618"/>
                      <a:pt x="4116" y="15897"/>
                      <a:pt x="3962" y="16080"/>
                    </a:cubicBezTo>
                    <a:cubicBezTo>
                      <a:pt x="3820" y="16236"/>
                      <a:pt x="3566" y="16277"/>
                      <a:pt x="3338" y="16277"/>
                    </a:cubicBezTo>
                    <a:cubicBezTo>
                      <a:pt x="3085" y="16277"/>
                      <a:pt x="2864" y="16226"/>
                      <a:pt x="2864" y="16226"/>
                    </a:cubicBezTo>
                    <a:lnTo>
                      <a:pt x="2834" y="16226"/>
                    </a:lnTo>
                    <a:cubicBezTo>
                      <a:pt x="2430" y="16287"/>
                      <a:pt x="1579" y="16383"/>
                      <a:pt x="943" y="16383"/>
                    </a:cubicBezTo>
                    <a:cubicBezTo>
                      <a:pt x="577" y="16383"/>
                      <a:pt x="282" y="16351"/>
                      <a:pt x="184" y="16263"/>
                    </a:cubicBezTo>
                    <a:lnTo>
                      <a:pt x="147" y="16226"/>
                    </a:lnTo>
                    <a:cubicBezTo>
                      <a:pt x="118" y="15926"/>
                      <a:pt x="1494" y="15282"/>
                      <a:pt x="2468" y="14886"/>
                    </a:cubicBezTo>
                    <a:cubicBezTo>
                      <a:pt x="2498" y="14886"/>
                      <a:pt x="2498" y="14857"/>
                      <a:pt x="2498" y="14828"/>
                    </a:cubicBezTo>
                    <a:cubicBezTo>
                      <a:pt x="2014" y="11803"/>
                      <a:pt x="945" y="2563"/>
                      <a:pt x="879" y="1889"/>
                    </a:cubicBezTo>
                    <a:cubicBezTo>
                      <a:pt x="1843" y="1156"/>
                      <a:pt x="3436" y="134"/>
                      <a:pt x="3955" y="134"/>
                    </a:cubicBezTo>
                    <a:close/>
                    <a:moveTo>
                      <a:pt x="3996" y="0"/>
                    </a:moveTo>
                    <a:cubicBezTo>
                      <a:pt x="3225" y="0"/>
                      <a:pt x="1041" y="1597"/>
                      <a:pt x="762" y="1801"/>
                    </a:cubicBezTo>
                    <a:cubicBezTo>
                      <a:pt x="762" y="1801"/>
                      <a:pt x="733" y="1830"/>
                      <a:pt x="733" y="1860"/>
                    </a:cubicBezTo>
                    <a:cubicBezTo>
                      <a:pt x="762" y="1947"/>
                      <a:pt x="1831" y="11620"/>
                      <a:pt x="2344" y="14798"/>
                    </a:cubicBezTo>
                    <a:cubicBezTo>
                      <a:pt x="1860" y="14981"/>
                      <a:pt x="1" y="15743"/>
                      <a:pt x="1" y="16226"/>
                    </a:cubicBezTo>
                    <a:cubicBezTo>
                      <a:pt x="1" y="16263"/>
                      <a:pt x="30" y="16321"/>
                      <a:pt x="88" y="16351"/>
                    </a:cubicBezTo>
                    <a:cubicBezTo>
                      <a:pt x="213" y="16475"/>
                      <a:pt x="579" y="16534"/>
                      <a:pt x="1004" y="16534"/>
                    </a:cubicBezTo>
                    <a:cubicBezTo>
                      <a:pt x="1736" y="16534"/>
                      <a:pt x="2651" y="16409"/>
                      <a:pt x="2834" y="16380"/>
                    </a:cubicBezTo>
                    <a:cubicBezTo>
                      <a:pt x="2889" y="16393"/>
                      <a:pt x="3066" y="16424"/>
                      <a:pt x="3277" y="16424"/>
                    </a:cubicBezTo>
                    <a:cubicBezTo>
                      <a:pt x="3546" y="16424"/>
                      <a:pt x="3868" y="16373"/>
                      <a:pt x="4057" y="16168"/>
                    </a:cubicBezTo>
                    <a:cubicBezTo>
                      <a:pt x="4270" y="15955"/>
                      <a:pt x="4270" y="15618"/>
                      <a:pt x="4116" y="15194"/>
                    </a:cubicBezTo>
                    <a:cubicBezTo>
                      <a:pt x="4116" y="14798"/>
                      <a:pt x="4240" y="6378"/>
                      <a:pt x="4270" y="271"/>
                    </a:cubicBezTo>
                    <a:cubicBezTo>
                      <a:pt x="4270" y="117"/>
                      <a:pt x="4174" y="58"/>
                      <a:pt x="4145" y="29"/>
                    </a:cubicBezTo>
                    <a:cubicBezTo>
                      <a:pt x="4104" y="9"/>
                      <a:pt x="4054" y="0"/>
                      <a:pt x="39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3" name="Google Shape;743;p45"/>
              <p:cNvSpPr/>
              <p:nvPr/>
            </p:nvSpPr>
            <p:spPr>
              <a:xfrm>
                <a:off x="7801079" y="4356711"/>
                <a:ext cx="95315" cy="75396"/>
              </a:xfrm>
              <a:custGeom>
                <a:avLst/>
                <a:gdLst/>
                <a:ahLst/>
                <a:cxnLst/>
                <a:rect l="l" t="t" r="r" b="b"/>
                <a:pathLst>
                  <a:path w="1158" h="916" extrusionOk="0">
                    <a:moveTo>
                      <a:pt x="974" y="0"/>
                    </a:moveTo>
                    <a:cubicBezTo>
                      <a:pt x="213" y="366"/>
                      <a:pt x="0" y="733"/>
                      <a:pt x="0" y="733"/>
                    </a:cubicBezTo>
                    <a:cubicBezTo>
                      <a:pt x="0" y="733"/>
                      <a:pt x="30" y="828"/>
                      <a:pt x="1099" y="916"/>
                    </a:cubicBezTo>
                    <a:cubicBezTo>
                      <a:pt x="1157" y="579"/>
                      <a:pt x="1128" y="279"/>
                      <a:pt x="9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4" name="Google Shape;744;p45"/>
              <p:cNvSpPr/>
              <p:nvPr/>
            </p:nvSpPr>
            <p:spPr>
              <a:xfrm>
                <a:off x="7796223" y="4350867"/>
                <a:ext cx="107991" cy="86096"/>
              </a:xfrm>
              <a:custGeom>
                <a:avLst/>
                <a:gdLst/>
                <a:ahLst/>
                <a:cxnLst/>
                <a:rect l="l" t="t" r="r" b="b"/>
                <a:pathLst>
                  <a:path w="1312" h="1046" extrusionOk="0">
                    <a:moveTo>
                      <a:pt x="1004" y="167"/>
                    </a:moveTo>
                    <a:cubicBezTo>
                      <a:pt x="1099" y="379"/>
                      <a:pt x="1158" y="650"/>
                      <a:pt x="1128" y="899"/>
                    </a:cubicBezTo>
                    <a:cubicBezTo>
                      <a:pt x="521" y="862"/>
                      <a:pt x="272" y="804"/>
                      <a:pt x="155" y="774"/>
                    </a:cubicBezTo>
                    <a:cubicBezTo>
                      <a:pt x="272" y="650"/>
                      <a:pt x="521" y="408"/>
                      <a:pt x="1004" y="167"/>
                    </a:cubicBezTo>
                    <a:close/>
                    <a:moveTo>
                      <a:pt x="1031" y="1"/>
                    </a:moveTo>
                    <a:cubicBezTo>
                      <a:pt x="1022" y="1"/>
                      <a:pt x="1013" y="4"/>
                      <a:pt x="1004" y="13"/>
                    </a:cubicBezTo>
                    <a:cubicBezTo>
                      <a:pt x="242" y="379"/>
                      <a:pt x="1" y="745"/>
                      <a:pt x="1" y="745"/>
                    </a:cubicBezTo>
                    <a:lnTo>
                      <a:pt x="1" y="804"/>
                    </a:lnTo>
                    <a:cubicBezTo>
                      <a:pt x="1" y="862"/>
                      <a:pt x="59" y="957"/>
                      <a:pt x="1158" y="1045"/>
                    </a:cubicBezTo>
                    <a:cubicBezTo>
                      <a:pt x="1187" y="1045"/>
                      <a:pt x="1216" y="1016"/>
                      <a:pt x="1253" y="987"/>
                    </a:cubicBezTo>
                    <a:cubicBezTo>
                      <a:pt x="1312" y="650"/>
                      <a:pt x="1253" y="313"/>
                      <a:pt x="1099" y="42"/>
                    </a:cubicBezTo>
                    <a:cubicBezTo>
                      <a:pt x="1078" y="21"/>
                      <a:pt x="1054" y="1"/>
                      <a:pt x="103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5" name="Google Shape;745;p45"/>
              <p:cNvSpPr/>
              <p:nvPr/>
            </p:nvSpPr>
            <p:spPr>
              <a:xfrm>
                <a:off x="7881250" y="4324116"/>
                <a:ext cx="276726" cy="110872"/>
              </a:xfrm>
              <a:custGeom>
                <a:avLst/>
                <a:gdLst/>
                <a:ahLst/>
                <a:cxnLst/>
                <a:rect l="l" t="t" r="r" b="b"/>
                <a:pathLst>
                  <a:path w="3362" h="1347" extrusionOk="0">
                    <a:moveTo>
                      <a:pt x="1011" y="1"/>
                    </a:moveTo>
                    <a:cubicBezTo>
                      <a:pt x="615" y="125"/>
                      <a:pt x="279" y="272"/>
                      <a:pt x="0" y="396"/>
                    </a:cubicBezTo>
                    <a:cubicBezTo>
                      <a:pt x="154" y="675"/>
                      <a:pt x="183" y="975"/>
                      <a:pt x="125" y="1312"/>
                    </a:cubicBezTo>
                    <a:cubicBezTo>
                      <a:pt x="403" y="1312"/>
                      <a:pt x="769" y="1341"/>
                      <a:pt x="1194" y="1341"/>
                    </a:cubicBezTo>
                    <a:cubicBezTo>
                      <a:pt x="1317" y="1345"/>
                      <a:pt x="1434" y="1347"/>
                      <a:pt x="1544" y="1347"/>
                    </a:cubicBezTo>
                    <a:cubicBezTo>
                      <a:pt x="3277" y="1347"/>
                      <a:pt x="3361" y="887"/>
                      <a:pt x="3361" y="887"/>
                    </a:cubicBezTo>
                    <a:cubicBezTo>
                      <a:pt x="3332" y="338"/>
                      <a:pt x="3208" y="30"/>
                      <a:pt x="3208" y="1"/>
                    </a:cubicBezTo>
                    <a:cubicBezTo>
                      <a:pt x="2883" y="194"/>
                      <a:pt x="2531" y="258"/>
                      <a:pt x="2205" y="258"/>
                    </a:cubicBezTo>
                    <a:cubicBezTo>
                      <a:pt x="1554" y="258"/>
                      <a:pt x="1011" y="1"/>
                      <a:pt x="10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6" name="Google Shape;746;p45"/>
              <p:cNvSpPr/>
              <p:nvPr/>
            </p:nvSpPr>
            <p:spPr>
              <a:xfrm>
                <a:off x="7876394" y="4319342"/>
                <a:ext cx="286356" cy="123053"/>
              </a:xfrm>
              <a:custGeom>
                <a:avLst/>
                <a:gdLst/>
                <a:ahLst/>
                <a:cxnLst/>
                <a:rect l="l" t="t" r="r" b="b"/>
                <a:pathLst>
                  <a:path w="3479" h="1495" extrusionOk="0">
                    <a:moveTo>
                      <a:pt x="1070" y="117"/>
                    </a:moveTo>
                    <a:cubicBezTo>
                      <a:pt x="1188" y="179"/>
                      <a:pt x="1666" y="379"/>
                      <a:pt x="2237" y="379"/>
                    </a:cubicBezTo>
                    <a:cubicBezTo>
                      <a:pt x="2547" y="379"/>
                      <a:pt x="2885" y="320"/>
                      <a:pt x="3208" y="147"/>
                    </a:cubicBezTo>
                    <a:cubicBezTo>
                      <a:pt x="3267" y="271"/>
                      <a:pt x="3325" y="550"/>
                      <a:pt x="3325" y="916"/>
                    </a:cubicBezTo>
                    <a:cubicBezTo>
                      <a:pt x="3325" y="916"/>
                      <a:pt x="3221" y="1345"/>
                      <a:pt x="1570" y="1345"/>
                    </a:cubicBezTo>
                    <a:cubicBezTo>
                      <a:pt x="1470" y="1345"/>
                      <a:pt x="1365" y="1344"/>
                      <a:pt x="1253" y="1340"/>
                    </a:cubicBezTo>
                    <a:cubicBezTo>
                      <a:pt x="887" y="1340"/>
                      <a:pt x="550" y="1311"/>
                      <a:pt x="279" y="1282"/>
                    </a:cubicBezTo>
                    <a:cubicBezTo>
                      <a:pt x="308" y="1004"/>
                      <a:pt x="279" y="733"/>
                      <a:pt x="154" y="484"/>
                    </a:cubicBezTo>
                    <a:cubicBezTo>
                      <a:pt x="425" y="366"/>
                      <a:pt x="733" y="242"/>
                      <a:pt x="1070" y="117"/>
                    </a:cubicBezTo>
                    <a:close/>
                    <a:moveTo>
                      <a:pt x="1040" y="0"/>
                    </a:moveTo>
                    <a:cubicBezTo>
                      <a:pt x="674" y="117"/>
                      <a:pt x="338" y="242"/>
                      <a:pt x="30" y="396"/>
                    </a:cubicBezTo>
                    <a:cubicBezTo>
                      <a:pt x="1" y="396"/>
                      <a:pt x="1" y="425"/>
                      <a:pt x="1" y="425"/>
                    </a:cubicBezTo>
                    <a:lnTo>
                      <a:pt x="1" y="484"/>
                    </a:lnTo>
                    <a:cubicBezTo>
                      <a:pt x="125" y="733"/>
                      <a:pt x="184" y="1033"/>
                      <a:pt x="125" y="1340"/>
                    </a:cubicBezTo>
                    <a:cubicBezTo>
                      <a:pt x="125" y="1370"/>
                      <a:pt x="125" y="1370"/>
                      <a:pt x="154" y="1399"/>
                    </a:cubicBezTo>
                    <a:lnTo>
                      <a:pt x="184" y="1428"/>
                    </a:lnTo>
                    <a:cubicBezTo>
                      <a:pt x="491" y="1428"/>
                      <a:pt x="857" y="1465"/>
                      <a:pt x="1253" y="1465"/>
                    </a:cubicBezTo>
                    <a:cubicBezTo>
                      <a:pt x="1377" y="1494"/>
                      <a:pt x="1465" y="1494"/>
                      <a:pt x="1590" y="1494"/>
                    </a:cubicBezTo>
                    <a:cubicBezTo>
                      <a:pt x="3354" y="1494"/>
                      <a:pt x="3450" y="1004"/>
                      <a:pt x="3479" y="916"/>
                    </a:cubicBezTo>
                    <a:cubicBezTo>
                      <a:pt x="3479" y="513"/>
                      <a:pt x="3391" y="242"/>
                      <a:pt x="3354" y="117"/>
                    </a:cubicBezTo>
                    <a:cubicBezTo>
                      <a:pt x="3325" y="88"/>
                      <a:pt x="3325" y="59"/>
                      <a:pt x="3325" y="59"/>
                    </a:cubicBezTo>
                    <a:cubicBezTo>
                      <a:pt x="3325" y="30"/>
                      <a:pt x="3325" y="30"/>
                      <a:pt x="3296" y="0"/>
                    </a:cubicBezTo>
                    <a:lnTo>
                      <a:pt x="3237" y="0"/>
                    </a:lnTo>
                    <a:cubicBezTo>
                      <a:pt x="2922" y="183"/>
                      <a:pt x="2580" y="244"/>
                      <a:pt x="2263" y="244"/>
                    </a:cubicBezTo>
                    <a:cubicBezTo>
                      <a:pt x="1630" y="244"/>
                      <a:pt x="1099" y="0"/>
                      <a:pt x="10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7" name="Google Shape;747;p45"/>
              <p:cNvSpPr/>
              <p:nvPr/>
            </p:nvSpPr>
            <p:spPr>
              <a:xfrm>
                <a:off x="7798692" y="4397044"/>
                <a:ext cx="359283" cy="50950"/>
              </a:xfrm>
              <a:custGeom>
                <a:avLst/>
                <a:gdLst/>
                <a:ahLst/>
                <a:cxnLst/>
                <a:rect l="l" t="t" r="r" b="b"/>
                <a:pathLst>
                  <a:path w="4365" h="619" extrusionOk="0">
                    <a:moveTo>
                      <a:pt x="4364" y="1"/>
                    </a:moveTo>
                    <a:lnTo>
                      <a:pt x="4364" y="1"/>
                    </a:lnTo>
                    <a:cubicBezTo>
                      <a:pt x="3772" y="153"/>
                      <a:pt x="2809" y="353"/>
                      <a:pt x="1593" y="353"/>
                    </a:cubicBezTo>
                    <a:cubicBezTo>
                      <a:pt x="1110" y="353"/>
                      <a:pt x="586" y="322"/>
                      <a:pt x="29" y="243"/>
                    </a:cubicBezTo>
                    <a:cubicBezTo>
                      <a:pt x="0" y="367"/>
                      <a:pt x="0" y="455"/>
                      <a:pt x="0" y="455"/>
                    </a:cubicBezTo>
                    <a:cubicBezTo>
                      <a:pt x="0" y="455"/>
                      <a:pt x="187" y="619"/>
                      <a:pt x="1474" y="619"/>
                    </a:cubicBezTo>
                    <a:cubicBezTo>
                      <a:pt x="1652" y="619"/>
                      <a:pt x="1850" y="616"/>
                      <a:pt x="2072" y="609"/>
                    </a:cubicBezTo>
                    <a:cubicBezTo>
                      <a:pt x="3720" y="550"/>
                      <a:pt x="4335" y="301"/>
                      <a:pt x="4335" y="301"/>
                    </a:cubicBezTo>
                    <a:cubicBezTo>
                      <a:pt x="4335" y="184"/>
                      <a:pt x="4335" y="89"/>
                      <a:pt x="4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8" name="Google Shape;748;p45"/>
              <p:cNvSpPr/>
              <p:nvPr/>
            </p:nvSpPr>
            <p:spPr>
              <a:xfrm>
                <a:off x="7793836" y="4389224"/>
                <a:ext cx="368913" cy="62803"/>
              </a:xfrm>
              <a:custGeom>
                <a:avLst/>
                <a:gdLst/>
                <a:ahLst/>
                <a:cxnLst/>
                <a:rect l="l" t="t" r="r" b="b"/>
                <a:pathLst>
                  <a:path w="4482" h="763" extrusionOk="0">
                    <a:moveTo>
                      <a:pt x="4328" y="184"/>
                    </a:moveTo>
                    <a:lnTo>
                      <a:pt x="4328" y="367"/>
                    </a:lnTo>
                    <a:cubicBezTo>
                      <a:pt x="4174" y="396"/>
                      <a:pt x="3537" y="579"/>
                      <a:pt x="2131" y="645"/>
                    </a:cubicBezTo>
                    <a:cubicBezTo>
                      <a:pt x="1978" y="648"/>
                      <a:pt x="1836" y="649"/>
                      <a:pt x="1704" y="649"/>
                    </a:cubicBezTo>
                    <a:cubicBezTo>
                      <a:pt x="554" y="649"/>
                      <a:pt x="206" y="544"/>
                      <a:pt x="147" y="491"/>
                    </a:cubicBezTo>
                    <a:cubicBezTo>
                      <a:pt x="118" y="491"/>
                      <a:pt x="147" y="433"/>
                      <a:pt x="147" y="396"/>
                    </a:cubicBezTo>
                    <a:cubicBezTo>
                      <a:pt x="717" y="480"/>
                      <a:pt x="1250" y="513"/>
                      <a:pt x="1739" y="513"/>
                    </a:cubicBezTo>
                    <a:cubicBezTo>
                      <a:pt x="2878" y="513"/>
                      <a:pt x="3775" y="332"/>
                      <a:pt x="4328" y="184"/>
                    </a:cubicBezTo>
                    <a:close/>
                    <a:moveTo>
                      <a:pt x="4394" y="1"/>
                    </a:moveTo>
                    <a:cubicBezTo>
                      <a:pt x="3854" y="175"/>
                      <a:pt x="2929" y="375"/>
                      <a:pt x="1739" y="375"/>
                    </a:cubicBezTo>
                    <a:cubicBezTo>
                      <a:pt x="1234" y="375"/>
                      <a:pt x="680" y="339"/>
                      <a:pt x="88" y="250"/>
                    </a:cubicBezTo>
                    <a:cubicBezTo>
                      <a:pt x="59" y="250"/>
                      <a:pt x="30" y="279"/>
                      <a:pt x="30" y="308"/>
                    </a:cubicBezTo>
                    <a:cubicBezTo>
                      <a:pt x="1" y="462"/>
                      <a:pt x="1" y="550"/>
                      <a:pt x="1" y="550"/>
                    </a:cubicBezTo>
                    <a:cubicBezTo>
                      <a:pt x="1" y="579"/>
                      <a:pt x="30" y="579"/>
                      <a:pt x="30" y="579"/>
                    </a:cubicBezTo>
                    <a:cubicBezTo>
                      <a:pt x="59" y="616"/>
                      <a:pt x="271" y="762"/>
                      <a:pt x="1494" y="762"/>
                    </a:cubicBezTo>
                    <a:lnTo>
                      <a:pt x="2131" y="762"/>
                    </a:lnTo>
                    <a:cubicBezTo>
                      <a:pt x="3779" y="704"/>
                      <a:pt x="4394" y="491"/>
                      <a:pt x="4394" y="462"/>
                    </a:cubicBezTo>
                    <a:cubicBezTo>
                      <a:pt x="4423" y="462"/>
                      <a:pt x="4453" y="433"/>
                      <a:pt x="4453" y="433"/>
                    </a:cubicBezTo>
                    <a:cubicBezTo>
                      <a:pt x="4453" y="308"/>
                      <a:pt x="4482" y="184"/>
                      <a:pt x="4482" y="96"/>
                    </a:cubicBezTo>
                    <a:cubicBezTo>
                      <a:pt x="4482" y="67"/>
                      <a:pt x="4453" y="30"/>
                      <a:pt x="4453" y="30"/>
                    </a:cubicBezTo>
                    <a:cubicBezTo>
                      <a:pt x="4423" y="1"/>
                      <a:pt x="4423" y="1"/>
                      <a:pt x="43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49" name="Google Shape;749;p45"/>
              <p:cNvSpPr/>
              <p:nvPr/>
            </p:nvSpPr>
            <p:spPr>
              <a:xfrm>
                <a:off x="7914422" y="4337450"/>
                <a:ext cx="32595" cy="57288"/>
              </a:xfrm>
              <a:custGeom>
                <a:avLst/>
                <a:gdLst/>
                <a:ahLst/>
                <a:cxnLst/>
                <a:rect l="l" t="t" r="r" b="b"/>
                <a:pathLst>
                  <a:path w="396" h="696" extrusionOk="0">
                    <a:moveTo>
                      <a:pt x="18" y="0"/>
                    </a:moveTo>
                    <a:cubicBezTo>
                      <a:pt x="7" y="0"/>
                      <a:pt x="0" y="7"/>
                      <a:pt x="0" y="22"/>
                    </a:cubicBezTo>
                    <a:lnTo>
                      <a:pt x="0" y="81"/>
                    </a:lnTo>
                    <a:cubicBezTo>
                      <a:pt x="29" y="81"/>
                      <a:pt x="330" y="234"/>
                      <a:pt x="300" y="659"/>
                    </a:cubicBezTo>
                    <a:cubicBezTo>
                      <a:pt x="300" y="659"/>
                      <a:pt x="300" y="696"/>
                      <a:pt x="330" y="696"/>
                    </a:cubicBezTo>
                    <a:cubicBezTo>
                      <a:pt x="366" y="696"/>
                      <a:pt x="366" y="696"/>
                      <a:pt x="366" y="659"/>
                    </a:cubicBezTo>
                    <a:cubicBezTo>
                      <a:pt x="395" y="205"/>
                      <a:pt x="59" y="22"/>
                      <a:pt x="59" y="22"/>
                    </a:cubicBezTo>
                    <a:cubicBezTo>
                      <a:pt x="44" y="7"/>
                      <a:pt x="29" y="0"/>
                      <a:pt x="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0" name="Google Shape;750;p45"/>
              <p:cNvSpPr/>
              <p:nvPr/>
            </p:nvSpPr>
            <p:spPr>
              <a:xfrm>
                <a:off x="7944548" y="4326585"/>
                <a:ext cx="30208" cy="57946"/>
              </a:xfrm>
              <a:custGeom>
                <a:avLst/>
                <a:gdLst/>
                <a:ahLst/>
                <a:cxnLst/>
                <a:rect l="l" t="t" r="r" b="b"/>
                <a:pathLst>
                  <a:path w="367" h="704" extrusionOk="0">
                    <a:moveTo>
                      <a:pt x="59" y="0"/>
                    </a:moveTo>
                    <a:cubicBezTo>
                      <a:pt x="29" y="0"/>
                      <a:pt x="0" y="0"/>
                      <a:pt x="0" y="29"/>
                    </a:cubicBezTo>
                    <a:lnTo>
                      <a:pt x="0" y="59"/>
                    </a:lnTo>
                    <a:cubicBezTo>
                      <a:pt x="29" y="59"/>
                      <a:pt x="271" y="213"/>
                      <a:pt x="300" y="645"/>
                    </a:cubicBezTo>
                    <a:cubicBezTo>
                      <a:pt x="300" y="674"/>
                      <a:pt x="300" y="703"/>
                      <a:pt x="330" y="703"/>
                    </a:cubicBezTo>
                    <a:cubicBezTo>
                      <a:pt x="366" y="703"/>
                      <a:pt x="366" y="674"/>
                      <a:pt x="366" y="645"/>
                    </a:cubicBezTo>
                    <a:cubicBezTo>
                      <a:pt x="330" y="183"/>
                      <a:pt x="59" y="0"/>
                      <a:pt x="5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1" name="Google Shape;751;p45"/>
              <p:cNvSpPr/>
              <p:nvPr/>
            </p:nvSpPr>
            <p:spPr>
              <a:xfrm>
                <a:off x="7941502" y="4293990"/>
                <a:ext cx="33253" cy="50127"/>
              </a:xfrm>
              <a:custGeom>
                <a:avLst/>
                <a:gdLst/>
                <a:ahLst/>
                <a:cxnLst/>
                <a:rect l="l" t="t" r="r" b="b"/>
                <a:pathLst>
                  <a:path w="402" h="609" extrusionOk="0">
                    <a:moveTo>
                      <a:pt x="184" y="59"/>
                    </a:moveTo>
                    <a:cubicBezTo>
                      <a:pt x="220" y="59"/>
                      <a:pt x="220" y="89"/>
                      <a:pt x="249" y="89"/>
                    </a:cubicBezTo>
                    <a:cubicBezTo>
                      <a:pt x="279" y="155"/>
                      <a:pt x="249" y="338"/>
                      <a:pt x="220" y="455"/>
                    </a:cubicBezTo>
                    <a:cubicBezTo>
                      <a:pt x="154" y="338"/>
                      <a:pt x="96" y="155"/>
                      <a:pt x="154" y="89"/>
                    </a:cubicBezTo>
                    <a:cubicBezTo>
                      <a:pt x="154" y="89"/>
                      <a:pt x="154" y="59"/>
                      <a:pt x="184" y="59"/>
                    </a:cubicBezTo>
                    <a:close/>
                    <a:moveTo>
                      <a:pt x="184" y="1"/>
                    </a:moveTo>
                    <a:cubicBezTo>
                      <a:pt x="125" y="1"/>
                      <a:pt x="96" y="30"/>
                      <a:pt x="66" y="59"/>
                    </a:cubicBezTo>
                    <a:cubicBezTo>
                      <a:pt x="1" y="213"/>
                      <a:pt x="154" y="550"/>
                      <a:pt x="184" y="579"/>
                    </a:cubicBezTo>
                    <a:cubicBezTo>
                      <a:pt x="184" y="609"/>
                      <a:pt x="184" y="609"/>
                      <a:pt x="220" y="609"/>
                    </a:cubicBezTo>
                    <a:lnTo>
                      <a:pt x="249" y="579"/>
                    </a:lnTo>
                    <a:cubicBezTo>
                      <a:pt x="249" y="550"/>
                      <a:pt x="403" y="184"/>
                      <a:pt x="308" y="30"/>
                    </a:cubicBezTo>
                    <a:cubicBezTo>
                      <a:pt x="279" y="30"/>
                      <a:pt x="249" y="1"/>
                      <a:pt x="1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2" name="Google Shape;752;p45"/>
              <p:cNvSpPr/>
              <p:nvPr/>
            </p:nvSpPr>
            <p:spPr>
              <a:xfrm>
                <a:off x="7954178" y="4311522"/>
                <a:ext cx="47657" cy="32595"/>
              </a:xfrm>
              <a:custGeom>
                <a:avLst/>
                <a:gdLst/>
                <a:ahLst/>
                <a:cxnLst/>
                <a:rect l="l" t="t" r="r" b="b"/>
                <a:pathLst>
                  <a:path w="579" h="396" extrusionOk="0">
                    <a:moveTo>
                      <a:pt x="462" y="95"/>
                    </a:moveTo>
                    <a:cubicBezTo>
                      <a:pt x="462" y="95"/>
                      <a:pt x="491" y="95"/>
                      <a:pt x="491" y="125"/>
                    </a:cubicBezTo>
                    <a:cubicBezTo>
                      <a:pt x="520" y="154"/>
                      <a:pt x="491" y="154"/>
                      <a:pt x="491" y="183"/>
                    </a:cubicBezTo>
                    <a:cubicBezTo>
                      <a:pt x="462" y="242"/>
                      <a:pt x="279" y="278"/>
                      <a:pt x="154" y="308"/>
                    </a:cubicBezTo>
                    <a:cubicBezTo>
                      <a:pt x="249" y="212"/>
                      <a:pt x="366" y="95"/>
                      <a:pt x="432" y="95"/>
                    </a:cubicBezTo>
                    <a:close/>
                    <a:moveTo>
                      <a:pt x="432" y="0"/>
                    </a:moveTo>
                    <a:cubicBezTo>
                      <a:pt x="279" y="0"/>
                      <a:pt x="66" y="308"/>
                      <a:pt x="30" y="337"/>
                    </a:cubicBezTo>
                    <a:cubicBezTo>
                      <a:pt x="0" y="337"/>
                      <a:pt x="0" y="366"/>
                      <a:pt x="30" y="366"/>
                    </a:cubicBezTo>
                    <a:cubicBezTo>
                      <a:pt x="30" y="396"/>
                      <a:pt x="30" y="396"/>
                      <a:pt x="66" y="396"/>
                    </a:cubicBezTo>
                    <a:cubicBezTo>
                      <a:pt x="95" y="396"/>
                      <a:pt x="491" y="337"/>
                      <a:pt x="549" y="212"/>
                    </a:cubicBezTo>
                    <a:cubicBezTo>
                      <a:pt x="579" y="183"/>
                      <a:pt x="579" y="125"/>
                      <a:pt x="549" y="95"/>
                    </a:cubicBezTo>
                    <a:cubicBezTo>
                      <a:pt x="520" y="29"/>
                      <a:pt x="491" y="29"/>
                      <a:pt x="4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3" name="Google Shape;753;p45"/>
              <p:cNvSpPr/>
              <p:nvPr/>
            </p:nvSpPr>
            <p:spPr>
              <a:xfrm>
                <a:off x="7542539" y="3086150"/>
                <a:ext cx="652801" cy="1222468"/>
              </a:xfrm>
              <a:custGeom>
                <a:avLst/>
                <a:gdLst/>
                <a:ahLst/>
                <a:cxnLst/>
                <a:rect l="l" t="t" r="r" b="b"/>
                <a:pathLst>
                  <a:path w="7931" h="14852" extrusionOk="0">
                    <a:moveTo>
                      <a:pt x="7593" y="1"/>
                    </a:moveTo>
                    <a:lnTo>
                      <a:pt x="0" y="396"/>
                    </a:lnTo>
                    <a:lnTo>
                      <a:pt x="1040" y="14521"/>
                    </a:lnTo>
                    <a:cubicBezTo>
                      <a:pt x="1040" y="14521"/>
                      <a:pt x="1412" y="14581"/>
                      <a:pt x="2002" y="14581"/>
                    </a:cubicBezTo>
                    <a:cubicBezTo>
                      <a:pt x="2438" y="14581"/>
                      <a:pt x="2992" y="14548"/>
                      <a:pt x="3603" y="14433"/>
                    </a:cubicBezTo>
                    <a:lnTo>
                      <a:pt x="3749" y="3267"/>
                    </a:lnTo>
                    <a:lnTo>
                      <a:pt x="5155" y="14799"/>
                    </a:lnTo>
                    <a:cubicBezTo>
                      <a:pt x="5155" y="14799"/>
                      <a:pt x="5619" y="14851"/>
                      <a:pt x="6159" y="14851"/>
                    </a:cubicBezTo>
                    <a:cubicBezTo>
                      <a:pt x="6708" y="14851"/>
                      <a:pt x="7335" y="14797"/>
                      <a:pt x="7630" y="14580"/>
                    </a:cubicBezTo>
                    <a:cubicBezTo>
                      <a:pt x="7630" y="14580"/>
                      <a:pt x="7930" y="5244"/>
                      <a:pt x="75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4" name="Google Shape;754;p45"/>
              <p:cNvSpPr/>
              <p:nvPr/>
            </p:nvSpPr>
            <p:spPr>
              <a:xfrm>
                <a:off x="7735971" y="3341234"/>
                <a:ext cx="238781" cy="31278"/>
              </a:xfrm>
              <a:custGeom>
                <a:avLst/>
                <a:gdLst/>
                <a:ahLst/>
                <a:cxnLst/>
                <a:rect l="l" t="t" r="r" b="b"/>
                <a:pathLst>
                  <a:path w="2901" h="380" extrusionOk="0">
                    <a:moveTo>
                      <a:pt x="9" y="1"/>
                    </a:moveTo>
                    <a:cubicBezTo>
                      <a:pt x="1" y="1"/>
                      <a:pt x="1" y="14"/>
                      <a:pt x="1" y="14"/>
                    </a:cubicBezTo>
                    <a:lnTo>
                      <a:pt x="1" y="43"/>
                    </a:lnTo>
                    <a:cubicBezTo>
                      <a:pt x="30" y="43"/>
                      <a:pt x="1707" y="380"/>
                      <a:pt x="2864" y="380"/>
                    </a:cubicBezTo>
                    <a:cubicBezTo>
                      <a:pt x="2900" y="380"/>
                      <a:pt x="2900" y="380"/>
                      <a:pt x="2900" y="351"/>
                    </a:cubicBezTo>
                    <a:lnTo>
                      <a:pt x="2864" y="351"/>
                    </a:lnTo>
                    <a:cubicBezTo>
                      <a:pt x="1707" y="314"/>
                      <a:pt x="30" y="14"/>
                      <a:pt x="30" y="14"/>
                    </a:cubicBezTo>
                    <a:cubicBezTo>
                      <a:pt x="20" y="4"/>
                      <a:pt x="14" y="1"/>
                      <a:pt x="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5" name="Google Shape;755;p45"/>
              <p:cNvSpPr/>
              <p:nvPr/>
            </p:nvSpPr>
            <p:spPr>
              <a:xfrm>
                <a:off x="8135016" y="3171178"/>
                <a:ext cx="10289" cy="1112667"/>
              </a:xfrm>
              <a:custGeom>
                <a:avLst/>
                <a:gdLst/>
                <a:ahLst/>
                <a:cxnLst/>
                <a:rect l="l" t="t" r="r" b="b"/>
                <a:pathLst>
                  <a:path w="125" h="13517" extrusionOk="0">
                    <a:moveTo>
                      <a:pt x="29" y="0"/>
                    </a:moveTo>
                    <a:cubicBezTo>
                      <a:pt x="29" y="0"/>
                      <a:pt x="0" y="0"/>
                      <a:pt x="0" y="37"/>
                    </a:cubicBezTo>
                    <a:cubicBezTo>
                      <a:pt x="66" y="12485"/>
                      <a:pt x="66" y="13488"/>
                      <a:pt x="66" y="13517"/>
                    </a:cubicBezTo>
                    <a:lnTo>
                      <a:pt x="95" y="13517"/>
                    </a:lnTo>
                    <a:cubicBezTo>
                      <a:pt x="95" y="13488"/>
                      <a:pt x="125" y="12514"/>
                      <a:pt x="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6" name="Google Shape;756;p45"/>
              <p:cNvSpPr/>
              <p:nvPr/>
            </p:nvSpPr>
            <p:spPr>
              <a:xfrm>
                <a:off x="7805853" y="3357367"/>
                <a:ext cx="5515" cy="908949"/>
              </a:xfrm>
              <a:custGeom>
                <a:avLst/>
                <a:gdLst/>
                <a:ahLst/>
                <a:cxnLst/>
                <a:rect l="l" t="t" r="r" b="b"/>
                <a:pathLst>
                  <a:path w="67" h="11043" extrusionOk="0">
                    <a:moveTo>
                      <a:pt x="38" y="1"/>
                    </a:moveTo>
                    <a:cubicBezTo>
                      <a:pt x="1" y="1"/>
                      <a:pt x="1" y="1"/>
                      <a:pt x="1" y="30"/>
                    </a:cubicBezTo>
                    <a:lnTo>
                      <a:pt x="1" y="11043"/>
                    </a:lnTo>
                    <a:lnTo>
                      <a:pt x="67" y="11043"/>
                    </a:lnTo>
                    <a:lnTo>
                      <a:pt x="38" y="30"/>
                    </a:lnTo>
                    <a:lnTo>
                      <a:pt x="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7" name="Google Shape;757;p45"/>
              <p:cNvSpPr/>
              <p:nvPr/>
            </p:nvSpPr>
            <p:spPr>
              <a:xfrm>
                <a:off x="7823962" y="3161548"/>
                <a:ext cx="9713" cy="155566"/>
              </a:xfrm>
              <a:custGeom>
                <a:avLst/>
                <a:gdLst/>
                <a:ahLst/>
                <a:cxnLst/>
                <a:rect l="l" t="t" r="r" b="b"/>
                <a:pathLst>
                  <a:path w="118" h="1889" extrusionOk="0">
                    <a:moveTo>
                      <a:pt x="30" y="0"/>
                    </a:moveTo>
                    <a:cubicBezTo>
                      <a:pt x="30" y="0"/>
                      <a:pt x="1" y="0"/>
                      <a:pt x="1" y="29"/>
                    </a:cubicBezTo>
                    <a:lnTo>
                      <a:pt x="89" y="1889"/>
                    </a:lnTo>
                    <a:lnTo>
                      <a:pt x="118" y="1889"/>
                    </a:lnTo>
                    <a:lnTo>
                      <a:pt x="59" y="29"/>
                    </a:lnTo>
                    <a:cubicBezTo>
                      <a:pt x="59" y="0"/>
                      <a:pt x="30" y="0"/>
                      <a:pt x="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8" name="Google Shape;758;p45"/>
              <p:cNvSpPr/>
              <p:nvPr/>
            </p:nvSpPr>
            <p:spPr>
              <a:xfrm>
                <a:off x="8039782" y="3088620"/>
                <a:ext cx="95315" cy="223636"/>
              </a:xfrm>
              <a:custGeom>
                <a:avLst/>
                <a:gdLst/>
                <a:ahLst/>
                <a:cxnLst/>
                <a:rect l="l" t="t" r="r" b="b"/>
                <a:pathLst>
                  <a:path w="1158" h="2717" extrusionOk="0">
                    <a:moveTo>
                      <a:pt x="59" y="0"/>
                    </a:moveTo>
                    <a:cubicBezTo>
                      <a:pt x="0" y="1003"/>
                      <a:pt x="425" y="2014"/>
                      <a:pt x="1128" y="2687"/>
                    </a:cubicBezTo>
                    <a:lnTo>
                      <a:pt x="1157" y="2717"/>
                    </a:lnTo>
                    <a:lnTo>
                      <a:pt x="1157" y="2687"/>
                    </a:lnTo>
                    <a:lnTo>
                      <a:pt x="1157" y="2651"/>
                    </a:lnTo>
                    <a:cubicBezTo>
                      <a:pt x="454" y="1984"/>
                      <a:pt x="59" y="1003"/>
                      <a:pt x="88" y="29"/>
                    </a:cubicBezTo>
                    <a:lnTo>
                      <a:pt x="8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59" name="Google Shape;759;p45"/>
              <p:cNvSpPr/>
              <p:nvPr/>
            </p:nvSpPr>
            <p:spPr>
              <a:xfrm>
                <a:off x="7562376" y="3121133"/>
                <a:ext cx="83298" cy="191124"/>
              </a:xfrm>
              <a:custGeom>
                <a:avLst/>
                <a:gdLst/>
                <a:ahLst/>
                <a:cxnLst/>
                <a:rect l="l" t="t" r="r" b="b"/>
                <a:pathLst>
                  <a:path w="1012" h="2322" extrusionOk="0">
                    <a:moveTo>
                      <a:pt x="857" y="0"/>
                    </a:moveTo>
                    <a:cubicBezTo>
                      <a:pt x="857" y="0"/>
                      <a:pt x="828" y="0"/>
                      <a:pt x="828" y="30"/>
                    </a:cubicBezTo>
                    <a:cubicBezTo>
                      <a:pt x="887" y="367"/>
                      <a:pt x="945" y="857"/>
                      <a:pt x="828" y="1311"/>
                    </a:cubicBezTo>
                    <a:cubicBezTo>
                      <a:pt x="704" y="1772"/>
                      <a:pt x="396" y="2139"/>
                      <a:pt x="1" y="2256"/>
                    </a:cubicBezTo>
                    <a:lnTo>
                      <a:pt x="1" y="2292"/>
                    </a:lnTo>
                    <a:lnTo>
                      <a:pt x="30" y="2322"/>
                    </a:lnTo>
                    <a:cubicBezTo>
                      <a:pt x="433" y="2168"/>
                      <a:pt x="733" y="1802"/>
                      <a:pt x="887" y="1340"/>
                    </a:cubicBezTo>
                    <a:cubicBezTo>
                      <a:pt x="1011" y="857"/>
                      <a:pt x="945" y="337"/>
                      <a:pt x="8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0" name="Google Shape;760;p45"/>
              <p:cNvSpPr/>
              <p:nvPr/>
            </p:nvSpPr>
            <p:spPr>
              <a:xfrm>
                <a:off x="7828818" y="3125989"/>
                <a:ext cx="40414" cy="183881"/>
              </a:xfrm>
              <a:custGeom>
                <a:avLst/>
                <a:gdLst/>
                <a:ahLst/>
                <a:cxnLst/>
                <a:rect l="l" t="t" r="r" b="b"/>
                <a:pathLst>
                  <a:path w="491" h="2234" extrusionOk="0">
                    <a:moveTo>
                      <a:pt x="454" y="0"/>
                    </a:moveTo>
                    <a:cubicBezTo>
                      <a:pt x="425" y="0"/>
                      <a:pt x="425" y="0"/>
                      <a:pt x="425" y="37"/>
                    </a:cubicBezTo>
                    <a:cubicBezTo>
                      <a:pt x="425" y="37"/>
                      <a:pt x="425" y="886"/>
                      <a:pt x="396" y="1560"/>
                    </a:cubicBezTo>
                    <a:cubicBezTo>
                      <a:pt x="337" y="2167"/>
                      <a:pt x="30" y="2197"/>
                      <a:pt x="30" y="2197"/>
                    </a:cubicBezTo>
                    <a:lnTo>
                      <a:pt x="0" y="2197"/>
                    </a:lnTo>
                    <a:cubicBezTo>
                      <a:pt x="0" y="2233"/>
                      <a:pt x="30" y="2233"/>
                      <a:pt x="30" y="2233"/>
                    </a:cubicBezTo>
                    <a:cubicBezTo>
                      <a:pt x="59" y="2233"/>
                      <a:pt x="396" y="2233"/>
                      <a:pt x="425" y="1560"/>
                    </a:cubicBezTo>
                    <a:cubicBezTo>
                      <a:pt x="491" y="915"/>
                      <a:pt x="491" y="37"/>
                      <a:pt x="491" y="37"/>
                    </a:cubicBezTo>
                    <a:cubicBezTo>
                      <a:pt x="491" y="0"/>
                      <a:pt x="454" y="0"/>
                      <a:pt x="4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1" name="Google Shape;761;p45"/>
              <p:cNvSpPr/>
              <p:nvPr/>
            </p:nvSpPr>
            <p:spPr>
              <a:xfrm>
                <a:off x="7456935" y="4326585"/>
                <a:ext cx="95891" cy="75396"/>
              </a:xfrm>
              <a:custGeom>
                <a:avLst/>
                <a:gdLst/>
                <a:ahLst/>
                <a:cxnLst/>
                <a:rect l="l" t="t" r="r" b="b"/>
                <a:pathLst>
                  <a:path w="1165" h="916" extrusionOk="0">
                    <a:moveTo>
                      <a:pt x="982" y="0"/>
                    </a:moveTo>
                    <a:cubicBezTo>
                      <a:pt x="213" y="366"/>
                      <a:pt x="0" y="732"/>
                      <a:pt x="0" y="732"/>
                    </a:cubicBezTo>
                    <a:cubicBezTo>
                      <a:pt x="0" y="732"/>
                      <a:pt x="30" y="828"/>
                      <a:pt x="1099" y="916"/>
                    </a:cubicBezTo>
                    <a:cubicBezTo>
                      <a:pt x="1165" y="579"/>
                      <a:pt x="1128" y="278"/>
                      <a:pt x="9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2" name="Google Shape;762;p45"/>
              <p:cNvSpPr/>
              <p:nvPr/>
            </p:nvSpPr>
            <p:spPr>
              <a:xfrm>
                <a:off x="7452079" y="4320741"/>
                <a:ext cx="107991" cy="86096"/>
              </a:xfrm>
              <a:custGeom>
                <a:avLst/>
                <a:gdLst/>
                <a:ahLst/>
                <a:cxnLst/>
                <a:rect l="l" t="t" r="r" b="b"/>
                <a:pathLst>
                  <a:path w="1312" h="1046" extrusionOk="0">
                    <a:moveTo>
                      <a:pt x="1004" y="166"/>
                    </a:moveTo>
                    <a:cubicBezTo>
                      <a:pt x="1099" y="379"/>
                      <a:pt x="1158" y="650"/>
                      <a:pt x="1128" y="899"/>
                    </a:cubicBezTo>
                    <a:cubicBezTo>
                      <a:pt x="521" y="862"/>
                      <a:pt x="272" y="803"/>
                      <a:pt x="154" y="774"/>
                    </a:cubicBezTo>
                    <a:cubicBezTo>
                      <a:pt x="272" y="650"/>
                      <a:pt x="521" y="408"/>
                      <a:pt x="1004" y="166"/>
                    </a:cubicBezTo>
                    <a:close/>
                    <a:moveTo>
                      <a:pt x="1034" y="0"/>
                    </a:moveTo>
                    <a:cubicBezTo>
                      <a:pt x="1025" y="0"/>
                      <a:pt x="1015" y="4"/>
                      <a:pt x="1004" y="13"/>
                    </a:cubicBezTo>
                    <a:cubicBezTo>
                      <a:pt x="242" y="379"/>
                      <a:pt x="1" y="745"/>
                      <a:pt x="1" y="745"/>
                    </a:cubicBezTo>
                    <a:lnTo>
                      <a:pt x="1" y="803"/>
                    </a:lnTo>
                    <a:cubicBezTo>
                      <a:pt x="1" y="862"/>
                      <a:pt x="59" y="957"/>
                      <a:pt x="1158" y="1045"/>
                    </a:cubicBezTo>
                    <a:cubicBezTo>
                      <a:pt x="1224" y="1045"/>
                      <a:pt x="1224" y="1016"/>
                      <a:pt x="1253" y="987"/>
                    </a:cubicBezTo>
                    <a:cubicBezTo>
                      <a:pt x="1311" y="650"/>
                      <a:pt x="1253" y="313"/>
                      <a:pt x="1099" y="42"/>
                    </a:cubicBezTo>
                    <a:cubicBezTo>
                      <a:pt x="1078" y="21"/>
                      <a:pt x="1058" y="0"/>
                      <a:pt x="10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3" name="Google Shape;763;p45"/>
              <p:cNvSpPr/>
              <p:nvPr/>
            </p:nvSpPr>
            <p:spPr>
              <a:xfrm>
                <a:off x="7537683" y="4293990"/>
                <a:ext cx="276150" cy="110872"/>
              </a:xfrm>
              <a:custGeom>
                <a:avLst/>
                <a:gdLst/>
                <a:ahLst/>
                <a:cxnLst/>
                <a:rect l="l" t="t" r="r" b="b"/>
                <a:pathLst>
                  <a:path w="3355" h="1347" extrusionOk="0">
                    <a:moveTo>
                      <a:pt x="1004" y="1"/>
                    </a:moveTo>
                    <a:cubicBezTo>
                      <a:pt x="608" y="125"/>
                      <a:pt x="271" y="272"/>
                      <a:pt x="1" y="396"/>
                    </a:cubicBezTo>
                    <a:cubicBezTo>
                      <a:pt x="147" y="674"/>
                      <a:pt x="184" y="975"/>
                      <a:pt x="118" y="1312"/>
                    </a:cubicBezTo>
                    <a:cubicBezTo>
                      <a:pt x="396" y="1312"/>
                      <a:pt x="762" y="1341"/>
                      <a:pt x="1187" y="1341"/>
                    </a:cubicBezTo>
                    <a:cubicBezTo>
                      <a:pt x="1310" y="1345"/>
                      <a:pt x="1427" y="1347"/>
                      <a:pt x="1537" y="1347"/>
                    </a:cubicBezTo>
                    <a:cubicBezTo>
                      <a:pt x="3270" y="1347"/>
                      <a:pt x="3354" y="887"/>
                      <a:pt x="3354" y="887"/>
                    </a:cubicBezTo>
                    <a:cubicBezTo>
                      <a:pt x="3325" y="338"/>
                      <a:pt x="3200" y="30"/>
                      <a:pt x="3200" y="1"/>
                    </a:cubicBezTo>
                    <a:cubicBezTo>
                      <a:pt x="2876" y="194"/>
                      <a:pt x="2523" y="258"/>
                      <a:pt x="2198" y="258"/>
                    </a:cubicBezTo>
                    <a:cubicBezTo>
                      <a:pt x="1547" y="258"/>
                      <a:pt x="1004" y="1"/>
                      <a:pt x="10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4" name="Google Shape;764;p45"/>
              <p:cNvSpPr/>
              <p:nvPr/>
            </p:nvSpPr>
            <p:spPr>
              <a:xfrm>
                <a:off x="7532250" y="4289216"/>
                <a:ext cx="286356" cy="122971"/>
              </a:xfrm>
              <a:custGeom>
                <a:avLst/>
                <a:gdLst/>
                <a:ahLst/>
                <a:cxnLst/>
                <a:rect l="l" t="t" r="r" b="b"/>
                <a:pathLst>
                  <a:path w="3479" h="1494" extrusionOk="0">
                    <a:moveTo>
                      <a:pt x="1070" y="117"/>
                    </a:moveTo>
                    <a:cubicBezTo>
                      <a:pt x="1191" y="181"/>
                      <a:pt x="1704" y="389"/>
                      <a:pt x="2294" y="389"/>
                    </a:cubicBezTo>
                    <a:cubicBezTo>
                      <a:pt x="2592" y="389"/>
                      <a:pt x="2910" y="336"/>
                      <a:pt x="3208" y="183"/>
                    </a:cubicBezTo>
                    <a:cubicBezTo>
                      <a:pt x="3266" y="300"/>
                      <a:pt x="3325" y="549"/>
                      <a:pt x="3325" y="916"/>
                    </a:cubicBezTo>
                    <a:cubicBezTo>
                      <a:pt x="3325" y="916"/>
                      <a:pt x="3221" y="1345"/>
                      <a:pt x="1570" y="1345"/>
                    </a:cubicBezTo>
                    <a:cubicBezTo>
                      <a:pt x="1470" y="1345"/>
                      <a:pt x="1364" y="1344"/>
                      <a:pt x="1253" y="1340"/>
                    </a:cubicBezTo>
                    <a:cubicBezTo>
                      <a:pt x="887" y="1340"/>
                      <a:pt x="550" y="1311"/>
                      <a:pt x="279" y="1311"/>
                    </a:cubicBezTo>
                    <a:cubicBezTo>
                      <a:pt x="308" y="1003"/>
                      <a:pt x="279" y="732"/>
                      <a:pt x="154" y="483"/>
                    </a:cubicBezTo>
                    <a:cubicBezTo>
                      <a:pt x="433" y="366"/>
                      <a:pt x="733" y="242"/>
                      <a:pt x="1070" y="117"/>
                    </a:cubicBezTo>
                    <a:close/>
                    <a:moveTo>
                      <a:pt x="1040" y="0"/>
                    </a:moveTo>
                    <a:cubicBezTo>
                      <a:pt x="674" y="117"/>
                      <a:pt x="337" y="242"/>
                      <a:pt x="30" y="396"/>
                    </a:cubicBezTo>
                    <a:cubicBezTo>
                      <a:pt x="1" y="396"/>
                      <a:pt x="1" y="425"/>
                      <a:pt x="1" y="425"/>
                    </a:cubicBezTo>
                    <a:lnTo>
                      <a:pt x="1" y="483"/>
                    </a:lnTo>
                    <a:cubicBezTo>
                      <a:pt x="125" y="732"/>
                      <a:pt x="184" y="1033"/>
                      <a:pt x="125" y="1340"/>
                    </a:cubicBezTo>
                    <a:cubicBezTo>
                      <a:pt x="125" y="1370"/>
                      <a:pt x="125" y="1370"/>
                      <a:pt x="154" y="1399"/>
                    </a:cubicBezTo>
                    <a:lnTo>
                      <a:pt x="184" y="1428"/>
                    </a:lnTo>
                    <a:cubicBezTo>
                      <a:pt x="491" y="1465"/>
                      <a:pt x="857" y="1465"/>
                      <a:pt x="1253" y="1465"/>
                    </a:cubicBezTo>
                    <a:cubicBezTo>
                      <a:pt x="1377" y="1494"/>
                      <a:pt x="1465" y="1494"/>
                      <a:pt x="1590" y="1494"/>
                    </a:cubicBezTo>
                    <a:cubicBezTo>
                      <a:pt x="3362" y="1494"/>
                      <a:pt x="3479" y="1003"/>
                      <a:pt x="3479" y="945"/>
                    </a:cubicBezTo>
                    <a:cubicBezTo>
                      <a:pt x="3479" y="513"/>
                      <a:pt x="3391" y="242"/>
                      <a:pt x="3362" y="117"/>
                    </a:cubicBezTo>
                    <a:cubicBezTo>
                      <a:pt x="3325" y="88"/>
                      <a:pt x="3325" y="59"/>
                      <a:pt x="3325" y="59"/>
                    </a:cubicBezTo>
                    <a:cubicBezTo>
                      <a:pt x="3325" y="30"/>
                      <a:pt x="3325" y="30"/>
                      <a:pt x="3296" y="0"/>
                    </a:cubicBezTo>
                    <a:lnTo>
                      <a:pt x="3237" y="0"/>
                    </a:lnTo>
                    <a:cubicBezTo>
                      <a:pt x="2922" y="183"/>
                      <a:pt x="2580" y="244"/>
                      <a:pt x="2263" y="244"/>
                    </a:cubicBezTo>
                    <a:cubicBezTo>
                      <a:pt x="1629" y="244"/>
                      <a:pt x="1099" y="0"/>
                      <a:pt x="109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5" name="Google Shape;765;p45"/>
              <p:cNvSpPr/>
              <p:nvPr/>
            </p:nvSpPr>
            <p:spPr>
              <a:xfrm>
                <a:off x="7454548" y="4366918"/>
                <a:ext cx="359283" cy="50950"/>
              </a:xfrm>
              <a:custGeom>
                <a:avLst/>
                <a:gdLst/>
                <a:ahLst/>
                <a:cxnLst/>
                <a:rect l="l" t="t" r="r" b="b"/>
                <a:pathLst>
                  <a:path w="4365" h="619" extrusionOk="0">
                    <a:moveTo>
                      <a:pt x="4364" y="1"/>
                    </a:moveTo>
                    <a:lnTo>
                      <a:pt x="4364" y="1"/>
                    </a:lnTo>
                    <a:cubicBezTo>
                      <a:pt x="3772" y="153"/>
                      <a:pt x="2809" y="353"/>
                      <a:pt x="1593" y="353"/>
                    </a:cubicBezTo>
                    <a:cubicBezTo>
                      <a:pt x="1109" y="353"/>
                      <a:pt x="586" y="322"/>
                      <a:pt x="29" y="242"/>
                    </a:cubicBezTo>
                    <a:cubicBezTo>
                      <a:pt x="0" y="367"/>
                      <a:pt x="0" y="455"/>
                      <a:pt x="0" y="455"/>
                    </a:cubicBezTo>
                    <a:cubicBezTo>
                      <a:pt x="0" y="455"/>
                      <a:pt x="187" y="619"/>
                      <a:pt x="1474" y="619"/>
                    </a:cubicBezTo>
                    <a:cubicBezTo>
                      <a:pt x="1652" y="619"/>
                      <a:pt x="1850" y="616"/>
                      <a:pt x="2072" y="609"/>
                    </a:cubicBezTo>
                    <a:cubicBezTo>
                      <a:pt x="3720" y="550"/>
                      <a:pt x="4335" y="301"/>
                      <a:pt x="4335" y="301"/>
                    </a:cubicBezTo>
                    <a:cubicBezTo>
                      <a:pt x="4335" y="213"/>
                      <a:pt x="4335" y="89"/>
                      <a:pt x="43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6" name="Google Shape;766;p45"/>
              <p:cNvSpPr/>
              <p:nvPr/>
            </p:nvSpPr>
            <p:spPr>
              <a:xfrm>
                <a:off x="7449692" y="4359098"/>
                <a:ext cx="368913" cy="65766"/>
              </a:xfrm>
              <a:custGeom>
                <a:avLst/>
                <a:gdLst/>
                <a:ahLst/>
                <a:cxnLst/>
                <a:rect l="l" t="t" r="r" b="b"/>
                <a:pathLst>
                  <a:path w="4482" h="799" extrusionOk="0">
                    <a:moveTo>
                      <a:pt x="4328" y="184"/>
                    </a:moveTo>
                    <a:lnTo>
                      <a:pt x="4328" y="367"/>
                    </a:lnTo>
                    <a:cubicBezTo>
                      <a:pt x="4182" y="396"/>
                      <a:pt x="3537" y="579"/>
                      <a:pt x="2131" y="645"/>
                    </a:cubicBezTo>
                    <a:cubicBezTo>
                      <a:pt x="1978" y="648"/>
                      <a:pt x="1835" y="649"/>
                      <a:pt x="1704" y="649"/>
                    </a:cubicBezTo>
                    <a:cubicBezTo>
                      <a:pt x="554" y="649"/>
                      <a:pt x="207" y="544"/>
                      <a:pt x="154" y="491"/>
                    </a:cubicBezTo>
                    <a:lnTo>
                      <a:pt x="154" y="396"/>
                    </a:lnTo>
                    <a:cubicBezTo>
                      <a:pt x="722" y="480"/>
                      <a:pt x="1254" y="513"/>
                      <a:pt x="1742" y="513"/>
                    </a:cubicBezTo>
                    <a:cubicBezTo>
                      <a:pt x="2878" y="513"/>
                      <a:pt x="3775" y="332"/>
                      <a:pt x="4328" y="184"/>
                    </a:cubicBezTo>
                    <a:close/>
                    <a:moveTo>
                      <a:pt x="4394" y="1"/>
                    </a:moveTo>
                    <a:cubicBezTo>
                      <a:pt x="3860" y="175"/>
                      <a:pt x="2932" y="375"/>
                      <a:pt x="1741" y="375"/>
                    </a:cubicBezTo>
                    <a:cubicBezTo>
                      <a:pt x="1234" y="375"/>
                      <a:pt x="680" y="339"/>
                      <a:pt x="88" y="250"/>
                    </a:cubicBezTo>
                    <a:cubicBezTo>
                      <a:pt x="59" y="250"/>
                      <a:pt x="30" y="279"/>
                      <a:pt x="30" y="308"/>
                    </a:cubicBezTo>
                    <a:cubicBezTo>
                      <a:pt x="0" y="462"/>
                      <a:pt x="0" y="550"/>
                      <a:pt x="0" y="550"/>
                    </a:cubicBezTo>
                    <a:cubicBezTo>
                      <a:pt x="0" y="579"/>
                      <a:pt x="30" y="579"/>
                      <a:pt x="30" y="579"/>
                    </a:cubicBezTo>
                    <a:cubicBezTo>
                      <a:pt x="59" y="616"/>
                      <a:pt x="271" y="799"/>
                      <a:pt x="1494" y="799"/>
                    </a:cubicBezTo>
                    <a:cubicBezTo>
                      <a:pt x="1677" y="799"/>
                      <a:pt x="1890" y="762"/>
                      <a:pt x="2168" y="762"/>
                    </a:cubicBezTo>
                    <a:cubicBezTo>
                      <a:pt x="3779" y="704"/>
                      <a:pt x="4394" y="491"/>
                      <a:pt x="4394" y="462"/>
                    </a:cubicBezTo>
                    <a:cubicBezTo>
                      <a:pt x="4423" y="462"/>
                      <a:pt x="4452" y="433"/>
                      <a:pt x="4452" y="433"/>
                    </a:cubicBezTo>
                    <a:cubicBezTo>
                      <a:pt x="4452" y="308"/>
                      <a:pt x="4482" y="184"/>
                      <a:pt x="4482" y="96"/>
                    </a:cubicBezTo>
                    <a:cubicBezTo>
                      <a:pt x="4482" y="67"/>
                      <a:pt x="4452" y="30"/>
                      <a:pt x="4452" y="30"/>
                    </a:cubicBezTo>
                    <a:cubicBezTo>
                      <a:pt x="4423" y="1"/>
                      <a:pt x="4423" y="1"/>
                      <a:pt x="43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7" name="Google Shape;767;p45"/>
              <p:cNvSpPr/>
              <p:nvPr/>
            </p:nvSpPr>
            <p:spPr>
              <a:xfrm>
                <a:off x="7570196" y="4307242"/>
                <a:ext cx="32677" cy="57370"/>
              </a:xfrm>
              <a:custGeom>
                <a:avLst/>
                <a:gdLst/>
                <a:ahLst/>
                <a:cxnLst/>
                <a:rect l="l" t="t" r="r" b="b"/>
                <a:pathLst>
                  <a:path w="397" h="697" extrusionOk="0">
                    <a:moveTo>
                      <a:pt x="19" y="1"/>
                    </a:moveTo>
                    <a:cubicBezTo>
                      <a:pt x="8" y="1"/>
                      <a:pt x="1" y="8"/>
                      <a:pt x="1" y="23"/>
                    </a:cubicBezTo>
                    <a:lnTo>
                      <a:pt x="1" y="81"/>
                    </a:lnTo>
                    <a:cubicBezTo>
                      <a:pt x="30" y="81"/>
                      <a:pt x="338" y="264"/>
                      <a:pt x="301" y="660"/>
                    </a:cubicBezTo>
                    <a:cubicBezTo>
                      <a:pt x="301" y="697"/>
                      <a:pt x="301" y="697"/>
                      <a:pt x="338" y="697"/>
                    </a:cubicBezTo>
                    <a:cubicBezTo>
                      <a:pt x="367" y="697"/>
                      <a:pt x="367" y="697"/>
                      <a:pt x="367" y="660"/>
                    </a:cubicBezTo>
                    <a:cubicBezTo>
                      <a:pt x="396" y="206"/>
                      <a:pt x="59" y="23"/>
                      <a:pt x="59" y="23"/>
                    </a:cubicBezTo>
                    <a:cubicBezTo>
                      <a:pt x="45" y="8"/>
                      <a:pt x="30" y="1"/>
                      <a:pt x="1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8" name="Google Shape;768;p45"/>
              <p:cNvSpPr/>
              <p:nvPr/>
            </p:nvSpPr>
            <p:spPr>
              <a:xfrm>
                <a:off x="7600404" y="4296459"/>
                <a:ext cx="30208" cy="57946"/>
              </a:xfrm>
              <a:custGeom>
                <a:avLst/>
                <a:gdLst/>
                <a:ahLst/>
                <a:cxnLst/>
                <a:rect l="l" t="t" r="r" b="b"/>
                <a:pathLst>
                  <a:path w="367" h="704" extrusionOk="0">
                    <a:moveTo>
                      <a:pt x="59" y="0"/>
                    </a:moveTo>
                    <a:cubicBezTo>
                      <a:pt x="29" y="0"/>
                      <a:pt x="0" y="0"/>
                      <a:pt x="0" y="29"/>
                    </a:cubicBezTo>
                    <a:lnTo>
                      <a:pt x="0" y="59"/>
                    </a:lnTo>
                    <a:cubicBezTo>
                      <a:pt x="29" y="59"/>
                      <a:pt x="271" y="212"/>
                      <a:pt x="300" y="674"/>
                    </a:cubicBezTo>
                    <a:cubicBezTo>
                      <a:pt x="300" y="674"/>
                      <a:pt x="300" y="703"/>
                      <a:pt x="337" y="703"/>
                    </a:cubicBezTo>
                    <a:cubicBezTo>
                      <a:pt x="366" y="703"/>
                      <a:pt x="366" y="674"/>
                      <a:pt x="366" y="644"/>
                    </a:cubicBezTo>
                    <a:cubicBezTo>
                      <a:pt x="366" y="183"/>
                      <a:pt x="59" y="0"/>
                      <a:pt x="5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69" name="Google Shape;769;p45"/>
              <p:cNvSpPr/>
              <p:nvPr/>
            </p:nvSpPr>
            <p:spPr>
              <a:xfrm>
                <a:off x="7597935" y="4263864"/>
                <a:ext cx="32677" cy="50127"/>
              </a:xfrm>
              <a:custGeom>
                <a:avLst/>
                <a:gdLst/>
                <a:ahLst/>
                <a:cxnLst/>
                <a:rect l="l" t="t" r="r" b="b"/>
                <a:pathLst>
                  <a:path w="397" h="609" extrusionOk="0">
                    <a:moveTo>
                      <a:pt x="184" y="59"/>
                    </a:moveTo>
                    <a:cubicBezTo>
                      <a:pt x="213" y="59"/>
                      <a:pt x="213" y="89"/>
                      <a:pt x="242" y="89"/>
                    </a:cubicBezTo>
                    <a:cubicBezTo>
                      <a:pt x="272" y="154"/>
                      <a:pt x="242" y="338"/>
                      <a:pt x="213" y="455"/>
                    </a:cubicBezTo>
                    <a:cubicBezTo>
                      <a:pt x="147" y="338"/>
                      <a:pt x="89" y="154"/>
                      <a:pt x="147" y="89"/>
                    </a:cubicBezTo>
                    <a:cubicBezTo>
                      <a:pt x="147" y="89"/>
                      <a:pt x="147" y="59"/>
                      <a:pt x="184" y="59"/>
                    </a:cubicBezTo>
                    <a:close/>
                    <a:moveTo>
                      <a:pt x="184" y="1"/>
                    </a:moveTo>
                    <a:cubicBezTo>
                      <a:pt x="118" y="1"/>
                      <a:pt x="89" y="30"/>
                      <a:pt x="59" y="59"/>
                    </a:cubicBezTo>
                    <a:cubicBezTo>
                      <a:pt x="1" y="213"/>
                      <a:pt x="147" y="550"/>
                      <a:pt x="184" y="579"/>
                    </a:cubicBezTo>
                    <a:cubicBezTo>
                      <a:pt x="184" y="608"/>
                      <a:pt x="184" y="608"/>
                      <a:pt x="213" y="608"/>
                    </a:cubicBezTo>
                    <a:cubicBezTo>
                      <a:pt x="213" y="608"/>
                      <a:pt x="242" y="608"/>
                      <a:pt x="242" y="579"/>
                    </a:cubicBezTo>
                    <a:cubicBezTo>
                      <a:pt x="242" y="550"/>
                      <a:pt x="396" y="184"/>
                      <a:pt x="301" y="30"/>
                    </a:cubicBezTo>
                    <a:cubicBezTo>
                      <a:pt x="272" y="30"/>
                      <a:pt x="242" y="1"/>
                      <a:pt x="1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0" name="Google Shape;770;p45"/>
              <p:cNvSpPr/>
              <p:nvPr/>
            </p:nvSpPr>
            <p:spPr>
              <a:xfrm>
                <a:off x="7610034" y="4283619"/>
                <a:ext cx="48234" cy="30372"/>
              </a:xfrm>
              <a:custGeom>
                <a:avLst/>
                <a:gdLst/>
                <a:ahLst/>
                <a:cxnLst/>
                <a:rect l="l" t="t" r="r" b="b"/>
                <a:pathLst>
                  <a:path w="586" h="369" extrusionOk="0">
                    <a:moveTo>
                      <a:pt x="462" y="68"/>
                    </a:moveTo>
                    <a:cubicBezTo>
                      <a:pt x="462" y="68"/>
                      <a:pt x="491" y="68"/>
                      <a:pt x="491" y="98"/>
                    </a:cubicBezTo>
                    <a:cubicBezTo>
                      <a:pt x="520" y="127"/>
                      <a:pt x="491" y="127"/>
                      <a:pt x="491" y="156"/>
                    </a:cubicBezTo>
                    <a:cubicBezTo>
                      <a:pt x="462" y="215"/>
                      <a:pt x="278" y="251"/>
                      <a:pt x="154" y="281"/>
                    </a:cubicBezTo>
                    <a:cubicBezTo>
                      <a:pt x="249" y="185"/>
                      <a:pt x="366" y="68"/>
                      <a:pt x="432" y="68"/>
                    </a:cubicBezTo>
                    <a:close/>
                    <a:moveTo>
                      <a:pt x="436" y="0"/>
                    </a:moveTo>
                    <a:cubicBezTo>
                      <a:pt x="260" y="0"/>
                      <a:pt x="65" y="282"/>
                      <a:pt x="37" y="310"/>
                    </a:cubicBezTo>
                    <a:cubicBezTo>
                      <a:pt x="0" y="310"/>
                      <a:pt x="0" y="339"/>
                      <a:pt x="37" y="339"/>
                    </a:cubicBezTo>
                    <a:cubicBezTo>
                      <a:pt x="37" y="368"/>
                      <a:pt x="37" y="368"/>
                      <a:pt x="66" y="368"/>
                    </a:cubicBezTo>
                    <a:cubicBezTo>
                      <a:pt x="95" y="368"/>
                      <a:pt x="491" y="310"/>
                      <a:pt x="549" y="185"/>
                    </a:cubicBezTo>
                    <a:cubicBezTo>
                      <a:pt x="586" y="156"/>
                      <a:pt x="586" y="98"/>
                      <a:pt x="549" y="68"/>
                    </a:cubicBezTo>
                    <a:cubicBezTo>
                      <a:pt x="520" y="2"/>
                      <a:pt x="491" y="2"/>
                      <a:pt x="462" y="2"/>
                    </a:cubicBezTo>
                    <a:cubicBezTo>
                      <a:pt x="453" y="1"/>
                      <a:pt x="445" y="0"/>
                      <a:pt x="43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1" name="Google Shape;771;p45"/>
              <p:cNvSpPr/>
              <p:nvPr/>
            </p:nvSpPr>
            <p:spPr>
              <a:xfrm>
                <a:off x="7763710" y="2827610"/>
                <a:ext cx="165855" cy="160422"/>
              </a:xfrm>
              <a:custGeom>
                <a:avLst/>
                <a:gdLst/>
                <a:ahLst/>
                <a:cxnLst/>
                <a:rect l="l" t="t" r="r" b="b"/>
                <a:pathLst>
                  <a:path w="2015" h="1949" extrusionOk="0">
                    <a:moveTo>
                      <a:pt x="0" y="0"/>
                    </a:moveTo>
                    <a:lnTo>
                      <a:pt x="0" y="30"/>
                    </a:lnTo>
                    <a:cubicBezTo>
                      <a:pt x="513" y="791"/>
                      <a:pt x="1187" y="1465"/>
                      <a:pt x="1977" y="1948"/>
                    </a:cubicBezTo>
                    <a:lnTo>
                      <a:pt x="2014" y="1948"/>
                    </a:lnTo>
                    <a:lnTo>
                      <a:pt x="2014" y="1919"/>
                    </a:lnTo>
                    <a:cubicBezTo>
                      <a:pt x="1216" y="1428"/>
                      <a:pt x="550" y="762"/>
                      <a:pt x="30" y="0"/>
                    </a:cubicBezTo>
                    <a:close/>
                  </a:path>
                </a:pathLst>
              </a:custGeom>
              <a:solidFill>
                <a:srgbClr val="253269"/>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2" name="Google Shape;772;p45"/>
              <p:cNvSpPr/>
              <p:nvPr/>
            </p:nvSpPr>
            <p:spPr>
              <a:xfrm>
                <a:off x="7725764" y="2860123"/>
                <a:ext cx="107908" cy="168242"/>
              </a:xfrm>
              <a:custGeom>
                <a:avLst/>
                <a:gdLst/>
                <a:ahLst/>
                <a:cxnLst/>
                <a:rect l="l" t="t" r="r" b="b"/>
                <a:pathLst>
                  <a:path w="1311" h="2044" extrusionOk="0">
                    <a:moveTo>
                      <a:pt x="0" y="1"/>
                    </a:moveTo>
                    <a:cubicBezTo>
                      <a:pt x="308" y="762"/>
                      <a:pt x="732" y="1465"/>
                      <a:pt x="1282" y="2044"/>
                    </a:cubicBezTo>
                    <a:lnTo>
                      <a:pt x="1311" y="2044"/>
                    </a:lnTo>
                    <a:lnTo>
                      <a:pt x="1311" y="2015"/>
                    </a:lnTo>
                    <a:cubicBezTo>
                      <a:pt x="762" y="1436"/>
                      <a:pt x="337" y="733"/>
                      <a:pt x="29" y="1"/>
                    </a:cubicBezTo>
                    <a:close/>
                  </a:path>
                </a:pathLst>
              </a:custGeom>
              <a:solidFill>
                <a:srgbClr val="253269"/>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3" name="Google Shape;773;p45"/>
              <p:cNvSpPr/>
              <p:nvPr/>
            </p:nvSpPr>
            <p:spPr>
              <a:xfrm>
                <a:off x="7120611" y="3151259"/>
                <a:ext cx="233349" cy="334426"/>
              </a:xfrm>
              <a:custGeom>
                <a:avLst/>
                <a:gdLst/>
                <a:ahLst/>
                <a:cxnLst/>
                <a:rect l="l" t="t" r="r" b="b"/>
                <a:pathLst>
                  <a:path w="2835" h="4063" extrusionOk="0">
                    <a:moveTo>
                      <a:pt x="1619" y="1"/>
                    </a:moveTo>
                    <a:cubicBezTo>
                      <a:pt x="1223" y="1011"/>
                      <a:pt x="974" y="1707"/>
                      <a:pt x="974" y="1707"/>
                    </a:cubicBezTo>
                    <a:cubicBezTo>
                      <a:pt x="637" y="2168"/>
                      <a:pt x="0" y="3171"/>
                      <a:pt x="125" y="3296"/>
                    </a:cubicBezTo>
                    <a:cubicBezTo>
                      <a:pt x="138" y="3307"/>
                      <a:pt x="154" y="3312"/>
                      <a:pt x="172" y="3312"/>
                    </a:cubicBezTo>
                    <a:cubicBezTo>
                      <a:pt x="359" y="3312"/>
                      <a:pt x="791" y="2776"/>
                      <a:pt x="791" y="2776"/>
                    </a:cubicBezTo>
                    <a:lnTo>
                      <a:pt x="791" y="2776"/>
                    </a:lnTo>
                    <a:cubicBezTo>
                      <a:pt x="791" y="2776"/>
                      <a:pt x="242" y="3603"/>
                      <a:pt x="367" y="3720"/>
                    </a:cubicBezTo>
                    <a:cubicBezTo>
                      <a:pt x="376" y="3728"/>
                      <a:pt x="388" y="3732"/>
                      <a:pt x="400" y="3732"/>
                    </a:cubicBezTo>
                    <a:cubicBezTo>
                      <a:pt x="588" y="3732"/>
                      <a:pt x="1069" y="2930"/>
                      <a:pt x="1069" y="2930"/>
                    </a:cubicBezTo>
                    <a:lnTo>
                      <a:pt x="1069" y="2930"/>
                    </a:lnTo>
                    <a:cubicBezTo>
                      <a:pt x="1069" y="2930"/>
                      <a:pt x="579" y="3874"/>
                      <a:pt x="733" y="3969"/>
                    </a:cubicBezTo>
                    <a:cubicBezTo>
                      <a:pt x="749" y="3983"/>
                      <a:pt x="766" y="3989"/>
                      <a:pt x="784" y="3989"/>
                    </a:cubicBezTo>
                    <a:cubicBezTo>
                      <a:pt x="1012" y="3989"/>
                      <a:pt x="1406" y="3025"/>
                      <a:pt x="1406" y="3025"/>
                    </a:cubicBezTo>
                    <a:lnTo>
                      <a:pt x="1406" y="3025"/>
                    </a:lnTo>
                    <a:cubicBezTo>
                      <a:pt x="1406" y="3025"/>
                      <a:pt x="1157" y="3969"/>
                      <a:pt x="1340" y="4057"/>
                    </a:cubicBezTo>
                    <a:cubicBezTo>
                      <a:pt x="1348" y="4061"/>
                      <a:pt x="1356" y="4062"/>
                      <a:pt x="1364" y="4062"/>
                    </a:cubicBezTo>
                    <a:cubicBezTo>
                      <a:pt x="1575" y="4062"/>
                      <a:pt x="1860" y="2900"/>
                      <a:pt x="1860" y="2900"/>
                    </a:cubicBezTo>
                    <a:cubicBezTo>
                      <a:pt x="1860" y="2900"/>
                      <a:pt x="1883" y="3351"/>
                      <a:pt x="2035" y="3351"/>
                    </a:cubicBezTo>
                    <a:cubicBezTo>
                      <a:pt x="2055" y="3351"/>
                      <a:pt x="2077" y="3343"/>
                      <a:pt x="2102" y="3325"/>
                    </a:cubicBezTo>
                    <a:cubicBezTo>
                      <a:pt x="2322" y="3171"/>
                      <a:pt x="2226" y="2197"/>
                      <a:pt x="2226" y="2197"/>
                    </a:cubicBezTo>
                    <a:cubicBezTo>
                      <a:pt x="2226" y="2197"/>
                      <a:pt x="2468" y="1773"/>
                      <a:pt x="2834" y="1157"/>
                    </a:cubicBezTo>
                    <a:cubicBezTo>
                      <a:pt x="2622" y="887"/>
                      <a:pt x="2468" y="608"/>
                      <a:pt x="2322" y="337"/>
                    </a:cubicBezTo>
                    <a:cubicBezTo>
                      <a:pt x="2102" y="213"/>
                      <a:pt x="1860" y="96"/>
                      <a:pt x="16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4" name="Google Shape;774;p45"/>
              <p:cNvSpPr/>
              <p:nvPr/>
            </p:nvSpPr>
            <p:spPr>
              <a:xfrm>
                <a:off x="7107935" y="3146402"/>
                <a:ext cx="251457" cy="344303"/>
              </a:xfrm>
              <a:custGeom>
                <a:avLst/>
                <a:gdLst/>
                <a:ahLst/>
                <a:cxnLst/>
                <a:rect l="l" t="t" r="r" b="b"/>
                <a:pathLst>
                  <a:path w="3055" h="4183" extrusionOk="0">
                    <a:moveTo>
                      <a:pt x="1802" y="155"/>
                    </a:moveTo>
                    <a:cubicBezTo>
                      <a:pt x="2014" y="243"/>
                      <a:pt x="2197" y="338"/>
                      <a:pt x="2439" y="426"/>
                    </a:cubicBezTo>
                    <a:cubicBezTo>
                      <a:pt x="2563" y="704"/>
                      <a:pt x="2717" y="975"/>
                      <a:pt x="2900" y="1216"/>
                    </a:cubicBezTo>
                    <a:cubicBezTo>
                      <a:pt x="2563" y="1802"/>
                      <a:pt x="2322" y="2227"/>
                      <a:pt x="2322" y="2227"/>
                    </a:cubicBezTo>
                    <a:cubicBezTo>
                      <a:pt x="2293" y="2227"/>
                      <a:pt x="2293" y="2256"/>
                      <a:pt x="2293" y="2256"/>
                    </a:cubicBezTo>
                    <a:cubicBezTo>
                      <a:pt x="2351" y="2652"/>
                      <a:pt x="2351" y="3230"/>
                      <a:pt x="2227" y="3325"/>
                    </a:cubicBezTo>
                    <a:cubicBezTo>
                      <a:pt x="2207" y="3325"/>
                      <a:pt x="2201" y="3338"/>
                      <a:pt x="2198" y="3338"/>
                    </a:cubicBezTo>
                    <a:cubicBezTo>
                      <a:pt x="2197" y="3338"/>
                      <a:pt x="2197" y="3335"/>
                      <a:pt x="2197" y="3325"/>
                    </a:cubicBezTo>
                    <a:cubicBezTo>
                      <a:pt x="2139" y="3325"/>
                      <a:pt x="2073" y="3113"/>
                      <a:pt x="2073" y="2959"/>
                    </a:cubicBezTo>
                    <a:cubicBezTo>
                      <a:pt x="2073" y="2930"/>
                      <a:pt x="2044" y="2901"/>
                      <a:pt x="2014" y="2901"/>
                    </a:cubicBezTo>
                    <a:cubicBezTo>
                      <a:pt x="1985" y="2901"/>
                      <a:pt x="1956" y="2930"/>
                      <a:pt x="1956" y="2959"/>
                    </a:cubicBezTo>
                    <a:cubicBezTo>
                      <a:pt x="1802" y="3508"/>
                      <a:pt x="1619" y="4028"/>
                      <a:pt x="1524" y="4058"/>
                    </a:cubicBezTo>
                    <a:cubicBezTo>
                      <a:pt x="1465" y="4028"/>
                      <a:pt x="1494" y="3596"/>
                      <a:pt x="1619" y="3113"/>
                    </a:cubicBezTo>
                    <a:cubicBezTo>
                      <a:pt x="1619" y="3084"/>
                      <a:pt x="1619" y="3018"/>
                      <a:pt x="1590" y="3018"/>
                    </a:cubicBezTo>
                    <a:lnTo>
                      <a:pt x="1560" y="3018"/>
                    </a:lnTo>
                    <a:cubicBezTo>
                      <a:pt x="1524" y="3018"/>
                      <a:pt x="1494" y="3047"/>
                      <a:pt x="1494" y="3047"/>
                    </a:cubicBezTo>
                    <a:cubicBezTo>
                      <a:pt x="1341" y="3413"/>
                      <a:pt x="1099" y="3933"/>
                      <a:pt x="945" y="3999"/>
                    </a:cubicBezTo>
                    <a:lnTo>
                      <a:pt x="916" y="3999"/>
                    </a:lnTo>
                    <a:cubicBezTo>
                      <a:pt x="887" y="3904"/>
                      <a:pt x="1070" y="3479"/>
                      <a:pt x="1282" y="3018"/>
                    </a:cubicBezTo>
                    <a:cubicBezTo>
                      <a:pt x="1311" y="2989"/>
                      <a:pt x="1282" y="2959"/>
                      <a:pt x="1253" y="2930"/>
                    </a:cubicBezTo>
                    <a:cubicBezTo>
                      <a:pt x="1223" y="2930"/>
                      <a:pt x="1194" y="2930"/>
                      <a:pt x="1158" y="2959"/>
                    </a:cubicBezTo>
                    <a:cubicBezTo>
                      <a:pt x="916" y="3355"/>
                      <a:pt x="674" y="3691"/>
                      <a:pt x="579" y="3721"/>
                    </a:cubicBezTo>
                    <a:cubicBezTo>
                      <a:pt x="550" y="3633"/>
                      <a:pt x="762" y="3230"/>
                      <a:pt x="1011" y="2864"/>
                    </a:cubicBezTo>
                    <a:cubicBezTo>
                      <a:pt x="1011" y="2835"/>
                      <a:pt x="1011" y="2805"/>
                      <a:pt x="975" y="2776"/>
                    </a:cubicBezTo>
                    <a:cubicBezTo>
                      <a:pt x="966" y="2768"/>
                      <a:pt x="957" y="2764"/>
                      <a:pt x="949" y="2764"/>
                    </a:cubicBezTo>
                    <a:cubicBezTo>
                      <a:pt x="928" y="2764"/>
                      <a:pt x="907" y="2785"/>
                      <a:pt x="887" y="2805"/>
                    </a:cubicBezTo>
                    <a:cubicBezTo>
                      <a:pt x="674" y="3084"/>
                      <a:pt x="396" y="3325"/>
                      <a:pt x="337" y="3325"/>
                    </a:cubicBezTo>
                    <a:cubicBezTo>
                      <a:pt x="279" y="3201"/>
                      <a:pt x="704" y="2469"/>
                      <a:pt x="1194" y="1832"/>
                    </a:cubicBezTo>
                    <a:lnTo>
                      <a:pt x="1194" y="1802"/>
                    </a:lnTo>
                    <a:cubicBezTo>
                      <a:pt x="1194" y="1802"/>
                      <a:pt x="1436" y="1099"/>
                      <a:pt x="1802" y="155"/>
                    </a:cubicBezTo>
                    <a:close/>
                    <a:moveTo>
                      <a:pt x="1773" y="1"/>
                    </a:moveTo>
                    <a:cubicBezTo>
                      <a:pt x="1743" y="1"/>
                      <a:pt x="1707" y="1"/>
                      <a:pt x="1707" y="60"/>
                    </a:cubicBezTo>
                    <a:cubicBezTo>
                      <a:pt x="1341" y="975"/>
                      <a:pt x="1099" y="1649"/>
                      <a:pt x="1070" y="1736"/>
                    </a:cubicBezTo>
                    <a:cubicBezTo>
                      <a:pt x="916" y="1919"/>
                      <a:pt x="1" y="3201"/>
                      <a:pt x="242" y="3413"/>
                    </a:cubicBezTo>
                    <a:cubicBezTo>
                      <a:pt x="279" y="3413"/>
                      <a:pt x="308" y="3450"/>
                      <a:pt x="337" y="3450"/>
                    </a:cubicBezTo>
                    <a:cubicBezTo>
                      <a:pt x="396" y="3450"/>
                      <a:pt x="491" y="3384"/>
                      <a:pt x="579" y="3325"/>
                    </a:cubicBezTo>
                    <a:lnTo>
                      <a:pt x="579" y="3325"/>
                    </a:lnTo>
                    <a:cubicBezTo>
                      <a:pt x="462" y="3567"/>
                      <a:pt x="396" y="3750"/>
                      <a:pt x="491" y="3845"/>
                    </a:cubicBezTo>
                    <a:cubicBezTo>
                      <a:pt x="511" y="3845"/>
                      <a:pt x="530" y="3858"/>
                      <a:pt x="550" y="3858"/>
                    </a:cubicBezTo>
                    <a:cubicBezTo>
                      <a:pt x="560" y="3858"/>
                      <a:pt x="569" y="3855"/>
                      <a:pt x="579" y="3845"/>
                    </a:cubicBezTo>
                    <a:cubicBezTo>
                      <a:pt x="674" y="3845"/>
                      <a:pt x="762" y="3750"/>
                      <a:pt x="857" y="3633"/>
                    </a:cubicBezTo>
                    <a:lnTo>
                      <a:pt x="857" y="3633"/>
                    </a:lnTo>
                    <a:cubicBezTo>
                      <a:pt x="791" y="3845"/>
                      <a:pt x="762" y="4028"/>
                      <a:pt x="828" y="4087"/>
                    </a:cubicBezTo>
                    <a:cubicBezTo>
                      <a:pt x="869" y="4108"/>
                      <a:pt x="896" y="4128"/>
                      <a:pt x="929" y="4128"/>
                    </a:cubicBezTo>
                    <a:cubicBezTo>
                      <a:pt x="943" y="4128"/>
                      <a:pt x="957" y="4125"/>
                      <a:pt x="975" y="4116"/>
                    </a:cubicBezTo>
                    <a:cubicBezTo>
                      <a:pt x="1099" y="4087"/>
                      <a:pt x="1253" y="3875"/>
                      <a:pt x="1377" y="3633"/>
                    </a:cubicBezTo>
                    <a:lnTo>
                      <a:pt x="1377" y="3633"/>
                    </a:lnTo>
                    <a:cubicBezTo>
                      <a:pt x="1341" y="3904"/>
                      <a:pt x="1341" y="4145"/>
                      <a:pt x="1494" y="4182"/>
                    </a:cubicBezTo>
                    <a:lnTo>
                      <a:pt x="1590" y="4182"/>
                    </a:lnTo>
                    <a:cubicBezTo>
                      <a:pt x="1743" y="4087"/>
                      <a:pt x="1890" y="3633"/>
                      <a:pt x="1985" y="3267"/>
                    </a:cubicBezTo>
                    <a:cubicBezTo>
                      <a:pt x="2014" y="3355"/>
                      <a:pt x="2073" y="3450"/>
                      <a:pt x="2139" y="3479"/>
                    </a:cubicBezTo>
                    <a:cubicBezTo>
                      <a:pt x="2168" y="3479"/>
                      <a:pt x="2227" y="3479"/>
                      <a:pt x="2293" y="3450"/>
                    </a:cubicBezTo>
                    <a:cubicBezTo>
                      <a:pt x="2534" y="3296"/>
                      <a:pt x="2476" y="2469"/>
                      <a:pt x="2439" y="2256"/>
                    </a:cubicBezTo>
                    <a:cubicBezTo>
                      <a:pt x="2505" y="2168"/>
                      <a:pt x="2717" y="1802"/>
                      <a:pt x="3054" y="1253"/>
                    </a:cubicBezTo>
                    <a:lnTo>
                      <a:pt x="3054" y="1187"/>
                    </a:lnTo>
                    <a:cubicBezTo>
                      <a:pt x="2842" y="916"/>
                      <a:pt x="2688" y="638"/>
                      <a:pt x="2534" y="367"/>
                    </a:cubicBezTo>
                    <a:cubicBezTo>
                      <a:pt x="2534" y="338"/>
                      <a:pt x="2534" y="338"/>
                      <a:pt x="2505" y="338"/>
                    </a:cubicBezTo>
                    <a:cubicBezTo>
                      <a:pt x="2256" y="184"/>
                      <a:pt x="2014" y="89"/>
                      <a:pt x="17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5" name="Google Shape;775;p45"/>
              <p:cNvSpPr/>
              <p:nvPr/>
            </p:nvSpPr>
            <p:spPr>
              <a:xfrm>
                <a:off x="7208602" y="2912555"/>
                <a:ext cx="314095" cy="406941"/>
              </a:xfrm>
              <a:custGeom>
                <a:avLst/>
                <a:gdLst/>
                <a:ahLst/>
                <a:cxnLst/>
                <a:rect l="l" t="t" r="r" b="b"/>
                <a:pathLst>
                  <a:path w="3816" h="4944" extrusionOk="0">
                    <a:moveTo>
                      <a:pt x="1802" y="1"/>
                    </a:moveTo>
                    <a:cubicBezTo>
                      <a:pt x="703" y="2322"/>
                      <a:pt x="0" y="4460"/>
                      <a:pt x="0" y="4460"/>
                    </a:cubicBezTo>
                    <a:cubicBezTo>
                      <a:pt x="0" y="4460"/>
                      <a:pt x="7" y="4460"/>
                      <a:pt x="21" y="4460"/>
                    </a:cubicBezTo>
                    <a:cubicBezTo>
                      <a:pt x="121" y="4460"/>
                      <a:pt x="579" y="4488"/>
                      <a:pt x="1465" y="4944"/>
                    </a:cubicBezTo>
                    <a:cubicBezTo>
                      <a:pt x="1465" y="4944"/>
                      <a:pt x="2680" y="2930"/>
                      <a:pt x="3815" y="1070"/>
                    </a:cubicBezTo>
                    <a:lnTo>
                      <a:pt x="18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6" name="Google Shape;776;p45"/>
              <p:cNvSpPr/>
              <p:nvPr/>
            </p:nvSpPr>
            <p:spPr>
              <a:xfrm>
                <a:off x="7203170" y="2906793"/>
                <a:ext cx="326771" cy="418135"/>
              </a:xfrm>
              <a:custGeom>
                <a:avLst/>
                <a:gdLst/>
                <a:ahLst/>
                <a:cxnLst/>
                <a:rect l="l" t="t" r="r" b="b"/>
                <a:pathLst>
                  <a:path w="3970" h="5080" extrusionOk="0">
                    <a:moveTo>
                      <a:pt x="1864" y="0"/>
                    </a:moveTo>
                    <a:cubicBezTo>
                      <a:pt x="1835" y="0"/>
                      <a:pt x="1802" y="21"/>
                      <a:pt x="1802" y="42"/>
                    </a:cubicBezTo>
                    <a:cubicBezTo>
                      <a:pt x="704" y="2334"/>
                      <a:pt x="1" y="4464"/>
                      <a:pt x="1" y="4494"/>
                    </a:cubicBezTo>
                    <a:lnTo>
                      <a:pt x="1" y="4560"/>
                    </a:lnTo>
                    <a:cubicBezTo>
                      <a:pt x="37" y="4589"/>
                      <a:pt x="37" y="4589"/>
                      <a:pt x="66" y="4589"/>
                    </a:cubicBezTo>
                    <a:cubicBezTo>
                      <a:pt x="66" y="4589"/>
                      <a:pt x="71" y="4589"/>
                      <a:pt x="81" y="4589"/>
                    </a:cubicBezTo>
                    <a:cubicBezTo>
                      <a:pt x="164" y="4589"/>
                      <a:pt x="620" y="4612"/>
                      <a:pt x="1502" y="5079"/>
                    </a:cubicBezTo>
                    <a:lnTo>
                      <a:pt x="1531" y="5079"/>
                    </a:lnTo>
                    <a:cubicBezTo>
                      <a:pt x="1560" y="5079"/>
                      <a:pt x="1560" y="5079"/>
                      <a:pt x="1590" y="5043"/>
                    </a:cubicBezTo>
                    <a:cubicBezTo>
                      <a:pt x="1590" y="5043"/>
                      <a:pt x="2842" y="3000"/>
                      <a:pt x="3940" y="1169"/>
                    </a:cubicBezTo>
                    <a:cubicBezTo>
                      <a:pt x="3969" y="1140"/>
                      <a:pt x="3940" y="1081"/>
                      <a:pt x="3911" y="1081"/>
                    </a:cubicBezTo>
                    <a:cubicBezTo>
                      <a:pt x="3896" y="1067"/>
                      <a:pt x="3880" y="1059"/>
                      <a:pt x="3863" y="1059"/>
                    </a:cubicBezTo>
                    <a:cubicBezTo>
                      <a:pt x="3847" y="1059"/>
                      <a:pt x="3830" y="1067"/>
                      <a:pt x="3816" y="1081"/>
                    </a:cubicBezTo>
                    <a:cubicBezTo>
                      <a:pt x="2812" y="2758"/>
                      <a:pt x="1714" y="4589"/>
                      <a:pt x="1502" y="4926"/>
                    </a:cubicBezTo>
                    <a:cubicBezTo>
                      <a:pt x="769" y="4560"/>
                      <a:pt x="337" y="4464"/>
                      <a:pt x="154" y="4464"/>
                    </a:cubicBezTo>
                    <a:cubicBezTo>
                      <a:pt x="308" y="4040"/>
                      <a:pt x="952" y="2114"/>
                      <a:pt x="1926" y="100"/>
                    </a:cubicBezTo>
                    <a:cubicBezTo>
                      <a:pt x="1956" y="71"/>
                      <a:pt x="1926" y="42"/>
                      <a:pt x="1897" y="12"/>
                    </a:cubicBezTo>
                    <a:cubicBezTo>
                      <a:pt x="1888" y="4"/>
                      <a:pt x="1877" y="0"/>
                      <a:pt x="18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7" name="Google Shape;777;p45"/>
              <p:cNvSpPr/>
              <p:nvPr/>
            </p:nvSpPr>
            <p:spPr>
              <a:xfrm>
                <a:off x="7346638" y="2372591"/>
                <a:ext cx="336401" cy="600369"/>
              </a:xfrm>
              <a:custGeom>
                <a:avLst/>
                <a:gdLst/>
                <a:ahLst/>
                <a:cxnLst/>
                <a:rect l="l" t="t" r="r" b="b"/>
                <a:pathLst>
                  <a:path w="4086" h="7294" extrusionOk="0">
                    <a:moveTo>
                      <a:pt x="4086" y="0"/>
                    </a:moveTo>
                    <a:cubicBezTo>
                      <a:pt x="4086" y="0"/>
                      <a:pt x="3083" y="66"/>
                      <a:pt x="2226" y="1069"/>
                    </a:cubicBezTo>
                    <a:cubicBezTo>
                      <a:pt x="1157" y="2292"/>
                      <a:pt x="608" y="4796"/>
                      <a:pt x="0" y="6773"/>
                    </a:cubicBezTo>
                    <a:lnTo>
                      <a:pt x="2380" y="7293"/>
                    </a:lnTo>
                    <a:cubicBezTo>
                      <a:pt x="2622" y="6685"/>
                      <a:pt x="2409" y="5924"/>
                      <a:pt x="2592" y="5433"/>
                    </a:cubicBezTo>
                    <a:cubicBezTo>
                      <a:pt x="2592" y="5433"/>
                      <a:pt x="3200" y="4210"/>
                      <a:pt x="3478" y="2870"/>
                    </a:cubicBezTo>
                    <a:lnTo>
                      <a:pt x="40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8" name="Google Shape;778;p45"/>
              <p:cNvSpPr/>
              <p:nvPr/>
            </p:nvSpPr>
            <p:spPr>
              <a:xfrm>
                <a:off x="7341782" y="2367735"/>
                <a:ext cx="346690" cy="610658"/>
              </a:xfrm>
              <a:custGeom>
                <a:avLst/>
                <a:gdLst/>
                <a:ahLst/>
                <a:cxnLst/>
                <a:rect l="l" t="t" r="r" b="b"/>
                <a:pathLst>
                  <a:path w="4212" h="7419" extrusionOk="0">
                    <a:moveTo>
                      <a:pt x="4145" y="0"/>
                    </a:moveTo>
                    <a:cubicBezTo>
                      <a:pt x="4116" y="0"/>
                      <a:pt x="3113" y="59"/>
                      <a:pt x="2227" y="1070"/>
                    </a:cubicBezTo>
                    <a:cubicBezTo>
                      <a:pt x="1311" y="2109"/>
                      <a:pt x="762" y="4086"/>
                      <a:pt x="272" y="5829"/>
                    </a:cubicBezTo>
                    <a:cubicBezTo>
                      <a:pt x="184" y="6166"/>
                      <a:pt x="89" y="6503"/>
                      <a:pt x="1" y="6832"/>
                    </a:cubicBezTo>
                    <a:cubicBezTo>
                      <a:pt x="1" y="6869"/>
                      <a:pt x="30" y="6898"/>
                      <a:pt x="59" y="6927"/>
                    </a:cubicBezTo>
                    <a:cubicBezTo>
                      <a:pt x="89" y="6927"/>
                      <a:pt x="118" y="6898"/>
                      <a:pt x="147" y="6869"/>
                    </a:cubicBezTo>
                    <a:cubicBezTo>
                      <a:pt x="242" y="6561"/>
                      <a:pt x="330" y="6224"/>
                      <a:pt x="425" y="5888"/>
                    </a:cubicBezTo>
                    <a:cubicBezTo>
                      <a:pt x="916" y="4152"/>
                      <a:pt x="1429" y="2197"/>
                      <a:pt x="2315" y="1157"/>
                    </a:cubicBezTo>
                    <a:cubicBezTo>
                      <a:pt x="3018" y="367"/>
                      <a:pt x="3808" y="184"/>
                      <a:pt x="4057" y="154"/>
                    </a:cubicBezTo>
                    <a:lnTo>
                      <a:pt x="4057" y="154"/>
                    </a:lnTo>
                    <a:lnTo>
                      <a:pt x="3479" y="2929"/>
                    </a:lnTo>
                    <a:cubicBezTo>
                      <a:pt x="3201" y="4240"/>
                      <a:pt x="2593" y="5434"/>
                      <a:pt x="2593" y="5463"/>
                    </a:cubicBezTo>
                    <a:cubicBezTo>
                      <a:pt x="2498" y="5705"/>
                      <a:pt x="2498" y="6012"/>
                      <a:pt x="2498" y="6320"/>
                    </a:cubicBezTo>
                    <a:cubicBezTo>
                      <a:pt x="2498" y="6686"/>
                      <a:pt x="2468" y="7015"/>
                      <a:pt x="2344" y="7323"/>
                    </a:cubicBezTo>
                    <a:cubicBezTo>
                      <a:pt x="2344" y="7352"/>
                      <a:pt x="2381" y="7418"/>
                      <a:pt x="2410" y="7418"/>
                    </a:cubicBezTo>
                    <a:lnTo>
                      <a:pt x="2439" y="7418"/>
                    </a:lnTo>
                    <a:cubicBezTo>
                      <a:pt x="2439" y="7418"/>
                      <a:pt x="2468" y="7418"/>
                      <a:pt x="2498" y="7381"/>
                    </a:cubicBezTo>
                    <a:cubicBezTo>
                      <a:pt x="2622" y="7052"/>
                      <a:pt x="2622" y="6686"/>
                      <a:pt x="2622" y="6349"/>
                    </a:cubicBezTo>
                    <a:cubicBezTo>
                      <a:pt x="2622" y="6041"/>
                      <a:pt x="2622" y="5734"/>
                      <a:pt x="2710" y="5522"/>
                    </a:cubicBezTo>
                    <a:cubicBezTo>
                      <a:pt x="2710" y="5492"/>
                      <a:pt x="3325" y="4269"/>
                      <a:pt x="3625" y="2959"/>
                    </a:cubicBezTo>
                    <a:lnTo>
                      <a:pt x="4211" y="59"/>
                    </a:lnTo>
                    <a:lnTo>
                      <a:pt x="4211" y="30"/>
                    </a:lnTo>
                    <a:cubicBezTo>
                      <a:pt x="4175" y="0"/>
                      <a:pt x="4175" y="0"/>
                      <a:pt x="414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79" name="Google Shape;779;p45"/>
              <p:cNvSpPr/>
              <p:nvPr/>
            </p:nvSpPr>
            <p:spPr>
              <a:xfrm>
                <a:off x="7223665" y="3229043"/>
                <a:ext cx="125440" cy="118197"/>
              </a:xfrm>
              <a:custGeom>
                <a:avLst/>
                <a:gdLst/>
                <a:ahLst/>
                <a:cxnLst/>
                <a:rect l="l" t="t" r="r" b="b"/>
                <a:pathLst>
                  <a:path w="1524" h="1436" extrusionOk="0">
                    <a:moveTo>
                      <a:pt x="396" y="0"/>
                    </a:moveTo>
                    <a:lnTo>
                      <a:pt x="1" y="732"/>
                    </a:lnTo>
                    <a:cubicBezTo>
                      <a:pt x="550" y="945"/>
                      <a:pt x="1128" y="1435"/>
                      <a:pt x="1128" y="1435"/>
                    </a:cubicBezTo>
                    <a:lnTo>
                      <a:pt x="1524" y="828"/>
                    </a:lnTo>
                    <a:cubicBezTo>
                      <a:pt x="1099" y="249"/>
                      <a:pt x="396" y="0"/>
                      <a:pt x="3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0" name="Google Shape;780;p45"/>
              <p:cNvSpPr/>
              <p:nvPr/>
            </p:nvSpPr>
            <p:spPr>
              <a:xfrm>
                <a:off x="7215846" y="3224187"/>
                <a:ext cx="138116" cy="127827"/>
              </a:xfrm>
              <a:custGeom>
                <a:avLst/>
                <a:gdLst/>
                <a:ahLst/>
                <a:cxnLst/>
                <a:rect l="l" t="t" r="r" b="b"/>
                <a:pathLst>
                  <a:path w="1678" h="1553" extrusionOk="0">
                    <a:moveTo>
                      <a:pt x="520" y="154"/>
                    </a:moveTo>
                    <a:cubicBezTo>
                      <a:pt x="674" y="213"/>
                      <a:pt x="1194" y="455"/>
                      <a:pt x="1531" y="916"/>
                    </a:cubicBezTo>
                    <a:lnTo>
                      <a:pt x="1194" y="1406"/>
                    </a:lnTo>
                    <a:cubicBezTo>
                      <a:pt x="1040" y="1282"/>
                      <a:pt x="615" y="945"/>
                      <a:pt x="183" y="762"/>
                    </a:cubicBezTo>
                    <a:lnTo>
                      <a:pt x="520" y="154"/>
                    </a:lnTo>
                    <a:close/>
                    <a:moveTo>
                      <a:pt x="520" y="1"/>
                    </a:moveTo>
                    <a:cubicBezTo>
                      <a:pt x="491" y="1"/>
                      <a:pt x="462" y="1"/>
                      <a:pt x="432" y="30"/>
                    </a:cubicBezTo>
                    <a:lnTo>
                      <a:pt x="30" y="762"/>
                    </a:lnTo>
                    <a:cubicBezTo>
                      <a:pt x="0" y="791"/>
                      <a:pt x="0" y="791"/>
                      <a:pt x="0" y="821"/>
                    </a:cubicBezTo>
                    <a:cubicBezTo>
                      <a:pt x="30" y="821"/>
                      <a:pt x="30" y="857"/>
                      <a:pt x="66" y="857"/>
                    </a:cubicBezTo>
                    <a:cubicBezTo>
                      <a:pt x="615" y="1070"/>
                      <a:pt x="1165" y="1524"/>
                      <a:pt x="1165" y="1553"/>
                    </a:cubicBezTo>
                    <a:lnTo>
                      <a:pt x="1223" y="1553"/>
                    </a:lnTo>
                    <a:cubicBezTo>
                      <a:pt x="1252" y="1553"/>
                      <a:pt x="1252" y="1553"/>
                      <a:pt x="1252" y="1524"/>
                    </a:cubicBezTo>
                    <a:lnTo>
                      <a:pt x="1677" y="945"/>
                    </a:lnTo>
                    <a:lnTo>
                      <a:pt x="1677" y="857"/>
                    </a:lnTo>
                    <a:cubicBezTo>
                      <a:pt x="1223" y="271"/>
                      <a:pt x="550" y="30"/>
                      <a:pt x="5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1" name="Google Shape;781;p45"/>
              <p:cNvSpPr/>
              <p:nvPr/>
            </p:nvSpPr>
            <p:spPr>
              <a:xfrm>
                <a:off x="7200783" y="3224187"/>
                <a:ext cx="25351" cy="65190"/>
              </a:xfrm>
              <a:custGeom>
                <a:avLst/>
                <a:gdLst/>
                <a:ahLst/>
                <a:cxnLst/>
                <a:rect l="l" t="t" r="r" b="b"/>
                <a:pathLst>
                  <a:path w="308" h="792" extrusionOk="0">
                    <a:moveTo>
                      <a:pt x="308" y="1"/>
                    </a:moveTo>
                    <a:cubicBezTo>
                      <a:pt x="308" y="1"/>
                      <a:pt x="125" y="30"/>
                      <a:pt x="0" y="88"/>
                    </a:cubicBezTo>
                    <a:lnTo>
                      <a:pt x="0" y="762"/>
                    </a:lnTo>
                    <a:cubicBezTo>
                      <a:pt x="0" y="762"/>
                      <a:pt x="125" y="762"/>
                      <a:pt x="279" y="791"/>
                    </a:cubicBezTo>
                    <a:lnTo>
                      <a:pt x="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2" name="Google Shape;782;p45"/>
              <p:cNvSpPr/>
              <p:nvPr/>
            </p:nvSpPr>
            <p:spPr>
              <a:xfrm>
                <a:off x="7195926" y="3219330"/>
                <a:ext cx="37451" cy="75478"/>
              </a:xfrm>
              <a:custGeom>
                <a:avLst/>
                <a:gdLst/>
                <a:ahLst/>
                <a:cxnLst/>
                <a:rect l="l" t="t" r="r" b="b"/>
                <a:pathLst>
                  <a:path w="455" h="917" extrusionOk="0">
                    <a:moveTo>
                      <a:pt x="308" y="147"/>
                    </a:moveTo>
                    <a:lnTo>
                      <a:pt x="272" y="763"/>
                    </a:lnTo>
                    <a:lnTo>
                      <a:pt x="125" y="763"/>
                    </a:lnTo>
                    <a:lnTo>
                      <a:pt x="125" y="184"/>
                    </a:lnTo>
                    <a:cubicBezTo>
                      <a:pt x="184" y="147"/>
                      <a:pt x="242" y="147"/>
                      <a:pt x="308" y="147"/>
                    </a:cubicBezTo>
                    <a:close/>
                    <a:moveTo>
                      <a:pt x="367" y="1"/>
                    </a:moveTo>
                    <a:cubicBezTo>
                      <a:pt x="338" y="1"/>
                      <a:pt x="154" y="30"/>
                      <a:pt x="30" y="89"/>
                    </a:cubicBezTo>
                    <a:cubicBezTo>
                      <a:pt x="1" y="89"/>
                      <a:pt x="1" y="118"/>
                      <a:pt x="1" y="147"/>
                    </a:cubicBezTo>
                    <a:lnTo>
                      <a:pt x="1" y="821"/>
                    </a:lnTo>
                    <a:cubicBezTo>
                      <a:pt x="1" y="821"/>
                      <a:pt x="1" y="850"/>
                      <a:pt x="30" y="850"/>
                    </a:cubicBezTo>
                    <a:cubicBezTo>
                      <a:pt x="30" y="880"/>
                      <a:pt x="59" y="880"/>
                      <a:pt x="59" y="880"/>
                    </a:cubicBezTo>
                    <a:cubicBezTo>
                      <a:pt x="59" y="880"/>
                      <a:pt x="184" y="880"/>
                      <a:pt x="308" y="916"/>
                    </a:cubicBezTo>
                    <a:lnTo>
                      <a:pt x="367" y="916"/>
                    </a:lnTo>
                    <a:cubicBezTo>
                      <a:pt x="367" y="916"/>
                      <a:pt x="396" y="880"/>
                      <a:pt x="396" y="850"/>
                    </a:cubicBezTo>
                    <a:lnTo>
                      <a:pt x="425" y="89"/>
                    </a:lnTo>
                    <a:cubicBezTo>
                      <a:pt x="455" y="60"/>
                      <a:pt x="425" y="30"/>
                      <a:pt x="425" y="30"/>
                    </a:cubicBezTo>
                    <a:cubicBezTo>
                      <a:pt x="396" y="1"/>
                      <a:pt x="396" y="1"/>
                      <a:pt x="3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3" name="Google Shape;783;p45"/>
              <p:cNvSpPr/>
              <p:nvPr/>
            </p:nvSpPr>
            <p:spPr>
              <a:xfrm>
                <a:off x="7753421" y="2229699"/>
                <a:ext cx="170711" cy="80581"/>
              </a:xfrm>
              <a:custGeom>
                <a:avLst/>
                <a:gdLst/>
                <a:ahLst/>
                <a:cxnLst/>
                <a:rect l="l" t="t" r="r" b="b"/>
                <a:pathLst>
                  <a:path w="2074" h="979" extrusionOk="0">
                    <a:moveTo>
                      <a:pt x="1" y="1"/>
                    </a:moveTo>
                    <a:lnTo>
                      <a:pt x="30" y="916"/>
                    </a:lnTo>
                    <a:cubicBezTo>
                      <a:pt x="249" y="958"/>
                      <a:pt x="475" y="979"/>
                      <a:pt x="703" y="979"/>
                    </a:cubicBezTo>
                    <a:cubicBezTo>
                      <a:pt x="1145" y="979"/>
                      <a:pt x="1599" y="902"/>
                      <a:pt x="2044" y="762"/>
                    </a:cubicBezTo>
                    <a:lnTo>
                      <a:pt x="2073" y="154"/>
                    </a:ln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4" name="Google Shape;784;p45"/>
              <p:cNvSpPr/>
              <p:nvPr/>
            </p:nvSpPr>
            <p:spPr>
              <a:xfrm>
                <a:off x="7748647" y="2224924"/>
                <a:ext cx="180917" cy="90459"/>
              </a:xfrm>
              <a:custGeom>
                <a:avLst/>
                <a:gdLst/>
                <a:ahLst/>
                <a:cxnLst/>
                <a:rect l="l" t="t" r="r" b="b"/>
                <a:pathLst>
                  <a:path w="2198" h="1099" extrusionOk="0">
                    <a:moveTo>
                      <a:pt x="118" y="117"/>
                    </a:moveTo>
                    <a:lnTo>
                      <a:pt x="2073" y="271"/>
                    </a:lnTo>
                    <a:lnTo>
                      <a:pt x="2043" y="791"/>
                    </a:lnTo>
                    <a:cubicBezTo>
                      <a:pt x="1628" y="909"/>
                      <a:pt x="1215" y="963"/>
                      <a:pt x="810" y="963"/>
                    </a:cubicBezTo>
                    <a:cubicBezTo>
                      <a:pt x="587" y="963"/>
                      <a:pt x="365" y="947"/>
                      <a:pt x="147" y="915"/>
                    </a:cubicBezTo>
                    <a:lnTo>
                      <a:pt x="118" y="117"/>
                    </a:lnTo>
                    <a:close/>
                    <a:moveTo>
                      <a:pt x="0" y="0"/>
                    </a:moveTo>
                    <a:lnTo>
                      <a:pt x="30" y="1003"/>
                    </a:lnTo>
                    <a:lnTo>
                      <a:pt x="88" y="1033"/>
                    </a:lnTo>
                    <a:cubicBezTo>
                      <a:pt x="301" y="1062"/>
                      <a:pt x="550" y="1098"/>
                      <a:pt x="791" y="1098"/>
                    </a:cubicBezTo>
                    <a:cubicBezTo>
                      <a:pt x="1245" y="1098"/>
                      <a:pt x="1677" y="1033"/>
                      <a:pt x="2102" y="879"/>
                    </a:cubicBezTo>
                    <a:lnTo>
                      <a:pt x="2160" y="879"/>
                    </a:lnTo>
                    <a:lnTo>
                      <a:pt x="2197" y="147"/>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5" name="Google Shape;785;p45"/>
              <p:cNvSpPr/>
              <p:nvPr/>
            </p:nvSpPr>
            <p:spPr>
              <a:xfrm>
                <a:off x="7755890" y="2292420"/>
                <a:ext cx="165772" cy="52678"/>
              </a:xfrm>
              <a:custGeom>
                <a:avLst/>
                <a:gdLst/>
                <a:ahLst/>
                <a:cxnLst/>
                <a:rect l="l" t="t" r="r" b="b"/>
                <a:pathLst>
                  <a:path w="2013" h="640" extrusionOk="0">
                    <a:moveTo>
                      <a:pt x="2014" y="0"/>
                    </a:moveTo>
                    <a:lnTo>
                      <a:pt x="2014" y="0"/>
                    </a:lnTo>
                    <a:cubicBezTo>
                      <a:pt x="1569" y="140"/>
                      <a:pt x="1115" y="217"/>
                      <a:pt x="673" y="217"/>
                    </a:cubicBezTo>
                    <a:cubicBezTo>
                      <a:pt x="445" y="217"/>
                      <a:pt x="219" y="196"/>
                      <a:pt x="0" y="154"/>
                    </a:cubicBezTo>
                    <a:lnTo>
                      <a:pt x="0" y="154"/>
                    </a:lnTo>
                    <a:lnTo>
                      <a:pt x="30" y="579"/>
                    </a:lnTo>
                    <a:cubicBezTo>
                      <a:pt x="300" y="617"/>
                      <a:pt x="570" y="640"/>
                      <a:pt x="836" y="640"/>
                    </a:cubicBezTo>
                    <a:cubicBezTo>
                      <a:pt x="1233" y="640"/>
                      <a:pt x="1621" y="589"/>
                      <a:pt x="1985" y="461"/>
                    </a:cubicBezTo>
                    <a:lnTo>
                      <a:pt x="201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6" name="Google Shape;786;p45"/>
              <p:cNvSpPr/>
              <p:nvPr/>
            </p:nvSpPr>
            <p:spPr>
              <a:xfrm>
                <a:off x="7751034" y="2287564"/>
                <a:ext cx="175485" cy="62803"/>
              </a:xfrm>
              <a:custGeom>
                <a:avLst/>
                <a:gdLst/>
                <a:ahLst/>
                <a:cxnLst/>
                <a:rect l="l" t="t" r="r" b="b"/>
                <a:pathLst>
                  <a:path w="2132" h="763" extrusionOk="0">
                    <a:moveTo>
                      <a:pt x="2014" y="154"/>
                    </a:moveTo>
                    <a:lnTo>
                      <a:pt x="1985" y="455"/>
                    </a:lnTo>
                    <a:cubicBezTo>
                      <a:pt x="1647" y="573"/>
                      <a:pt x="1270" y="643"/>
                      <a:pt x="856" y="643"/>
                    </a:cubicBezTo>
                    <a:cubicBezTo>
                      <a:pt x="632" y="643"/>
                      <a:pt x="398" y="623"/>
                      <a:pt x="154" y="579"/>
                    </a:cubicBezTo>
                    <a:lnTo>
                      <a:pt x="118" y="272"/>
                    </a:lnTo>
                    <a:lnTo>
                      <a:pt x="118" y="272"/>
                    </a:lnTo>
                    <a:cubicBezTo>
                      <a:pt x="343" y="306"/>
                      <a:pt x="572" y="325"/>
                      <a:pt x="802" y="325"/>
                    </a:cubicBezTo>
                    <a:cubicBezTo>
                      <a:pt x="1201" y="325"/>
                      <a:pt x="1606" y="270"/>
                      <a:pt x="2014" y="154"/>
                    </a:cubicBezTo>
                    <a:close/>
                    <a:moveTo>
                      <a:pt x="2131" y="1"/>
                    </a:moveTo>
                    <a:lnTo>
                      <a:pt x="2044" y="30"/>
                    </a:lnTo>
                    <a:cubicBezTo>
                      <a:pt x="1626" y="149"/>
                      <a:pt x="1186" y="215"/>
                      <a:pt x="753" y="215"/>
                    </a:cubicBezTo>
                    <a:cubicBezTo>
                      <a:pt x="518" y="215"/>
                      <a:pt x="286" y="196"/>
                      <a:pt x="59" y="154"/>
                    </a:cubicBezTo>
                    <a:lnTo>
                      <a:pt x="1" y="118"/>
                    </a:lnTo>
                    <a:lnTo>
                      <a:pt x="30" y="667"/>
                    </a:lnTo>
                    <a:lnTo>
                      <a:pt x="89" y="704"/>
                    </a:lnTo>
                    <a:cubicBezTo>
                      <a:pt x="367" y="733"/>
                      <a:pt x="638" y="762"/>
                      <a:pt x="916" y="762"/>
                    </a:cubicBezTo>
                    <a:cubicBezTo>
                      <a:pt x="1341" y="762"/>
                      <a:pt x="1707" y="704"/>
                      <a:pt x="2073" y="550"/>
                    </a:cubicBezTo>
                    <a:lnTo>
                      <a:pt x="2102" y="550"/>
                    </a:lnTo>
                    <a:lnTo>
                      <a:pt x="213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7" name="Google Shape;787;p45"/>
              <p:cNvSpPr/>
              <p:nvPr/>
            </p:nvSpPr>
            <p:spPr>
              <a:xfrm>
                <a:off x="7836061" y="2355059"/>
                <a:ext cx="369490" cy="911995"/>
              </a:xfrm>
              <a:custGeom>
                <a:avLst/>
                <a:gdLst/>
                <a:ahLst/>
                <a:cxnLst/>
                <a:rect l="l" t="t" r="r" b="b"/>
                <a:pathLst>
                  <a:path w="4489" h="11080" extrusionOk="0">
                    <a:moveTo>
                      <a:pt x="1347" y="1"/>
                    </a:moveTo>
                    <a:lnTo>
                      <a:pt x="366" y="828"/>
                    </a:lnTo>
                    <a:cubicBezTo>
                      <a:pt x="366" y="828"/>
                      <a:pt x="220" y="1282"/>
                      <a:pt x="95" y="2505"/>
                    </a:cubicBezTo>
                    <a:cubicBezTo>
                      <a:pt x="0" y="3450"/>
                      <a:pt x="337" y="8209"/>
                      <a:pt x="461" y="10193"/>
                    </a:cubicBezTo>
                    <a:cubicBezTo>
                      <a:pt x="520" y="10713"/>
                      <a:pt x="732" y="11079"/>
                      <a:pt x="732" y="11079"/>
                    </a:cubicBezTo>
                    <a:cubicBezTo>
                      <a:pt x="732" y="11079"/>
                      <a:pt x="3632" y="10684"/>
                      <a:pt x="4489" y="8971"/>
                    </a:cubicBezTo>
                    <a:cubicBezTo>
                      <a:pt x="4489" y="8971"/>
                      <a:pt x="4181" y="7052"/>
                      <a:pt x="3603" y="4182"/>
                    </a:cubicBezTo>
                    <a:lnTo>
                      <a:pt x="2687" y="154"/>
                    </a:lnTo>
                    <a:cubicBezTo>
                      <a:pt x="2109" y="1"/>
                      <a:pt x="1347" y="1"/>
                      <a:pt x="13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8" name="Google Shape;788;p45"/>
              <p:cNvSpPr/>
              <p:nvPr/>
            </p:nvSpPr>
            <p:spPr>
              <a:xfrm>
                <a:off x="7831205" y="2347816"/>
                <a:ext cx="379202" cy="924094"/>
              </a:xfrm>
              <a:custGeom>
                <a:avLst/>
                <a:gdLst/>
                <a:ahLst/>
                <a:cxnLst/>
                <a:rect l="l" t="t" r="r" b="b"/>
                <a:pathLst>
                  <a:path w="4607" h="11227" extrusionOk="0">
                    <a:moveTo>
                      <a:pt x="1406" y="1"/>
                    </a:moveTo>
                    <a:cubicBezTo>
                      <a:pt x="1406" y="1"/>
                      <a:pt x="1377" y="1"/>
                      <a:pt x="1377" y="30"/>
                    </a:cubicBezTo>
                    <a:lnTo>
                      <a:pt x="396" y="850"/>
                    </a:lnTo>
                    <a:lnTo>
                      <a:pt x="367" y="887"/>
                    </a:lnTo>
                    <a:cubicBezTo>
                      <a:pt x="367" y="916"/>
                      <a:pt x="184" y="1370"/>
                      <a:pt x="96" y="2564"/>
                    </a:cubicBezTo>
                    <a:cubicBezTo>
                      <a:pt x="1" y="3538"/>
                      <a:pt x="308" y="8268"/>
                      <a:pt x="462" y="10281"/>
                    </a:cubicBezTo>
                    <a:cubicBezTo>
                      <a:pt x="491" y="10831"/>
                      <a:pt x="733" y="11167"/>
                      <a:pt x="733" y="11197"/>
                    </a:cubicBezTo>
                    <a:cubicBezTo>
                      <a:pt x="762" y="11197"/>
                      <a:pt x="791" y="11226"/>
                      <a:pt x="791" y="11226"/>
                    </a:cubicBezTo>
                    <a:lnTo>
                      <a:pt x="828" y="11226"/>
                    </a:lnTo>
                    <a:cubicBezTo>
                      <a:pt x="945" y="11197"/>
                      <a:pt x="3720" y="10801"/>
                      <a:pt x="4606" y="9088"/>
                    </a:cubicBezTo>
                    <a:lnTo>
                      <a:pt x="4606" y="9059"/>
                    </a:lnTo>
                    <a:cubicBezTo>
                      <a:pt x="4606" y="9029"/>
                      <a:pt x="4306" y="7074"/>
                      <a:pt x="3720" y="4240"/>
                    </a:cubicBezTo>
                    <a:cubicBezTo>
                      <a:pt x="3720" y="4220"/>
                      <a:pt x="3706" y="4199"/>
                      <a:pt x="3687" y="4199"/>
                    </a:cubicBezTo>
                    <a:cubicBezTo>
                      <a:pt x="3679" y="4199"/>
                      <a:pt x="3670" y="4203"/>
                      <a:pt x="3662" y="4211"/>
                    </a:cubicBezTo>
                    <a:cubicBezTo>
                      <a:pt x="3603" y="4211"/>
                      <a:pt x="3603" y="4240"/>
                      <a:pt x="3603" y="4270"/>
                    </a:cubicBezTo>
                    <a:cubicBezTo>
                      <a:pt x="4152" y="6957"/>
                      <a:pt x="4423" y="8817"/>
                      <a:pt x="4453" y="9059"/>
                    </a:cubicBezTo>
                    <a:cubicBezTo>
                      <a:pt x="3691" y="10552"/>
                      <a:pt x="1194" y="11014"/>
                      <a:pt x="828" y="11072"/>
                    </a:cubicBezTo>
                    <a:cubicBezTo>
                      <a:pt x="791" y="10984"/>
                      <a:pt x="645" y="10677"/>
                      <a:pt x="608" y="10281"/>
                    </a:cubicBezTo>
                    <a:cubicBezTo>
                      <a:pt x="462" y="8268"/>
                      <a:pt x="125" y="3538"/>
                      <a:pt x="213" y="2593"/>
                    </a:cubicBezTo>
                    <a:cubicBezTo>
                      <a:pt x="308" y="1524"/>
                      <a:pt x="462" y="1033"/>
                      <a:pt x="491" y="945"/>
                    </a:cubicBezTo>
                    <a:lnTo>
                      <a:pt x="1436" y="155"/>
                    </a:lnTo>
                    <a:cubicBezTo>
                      <a:pt x="1560" y="155"/>
                      <a:pt x="2227" y="155"/>
                      <a:pt x="2717" y="301"/>
                    </a:cubicBezTo>
                    <a:cubicBezTo>
                      <a:pt x="2746" y="301"/>
                      <a:pt x="2805" y="301"/>
                      <a:pt x="2805" y="272"/>
                    </a:cubicBezTo>
                    <a:cubicBezTo>
                      <a:pt x="2805" y="213"/>
                      <a:pt x="2805" y="184"/>
                      <a:pt x="2746" y="184"/>
                    </a:cubicBezTo>
                    <a:cubicBezTo>
                      <a:pt x="2197" y="1"/>
                      <a:pt x="1436" y="1"/>
                      <a:pt x="14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89" name="Google Shape;789;p45"/>
              <p:cNvSpPr/>
              <p:nvPr/>
            </p:nvSpPr>
            <p:spPr>
              <a:xfrm>
                <a:off x="7507557" y="2365348"/>
                <a:ext cx="368913" cy="896274"/>
              </a:xfrm>
              <a:custGeom>
                <a:avLst/>
                <a:gdLst/>
                <a:ahLst/>
                <a:cxnLst/>
                <a:rect l="l" t="t" r="r" b="b"/>
                <a:pathLst>
                  <a:path w="4482" h="10889" extrusionOk="0">
                    <a:moveTo>
                      <a:pt x="2651" y="0"/>
                    </a:moveTo>
                    <a:cubicBezTo>
                      <a:pt x="2651" y="0"/>
                      <a:pt x="1677" y="59"/>
                      <a:pt x="1311" y="337"/>
                    </a:cubicBezTo>
                    <a:lnTo>
                      <a:pt x="484" y="3383"/>
                    </a:lnTo>
                    <a:cubicBezTo>
                      <a:pt x="396" y="4027"/>
                      <a:pt x="367" y="4518"/>
                      <a:pt x="367" y="4518"/>
                    </a:cubicBezTo>
                    <a:cubicBezTo>
                      <a:pt x="0" y="7447"/>
                      <a:pt x="118" y="9182"/>
                      <a:pt x="118" y="9182"/>
                    </a:cubicBezTo>
                    <a:cubicBezTo>
                      <a:pt x="1128" y="10830"/>
                      <a:pt x="4174" y="10889"/>
                      <a:pt x="4174" y="10889"/>
                    </a:cubicBezTo>
                    <a:cubicBezTo>
                      <a:pt x="4174" y="10889"/>
                      <a:pt x="4482" y="10010"/>
                      <a:pt x="4482" y="9944"/>
                    </a:cubicBezTo>
                    <a:cubicBezTo>
                      <a:pt x="4423" y="8026"/>
                      <a:pt x="4299" y="3295"/>
                      <a:pt x="4116" y="2380"/>
                    </a:cubicBezTo>
                    <a:cubicBezTo>
                      <a:pt x="3933" y="1186"/>
                      <a:pt x="3720" y="732"/>
                      <a:pt x="3720" y="732"/>
                    </a:cubicBezTo>
                    <a:lnTo>
                      <a:pt x="26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0" name="Google Shape;790;p45"/>
              <p:cNvSpPr/>
              <p:nvPr/>
            </p:nvSpPr>
            <p:spPr>
              <a:xfrm>
                <a:off x="7502124" y="2360492"/>
                <a:ext cx="379202" cy="908949"/>
              </a:xfrm>
              <a:custGeom>
                <a:avLst/>
                <a:gdLst/>
                <a:ahLst/>
                <a:cxnLst/>
                <a:rect l="l" t="t" r="r" b="b"/>
                <a:pathLst>
                  <a:path w="4607" h="11043" extrusionOk="0">
                    <a:moveTo>
                      <a:pt x="2717" y="1"/>
                    </a:moveTo>
                    <a:cubicBezTo>
                      <a:pt x="2659" y="1"/>
                      <a:pt x="1714" y="59"/>
                      <a:pt x="1348" y="367"/>
                    </a:cubicBezTo>
                    <a:cubicBezTo>
                      <a:pt x="1311" y="367"/>
                      <a:pt x="1282" y="425"/>
                      <a:pt x="1311" y="455"/>
                    </a:cubicBezTo>
                    <a:cubicBezTo>
                      <a:pt x="1330" y="469"/>
                      <a:pt x="1346" y="477"/>
                      <a:pt x="1362" y="477"/>
                    </a:cubicBezTo>
                    <a:cubicBezTo>
                      <a:pt x="1377" y="477"/>
                      <a:pt x="1392" y="469"/>
                      <a:pt x="1406" y="455"/>
                    </a:cubicBezTo>
                    <a:cubicBezTo>
                      <a:pt x="1743" y="213"/>
                      <a:pt x="2534" y="118"/>
                      <a:pt x="2688" y="118"/>
                    </a:cubicBezTo>
                    <a:lnTo>
                      <a:pt x="3728" y="821"/>
                    </a:lnTo>
                    <a:cubicBezTo>
                      <a:pt x="3757" y="916"/>
                      <a:pt x="3940" y="1399"/>
                      <a:pt x="4123" y="2439"/>
                    </a:cubicBezTo>
                    <a:cubicBezTo>
                      <a:pt x="4277" y="3384"/>
                      <a:pt x="4423" y="8055"/>
                      <a:pt x="4460" y="10003"/>
                    </a:cubicBezTo>
                    <a:cubicBezTo>
                      <a:pt x="4460" y="10098"/>
                      <a:pt x="4335" y="10494"/>
                      <a:pt x="4182" y="10889"/>
                    </a:cubicBezTo>
                    <a:cubicBezTo>
                      <a:pt x="3786" y="10860"/>
                      <a:pt x="1165" y="10677"/>
                      <a:pt x="279" y="9241"/>
                    </a:cubicBezTo>
                    <a:cubicBezTo>
                      <a:pt x="249" y="9058"/>
                      <a:pt x="154" y="7323"/>
                      <a:pt x="491" y="4577"/>
                    </a:cubicBezTo>
                    <a:cubicBezTo>
                      <a:pt x="491" y="4577"/>
                      <a:pt x="520" y="4086"/>
                      <a:pt x="616" y="3479"/>
                    </a:cubicBezTo>
                    <a:cubicBezTo>
                      <a:pt x="616" y="3413"/>
                      <a:pt x="579" y="3384"/>
                      <a:pt x="550" y="3384"/>
                    </a:cubicBezTo>
                    <a:cubicBezTo>
                      <a:pt x="520" y="3384"/>
                      <a:pt x="491" y="3413"/>
                      <a:pt x="462" y="3442"/>
                    </a:cubicBezTo>
                    <a:cubicBezTo>
                      <a:pt x="396" y="4086"/>
                      <a:pt x="367" y="4577"/>
                      <a:pt x="367" y="4577"/>
                    </a:cubicBezTo>
                    <a:cubicBezTo>
                      <a:pt x="0" y="7440"/>
                      <a:pt x="125" y="9241"/>
                      <a:pt x="125" y="9271"/>
                    </a:cubicBezTo>
                    <a:lnTo>
                      <a:pt x="154" y="9300"/>
                    </a:lnTo>
                    <a:cubicBezTo>
                      <a:pt x="1128" y="10918"/>
                      <a:pt x="4094" y="11013"/>
                      <a:pt x="4211" y="11043"/>
                    </a:cubicBezTo>
                    <a:lnTo>
                      <a:pt x="4240" y="11043"/>
                    </a:lnTo>
                    <a:cubicBezTo>
                      <a:pt x="4240" y="11043"/>
                      <a:pt x="4277" y="11013"/>
                      <a:pt x="4306" y="10984"/>
                    </a:cubicBezTo>
                    <a:cubicBezTo>
                      <a:pt x="4577" y="10215"/>
                      <a:pt x="4606" y="10069"/>
                      <a:pt x="4606" y="10003"/>
                    </a:cubicBezTo>
                    <a:cubicBezTo>
                      <a:pt x="4548" y="8019"/>
                      <a:pt x="4423" y="3354"/>
                      <a:pt x="4277" y="2410"/>
                    </a:cubicBezTo>
                    <a:cubicBezTo>
                      <a:pt x="4057" y="1216"/>
                      <a:pt x="3845" y="762"/>
                      <a:pt x="3845" y="762"/>
                    </a:cubicBezTo>
                    <a:cubicBezTo>
                      <a:pt x="3845" y="733"/>
                      <a:pt x="3815" y="733"/>
                      <a:pt x="3815" y="733"/>
                    </a:cubicBezTo>
                    <a:lnTo>
                      <a:pt x="274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1" name="Google Shape;791;p45"/>
              <p:cNvSpPr/>
              <p:nvPr/>
            </p:nvSpPr>
            <p:spPr>
              <a:xfrm>
                <a:off x="7775727" y="2425600"/>
                <a:ext cx="65766" cy="820960"/>
              </a:xfrm>
              <a:custGeom>
                <a:avLst/>
                <a:gdLst/>
                <a:ahLst/>
                <a:cxnLst/>
                <a:rect l="l" t="t" r="r" b="b"/>
                <a:pathLst>
                  <a:path w="799" h="9974" extrusionOk="0">
                    <a:moveTo>
                      <a:pt x="37" y="0"/>
                    </a:moveTo>
                    <a:cubicBezTo>
                      <a:pt x="1" y="0"/>
                      <a:pt x="1" y="30"/>
                      <a:pt x="37" y="30"/>
                    </a:cubicBezTo>
                    <a:cubicBezTo>
                      <a:pt x="37" y="30"/>
                      <a:pt x="521" y="762"/>
                      <a:pt x="550" y="2805"/>
                    </a:cubicBezTo>
                    <a:cubicBezTo>
                      <a:pt x="550" y="3566"/>
                      <a:pt x="587" y="4482"/>
                      <a:pt x="616" y="5397"/>
                    </a:cubicBezTo>
                    <a:cubicBezTo>
                      <a:pt x="675" y="6986"/>
                      <a:pt x="733" y="8509"/>
                      <a:pt x="675" y="8875"/>
                    </a:cubicBezTo>
                    <a:cubicBezTo>
                      <a:pt x="587" y="9395"/>
                      <a:pt x="433" y="9944"/>
                      <a:pt x="433" y="9944"/>
                    </a:cubicBezTo>
                    <a:lnTo>
                      <a:pt x="433" y="9973"/>
                    </a:lnTo>
                    <a:lnTo>
                      <a:pt x="462" y="9973"/>
                    </a:lnTo>
                    <a:cubicBezTo>
                      <a:pt x="462" y="9944"/>
                      <a:pt x="645" y="9424"/>
                      <a:pt x="733" y="8875"/>
                    </a:cubicBezTo>
                    <a:cubicBezTo>
                      <a:pt x="799" y="8509"/>
                      <a:pt x="733" y="6986"/>
                      <a:pt x="675" y="5397"/>
                    </a:cubicBezTo>
                    <a:cubicBezTo>
                      <a:pt x="645" y="4482"/>
                      <a:pt x="616" y="3566"/>
                      <a:pt x="616" y="2805"/>
                    </a:cubicBezTo>
                    <a:cubicBezTo>
                      <a:pt x="587" y="733"/>
                      <a:pt x="96" y="30"/>
                      <a:pt x="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2" name="Google Shape;792;p45"/>
              <p:cNvSpPr/>
              <p:nvPr/>
            </p:nvSpPr>
            <p:spPr>
              <a:xfrm>
                <a:off x="7775727" y="2423213"/>
                <a:ext cx="65766" cy="826392"/>
              </a:xfrm>
              <a:custGeom>
                <a:avLst/>
                <a:gdLst/>
                <a:ahLst/>
                <a:cxnLst/>
                <a:rect l="l" t="t" r="r" b="b"/>
                <a:pathLst>
                  <a:path w="799" h="10040" extrusionOk="0">
                    <a:moveTo>
                      <a:pt x="37" y="0"/>
                    </a:moveTo>
                    <a:lnTo>
                      <a:pt x="1" y="29"/>
                    </a:lnTo>
                    <a:lnTo>
                      <a:pt x="1" y="59"/>
                    </a:lnTo>
                    <a:cubicBezTo>
                      <a:pt x="1" y="88"/>
                      <a:pt x="491" y="791"/>
                      <a:pt x="521" y="2834"/>
                    </a:cubicBezTo>
                    <a:cubicBezTo>
                      <a:pt x="550" y="3595"/>
                      <a:pt x="587" y="4511"/>
                      <a:pt x="616" y="5426"/>
                    </a:cubicBezTo>
                    <a:cubicBezTo>
                      <a:pt x="675" y="7015"/>
                      <a:pt x="704" y="8538"/>
                      <a:pt x="645" y="8875"/>
                    </a:cubicBezTo>
                    <a:cubicBezTo>
                      <a:pt x="550" y="9424"/>
                      <a:pt x="404" y="9973"/>
                      <a:pt x="404" y="9973"/>
                    </a:cubicBezTo>
                    <a:cubicBezTo>
                      <a:pt x="404" y="10002"/>
                      <a:pt x="404" y="10039"/>
                      <a:pt x="433" y="10039"/>
                    </a:cubicBezTo>
                    <a:lnTo>
                      <a:pt x="462" y="10039"/>
                    </a:lnTo>
                    <a:lnTo>
                      <a:pt x="491" y="10002"/>
                    </a:lnTo>
                    <a:cubicBezTo>
                      <a:pt x="491" y="10002"/>
                      <a:pt x="645" y="9424"/>
                      <a:pt x="733" y="8904"/>
                    </a:cubicBezTo>
                    <a:cubicBezTo>
                      <a:pt x="799" y="8538"/>
                      <a:pt x="733" y="7015"/>
                      <a:pt x="704" y="5426"/>
                    </a:cubicBezTo>
                    <a:lnTo>
                      <a:pt x="704" y="5397"/>
                    </a:lnTo>
                    <a:cubicBezTo>
                      <a:pt x="675" y="4511"/>
                      <a:pt x="645" y="3595"/>
                      <a:pt x="616" y="2834"/>
                    </a:cubicBezTo>
                    <a:cubicBezTo>
                      <a:pt x="587" y="762"/>
                      <a:pt x="96" y="59"/>
                      <a:pt x="67" y="29"/>
                    </a:cubicBezTo>
                    <a:lnTo>
                      <a:pt x="67" y="29"/>
                    </a:lnTo>
                    <a:cubicBezTo>
                      <a:pt x="67" y="59"/>
                      <a:pt x="550" y="762"/>
                      <a:pt x="587" y="2834"/>
                    </a:cubicBezTo>
                    <a:cubicBezTo>
                      <a:pt x="616" y="3595"/>
                      <a:pt x="645" y="4511"/>
                      <a:pt x="675" y="5397"/>
                    </a:cubicBezTo>
                    <a:lnTo>
                      <a:pt x="675" y="5426"/>
                    </a:lnTo>
                    <a:cubicBezTo>
                      <a:pt x="704" y="7015"/>
                      <a:pt x="770" y="8538"/>
                      <a:pt x="704" y="8904"/>
                    </a:cubicBezTo>
                    <a:cubicBezTo>
                      <a:pt x="616" y="9424"/>
                      <a:pt x="462" y="9973"/>
                      <a:pt x="462" y="10002"/>
                    </a:cubicBezTo>
                    <a:lnTo>
                      <a:pt x="433" y="10002"/>
                    </a:lnTo>
                    <a:lnTo>
                      <a:pt x="433" y="9973"/>
                    </a:lnTo>
                    <a:cubicBezTo>
                      <a:pt x="433" y="9973"/>
                      <a:pt x="587" y="9424"/>
                      <a:pt x="675" y="8904"/>
                    </a:cubicBezTo>
                    <a:cubicBezTo>
                      <a:pt x="733" y="8538"/>
                      <a:pt x="704" y="7015"/>
                      <a:pt x="645" y="5426"/>
                    </a:cubicBezTo>
                    <a:cubicBezTo>
                      <a:pt x="616" y="4511"/>
                      <a:pt x="587" y="3595"/>
                      <a:pt x="550" y="2834"/>
                    </a:cubicBezTo>
                    <a:cubicBezTo>
                      <a:pt x="521" y="791"/>
                      <a:pt x="37" y="59"/>
                      <a:pt x="37" y="59"/>
                    </a:cubicBezTo>
                    <a:lnTo>
                      <a:pt x="37" y="29"/>
                    </a:lnTo>
                    <a:lnTo>
                      <a:pt x="67" y="29"/>
                    </a:lnTo>
                    <a:lnTo>
                      <a:pt x="6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3" name="Google Shape;793;p45"/>
              <p:cNvSpPr/>
              <p:nvPr/>
            </p:nvSpPr>
            <p:spPr>
              <a:xfrm>
                <a:off x="7758277" y="2330366"/>
                <a:ext cx="160998" cy="47657"/>
              </a:xfrm>
              <a:custGeom>
                <a:avLst/>
                <a:gdLst/>
                <a:ahLst/>
                <a:cxnLst/>
                <a:rect l="l" t="t" r="r" b="b"/>
                <a:pathLst>
                  <a:path w="1956" h="579" extrusionOk="0">
                    <a:moveTo>
                      <a:pt x="1956" y="0"/>
                    </a:moveTo>
                    <a:cubicBezTo>
                      <a:pt x="1592" y="128"/>
                      <a:pt x="1204" y="179"/>
                      <a:pt x="807" y="179"/>
                    </a:cubicBezTo>
                    <a:cubicBezTo>
                      <a:pt x="541" y="179"/>
                      <a:pt x="271" y="156"/>
                      <a:pt x="1" y="118"/>
                    </a:cubicBezTo>
                    <a:lnTo>
                      <a:pt x="1" y="118"/>
                    </a:lnTo>
                    <a:lnTo>
                      <a:pt x="30" y="579"/>
                    </a:lnTo>
                    <a:lnTo>
                      <a:pt x="1926" y="513"/>
                    </a:lnTo>
                    <a:lnTo>
                      <a:pt x="19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4" name="Google Shape;794;p45"/>
              <p:cNvSpPr/>
              <p:nvPr/>
            </p:nvSpPr>
            <p:spPr>
              <a:xfrm>
                <a:off x="7753421" y="2322546"/>
                <a:ext cx="170711" cy="62720"/>
              </a:xfrm>
              <a:custGeom>
                <a:avLst/>
                <a:gdLst/>
                <a:ahLst/>
                <a:cxnLst/>
                <a:rect l="l" t="t" r="r" b="b"/>
                <a:pathLst>
                  <a:path w="2074" h="762" extrusionOk="0">
                    <a:moveTo>
                      <a:pt x="1985" y="0"/>
                    </a:moveTo>
                    <a:cubicBezTo>
                      <a:pt x="1641" y="133"/>
                      <a:pt x="1271" y="209"/>
                      <a:pt x="855" y="209"/>
                    </a:cubicBezTo>
                    <a:cubicBezTo>
                      <a:pt x="608" y="209"/>
                      <a:pt x="344" y="182"/>
                      <a:pt x="60" y="125"/>
                    </a:cubicBezTo>
                    <a:cubicBezTo>
                      <a:pt x="60" y="125"/>
                      <a:pt x="30" y="125"/>
                      <a:pt x="1" y="154"/>
                    </a:cubicBezTo>
                    <a:lnTo>
                      <a:pt x="1" y="213"/>
                    </a:lnTo>
                    <a:lnTo>
                      <a:pt x="1" y="703"/>
                    </a:lnTo>
                    <a:cubicBezTo>
                      <a:pt x="1" y="733"/>
                      <a:pt x="30" y="762"/>
                      <a:pt x="89" y="762"/>
                    </a:cubicBezTo>
                    <a:cubicBezTo>
                      <a:pt x="125" y="762"/>
                      <a:pt x="155" y="733"/>
                      <a:pt x="155" y="674"/>
                    </a:cubicBezTo>
                    <a:lnTo>
                      <a:pt x="125" y="279"/>
                    </a:lnTo>
                    <a:lnTo>
                      <a:pt x="125" y="279"/>
                    </a:lnTo>
                    <a:cubicBezTo>
                      <a:pt x="401" y="325"/>
                      <a:pt x="659" y="348"/>
                      <a:pt x="905" y="348"/>
                    </a:cubicBezTo>
                    <a:cubicBezTo>
                      <a:pt x="1279" y="348"/>
                      <a:pt x="1624" y="294"/>
                      <a:pt x="1956" y="183"/>
                    </a:cubicBezTo>
                    <a:lnTo>
                      <a:pt x="1956" y="183"/>
                    </a:lnTo>
                    <a:lnTo>
                      <a:pt x="1919" y="608"/>
                    </a:lnTo>
                    <a:cubicBezTo>
                      <a:pt x="1919" y="645"/>
                      <a:pt x="1956" y="674"/>
                      <a:pt x="1985" y="674"/>
                    </a:cubicBezTo>
                    <a:cubicBezTo>
                      <a:pt x="2015" y="674"/>
                      <a:pt x="2044" y="645"/>
                      <a:pt x="2044" y="608"/>
                    </a:cubicBezTo>
                    <a:lnTo>
                      <a:pt x="2073" y="95"/>
                    </a:lnTo>
                    <a:cubicBezTo>
                      <a:pt x="2073" y="59"/>
                      <a:pt x="2073" y="30"/>
                      <a:pt x="2044" y="30"/>
                    </a:cubicBezTo>
                    <a:cubicBezTo>
                      <a:pt x="2044" y="0"/>
                      <a:pt x="2015" y="0"/>
                      <a:pt x="19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5" name="Google Shape;795;p45"/>
              <p:cNvSpPr/>
              <p:nvPr/>
            </p:nvSpPr>
            <p:spPr>
              <a:xfrm>
                <a:off x="7869151" y="2330119"/>
                <a:ext cx="135729" cy="143137"/>
              </a:xfrm>
              <a:custGeom>
                <a:avLst/>
                <a:gdLst/>
                <a:ahLst/>
                <a:cxnLst/>
                <a:rect l="l" t="t" r="r" b="b"/>
                <a:pathLst>
                  <a:path w="1649" h="1739" extrusionOk="0">
                    <a:moveTo>
                      <a:pt x="786" y="0"/>
                    </a:moveTo>
                    <a:cubicBezTo>
                      <a:pt x="732" y="0"/>
                      <a:pt x="696" y="3"/>
                      <a:pt x="696" y="3"/>
                    </a:cubicBezTo>
                    <a:cubicBezTo>
                      <a:pt x="696" y="3"/>
                      <a:pt x="696" y="428"/>
                      <a:pt x="638" y="516"/>
                    </a:cubicBezTo>
                    <a:cubicBezTo>
                      <a:pt x="484" y="824"/>
                      <a:pt x="1" y="1036"/>
                      <a:pt x="1" y="1036"/>
                    </a:cubicBezTo>
                    <a:cubicBezTo>
                      <a:pt x="242" y="1160"/>
                      <a:pt x="426" y="1739"/>
                      <a:pt x="426" y="1739"/>
                    </a:cubicBezTo>
                    <a:cubicBezTo>
                      <a:pt x="1246" y="1468"/>
                      <a:pt x="1648" y="611"/>
                      <a:pt x="1648" y="611"/>
                    </a:cubicBezTo>
                    <a:cubicBezTo>
                      <a:pt x="1648" y="611"/>
                      <a:pt x="1524" y="428"/>
                      <a:pt x="1282" y="150"/>
                    </a:cubicBezTo>
                    <a:cubicBezTo>
                      <a:pt x="1172" y="19"/>
                      <a:pt x="921" y="0"/>
                      <a:pt x="7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6" name="Google Shape;796;p45"/>
              <p:cNvSpPr/>
              <p:nvPr/>
            </p:nvSpPr>
            <p:spPr>
              <a:xfrm>
                <a:off x="7863718" y="2322546"/>
                <a:ext cx="145936" cy="155566"/>
              </a:xfrm>
              <a:custGeom>
                <a:avLst/>
                <a:gdLst/>
                <a:ahLst/>
                <a:cxnLst/>
                <a:rect l="l" t="t" r="r" b="b"/>
                <a:pathLst>
                  <a:path w="1773" h="1889" extrusionOk="0">
                    <a:moveTo>
                      <a:pt x="828" y="154"/>
                    </a:moveTo>
                    <a:cubicBezTo>
                      <a:pt x="982" y="154"/>
                      <a:pt x="1194" y="183"/>
                      <a:pt x="1282" y="279"/>
                    </a:cubicBezTo>
                    <a:cubicBezTo>
                      <a:pt x="1465" y="491"/>
                      <a:pt x="1590" y="645"/>
                      <a:pt x="1619" y="703"/>
                    </a:cubicBezTo>
                    <a:cubicBezTo>
                      <a:pt x="1561" y="857"/>
                      <a:pt x="1194" y="1494"/>
                      <a:pt x="550" y="1743"/>
                    </a:cubicBezTo>
                    <a:cubicBezTo>
                      <a:pt x="492" y="1619"/>
                      <a:pt x="367" y="1311"/>
                      <a:pt x="213" y="1157"/>
                    </a:cubicBezTo>
                    <a:cubicBezTo>
                      <a:pt x="367" y="1069"/>
                      <a:pt x="645" y="886"/>
                      <a:pt x="762" y="645"/>
                    </a:cubicBezTo>
                    <a:cubicBezTo>
                      <a:pt x="828" y="549"/>
                      <a:pt x="828" y="279"/>
                      <a:pt x="828" y="154"/>
                    </a:cubicBezTo>
                    <a:close/>
                    <a:moveTo>
                      <a:pt x="762" y="0"/>
                    </a:moveTo>
                    <a:cubicBezTo>
                      <a:pt x="733" y="0"/>
                      <a:pt x="704" y="30"/>
                      <a:pt x="704" y="95"/>
                    </a:cubicBezTo>
                    <a:cubicBezTo>
                      <a:pt x="704" y="242"/>
                      <a:pt x="675" y="520"/>
                      <a:pt x="645" y="579"/>
                    </a:cubicBezTo>
                    <a:cubicBezTo>
                      <a:pt x="521" y="857"/>
                      <a:pt x="30" y="1069"/>
                      <a:pt x="30" y="1069"/>
                    </a:cubicBezTo>
                    <a:cubicBezTo>
                      <a:pt x="30" y="1099"/>
                      <a:pt x="1" y="1099"/>
                      <a:pt x="1" y="1128"/>
                    </a:cubicBezTo>
                    <a:cubicBezTo>
                      <a:pt x="1" y="1157"/>
                      <a:pt x="30" y="1194"/>
                      <a:pt x="30" y="1194"/>
                    </a:cubicBezTo>
                    <a:cubicBezTo>
                      <a:pt x="213" y="1282"/>
                      <a:pt x="396" y="1706"/>
                      <a:pt x="433" y="1860"/>
                    </a:cubicBezTo>
                    <a:cubicBezTo>
                      <a:pt x="462" y="1860"/>
                      <a:pt x="462" y="1889"/>
                      <a:pt x="462" y="1889"/>
                    </a:cubicBezTo>
                    <a:lnTo>
                      <a:pt x="521" y="1889"/>
                    </a:lnTo>
                    <a:cubicBezTo>
                      <a:pt x="1378" y="1589"/>
                      <a:pt x="1744" y="762"/>
                      <a:pt x="1773" y="733"/>
                    </a:cubicBezTo>
                    <a:cubicBezTo>
                      <a:pt x="1773" y="703"/>
                      <a:pt x="1773" y="674"/>
                      <a:pt x="1744" y="645"/>
                    </a:cubicBezTo>
                    <a:cubicBezTo>
                      <a:pt x="1744" y="645"/>
                      <a:pt x="1619" y="462"/>
                      <a:pt x="1378" y="183"/>
                    </a:cubicBezTo>
                    <a:cubicBezTo>
                      <a:pt x="1224" y="0"/>
                      <a:pt x="799" y="0"/>
                      <a:pt x="7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7" name="Google Shape;797;p45"/>
              <p:cNvSpPr/>
              <p:nvPr/>
            </p:nvSpPr>
            <p:spPr>
              <a:xfrm>
                <a:off x="7675719" y="2335222"/>
                <a:ext cx="135647" cy="142890"/>
              </a:xfrm>
              <a:custGeom>
                <a:avLst/>
                <a:gdLst/>
                <a:ahLst/>
                <a:cxnLst/>
                <a:rect l="l" t="t" r="r" b="b"/>
                <a:pathLst>
                  <a:path w="1648" h="1735" extrusionOk="0">
                    <a:moveTo>
                      <a:pt x="916" y="0"/>
                    </a:moveTo>
                    <a:cubicBezTo>
                      <a:pt x="916" y="0"/>
                      <a:pt x="454" y="29"/>
                      <a:pt x="337" y="212"/>
                    </a:cubicBezTo>
                    <a:cubicBezTo>
                      <a:pt x="88" y="491"/>
                      <a:pt x="0" y="703"/>
                      <a:pt x="0" y="703"/>
                    </a:cubicBezTo>
                    <a:cubicBezTo>
                      <a:pt x="0" y="703"/>
                      <a:pt x="425" y="1494"/>
                      <a:pt x="1282" y="1735"/>
                    </a:cubicBezTo>
                    <a:cubicBezTo>
                      <a:pt x="1282" y="1735"/>
                      <a:pt x="1436" y="1128"/>
                      <a:pt x="1648" y="1003"/>
                    </a:cubicBezTo>
                    <a:cubicBezTo>
                      <a:pt x="1648" y="1003"/>
                      <a:pt x="1157" y="820"/>
                      <a:pt x="974" y="549"/>
                    </a:cubicBezTo>
                    <a:cubicBezTo>
                      <a:pt x="916" y="425"/>
                      <a:pt x="916" y="0"/>
                      <a:pt x="9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8" name="Google Shape;798;p45"/>
              <p:cNvSpPr/>
              <p:nvPr/>
            </p:nvSpPr>
            <p:spPr>
              <a:xfrm>
                <a:off x="7667899" y="2327320"/>
                <a:ext cx="148323" cy="156224"/>
              </a:xfrm>
              <a:custGeom>
                <a:avLst/>
                <a:gdLst/>
                <a:ahLst/>
                <a:cxnLst/>
                <a:rect l="l" t="t" r="r" b="b"/>
                <a:pathLst>
                  <a:path w="1802" h="1898" extrusionOk="0">
                    <a:moveTo>
                      <a:pt x="945" y="155"/>
                    </a:moveTo>
                    <a:cubicBezTo>
                      <a:pt x="945" y="308"/>
                      <a:pt x="945" y="587"/>
                      <a:pt x="1011" y="675"/>
                    </a:cubicBezTo>
                    <a:cubicBezTo>
                      <a:pt x="1128" y="887"/>
                      <a:pt x="1465" y="1041"/>
                      <a:pt x="1618" y="1136"/>
                    </a:cubicBezTo>
                    <a:cubicBezTo>
                      <a:pt x="1465" y="1282"/>
                      <a:pt x="1347" y="1590"/>
                      <a:pt x="1311" y="1744"/>
                    </a:cubicBezTo>
                    <a:cubicBezTo>
                      <a:pt x="645" y="1531"/>
                      <a:pt x="249" y="916"/>
                      <a:pt x="154" y="799"/>
                    </a:cubicBezTo>
                    <a:cubicBezTo>
                      <a:pt x="213" y="704"/>
                      <a:pt x="308" y="550"/>
                      <a:pt x="461" y="338"/>
                    </a:cubicBezTo>
                    <a:cubicBezTo>
                      <a:pt x="549" y="250"/>
                      <a:pt x="798" y="184"/>
                      <a:pt x="945" y="155"/>
                    </a:cubicBezTo>
                    <a:close/>
                    <a:moveTo>
                      <a:pt x="1011" y="1"/>
                    </a:moveTo>
                    <a:cubicBezTo>
                      <a:pt x="981" y="37"/>
                      <a:pt x="520" y="67"/>
                      <a:pt x="366" y="250"/>
                    </a:cubicBezTo>
                    <a:cubicBezTo>
                      <a:pt x="154" y="550"/>
                      <a:pt x="29" y="733"/>
                      <a:pt x="29" y="733"/>
                    </a:cubicBezTo>
                    <a:cubicBezTo>
                      <a:pt x="0" y="770"/>
                      <a:pt x="0" y="799"/>
                      <a:pt x="29" y="828"/>
                    </a:cubicBezTo>
                    <a:cubicBezTo>
                      <a:pt x="29" y="858"/>
                      <a:pt x="491" y="1648"/>
                      <a:pt x="1347" y="1897"/>
                    </a:cubicBezTo>
                    <a:lnTo>
                      <a:pt x="1406" y="1897"/>
                    </a:lnTo>
                    <a:cubicBezTo>
                      <a:pt x="1406" y="1868"/>
                      <a:pt x="1435" y="1868"/>
                      <a:pt x="1435" y="1831"/>
                    </a:cubicBezTo>
                    <a:cubicBezTo>
                      <a:pt x="1465" y="1685"/>
                      <a:pt x="1618" y="1253"/>
                      <a:pt x="1772" y="1165"/>
                    </a:cubicBezTo>
                    <a:cubicBezTo>
                      <a:pt x="1801" y="1165"/>
                      <a:pt x="1801" y="1136"/>
                      <a:pt x="1801" y="1099"/>
                    </a:cubicBezTo>
                    <a:cubicBezTo>
                      <a:pt x="1801" y="1070"/>
                      <a:pt x="1801" y="1041"/>
                      <a:pt x="1772" y="1041"/>
                    </a:cubicBezTo>
                    <a:cubicBezTo>
                      <a:pt x="1772" y="1041"/>
                      <a:pt x="1282" y="858"/>
                      <a:pt x="1128" y="587"/>
                    </a:cubicBezTo>
                    <a:cubicBezTo>
                      <a:pt x="1099" y="521"/>
                      <a:pt x="1099" y="250"/>
                      <a:pt x="1099" y="96"/>
                    </a:cubicBezTo>
                    <a:cubicBezTo>
                      <a:pt x="1099" y="67"/>
                      <a:pt x="1069" y="37"/>
                      <a:pt x="1069" y="37"/>
                    </a:cubicBezTo>
                    <a:cubicBezTo>
                      <a:pt x="1069" y="37"/>
                      <a:pt x="1040" y="1"/>
                      <a:pt x="10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799" name="Google Shape;799;p45"/>
              <p:cNvSpPr/>
              <p:nvPr/>
            </p:nvSpPr>
            <p:spPr>
              <a:xfrm>
                <a:off x="7803466" y="2468402"/>
                <a:ext cx="22964" cy="19919"/>
              </a:xfrm>
              <a:custGeom>
                <a:avLst/>
                <a:gdLst/>
                <a:ahLst/>
                <a:cxnLst/>
                <a:rect l="l" t="t" r="r" b="b"/>
                <a:pathLst>
                  <a:path w="279" h="241" extrusionOk="0">
                    <a:moveTo>
                      <a:pt x="125" y="0"/>
                    </a:moveTo>
                    <a:cubicBezTo>
                      <a:pt x="67" y="0"/>
                      <a:pt x="1" y="59"/>
                      <a:pt x="1" y="117"/>
                    </a:cubicBezTo>
                    <a:cubicBezTo>
                      <a:pt x="1" y="213"/>
                      <a:pt x="67" y="242"/>
                      <a:pt x="154" y="242"/>
                    </a:cubicBezTo>
                    <a:cubicBezTo>
                      <a:pt x="213" y="242"/>
                      <a:pt x="279" y="183"/>
                      <a:pt x="279" y="117"/>
                    </a:cubicBezTo>
                    <a:cubicBezTo>
                      <a:pt x="279" y="59"/>
                      <a:pt x="213" y="0"/>
                      <a:pt x="1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0" name="Google Shape;800;p45"/>
              <p:cNvSpPr/>
              <p:nvPr/>
            </p:nvSpPr>
            <p:spPr>
              <a:xfrm>
                <a:off x="7826349" y="2603969"/>
                <a:ext cx="20001" cy="22388"/>
              </a:xfrm>
              <a:custGeom>
                <a:avLst/>
                <a:gdLst/>
                <a:ahLst/>
                <a:cxnLst/>
                <a:rect l="l" t="t" r="r" b="b"/>
                <a:pathLst>
                  <a:path w="243" h="272" extrusionOk="0">
                    <a:moveTo>
                      <a:pt x="118" y="1"/>
                    </a:moveTo>
                    <a:cubicBezTo>
                      <a:pt x="30" y="1"/>
                      <a:pt x="1" y="59"/>
                      <a:pt x="1" y="155"/>
                    </a:cubicBezTo>
                    <a:cubicBezTo>
                      <a:pt x="1" y="213"/>
                      <a:pt x="60" y="272"/>
                      <a:pt x="118" y="272"/>
                    </a:cubicBezTo>
                    <a:cubicBezTo>
                      <a:pt x="184" y="272"/>
                      <a:pt x="243" y="213"/>
                      <a:pt x="243" y="118"/>
                    </a:cubicBezTo>
                    <a:cubicBezTo>
                      <a:pt x="243" y="59"/>
                      <a:pt x="184" y="1"/>
                      <a:pt x="11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1" name="Google Shape;801;p45"/>
              <p:cNvSpPr/>
              <p:nvPr/>
            </p:nvSpPr>
            <p:spPr>
              <a:xfrm>
                <a:off x="7831205" y="2758879"/>
                <a:ext cx="20001" cy="20578"/>
              </a:xfrm>
              <a:custGeom>
                <a:avLst/>
                <a:gdLst/>
                <a:ahLst/>
                <a:cxnLst/>
                <a:rect l="l" t="t" r="r" b="b"/>
                <a:pathLst>
                  <a:path w="243" h="250" extrusionOk="0">
                    <a:moveTo>
                      <a:pt x="156" y="0"/>
                    </a:moveTo>
                    <a:cubicBezTo>
                      <a:pt x="146" y="0"/>
                      <a:pt x="135" y="3"/>
                      <a:pt x="125" y="8"/>
                    </a:cubicBezTo>
                    <a:cubicBezTo>
                      <a:pt x="59" y="8"/>
                      <a:pt x="1" y="67"/>
                      <a:pt x="1" y="132"/>
                    </a:cubicBezTo>
                    <a:cubicBezTo>
                      <a:pt x="1" y="191"/>
                      <a:pt x="59" y="250"/>
                      <a:pt x="125" y="250"/>
                    </a:cubicBezTo>
                    <a:cubicBezTo>
                      <a:pt x="184" y="250"/>
                      <a:pt x="242" y="191"/>
                      <a:pt x="242" y="132"/>
                    </a:cubicBezTo>
                    <a:cubicBezTo>
                      <a:pt x="242" y="54"/>
                      <a:pt x="202" y="0"/>
                      <a:pt x="1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2" name="Google Shape;802;p45"/>
              <p:cNvSpPr/>
              <p:nvPr/>
            </p:nvSpPr>
            <p:spPr>
              <a:xfrm>
                <a:off x="7833592" y="2910168"/>
                <a:ext cx="23047" cy="20001"/>
              </a:xfrm>
              <a:custGeom>
                <a:avLst/>
                <a:gdLst/>
                <a:ahLst/>
                <a:cxnLst/>
                <a:rect l="l" t="t" r="r" b="b"/>
                <a:pathLst>
                  <a:path w="280" h="243" extrusionOk="0">
                    <a:moveTo>
                      <a:pt x="125" y="1"/>
                    </a:moveTo>
                    <a:cubicBezTo>
                      <a:pt x="67" y="1"/>
                      <a:pt x="1" y="59"/>
                      <a:pt x="1" y="125"/>
                    </a:cubicBezTo>
                    <a:cubicBezTo>
                      <a:pt x="1" y="213"/>
                      <a:pt x="67" y="242"/>
                      <a:pt x="125" y="242"/>
                    </a:cubicBezTo>
                    <a:cubicBezTo>
                      <a:pt x="213" y="242"/>
                      <a:pt x="279" y="184"/>
                      <a:pt x="250" y="125"/>
                    </a:cubicBezTo>
                    <a:cubicBezTo>
                      <a:pt x="250" y="59"/>
                      <a:pt x="184" y="1"/>
                      <a:pt x="1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3" name="Google Shape;803;p45"/>
              <p:cNvSpPr/>
              <p:nvPr/>
            </p:nvSpPr>
            <p:spPr>
              <a:xfrm>
                <a:off x="7841494" y="3083763"/>
                <a:ext cx="19919" cy="22388"/>
              </a:xfrm>
              <a:custGeom>
                <a:avLst/>
                <a:gdLst/>
                <a:ahLst/>
                <a:cxnLst/>
                <a:rect l="l" t="t" r="r" b="b"/>
                <a:pathLst>
                  <a:path w="241" h="272" extrusionOk="0">
                    <a:moveTo>
                      <a:pt x="117" y="0"/>
                    </a:moveTo>
                    <a:cubicBezTo>
                      <a:pt x="29" y="30"/>
                      <a:pt x="0" y="88"/>
                      <a:pt x="0" y="147"/>
                    </a:cubicBezTo>
                    <a:cubicBezTo>
                      <a:pt x="0" y="213"/>
                      <a:pt x="59" y="271"/>
                      <a:pt x="117" y="271"/>
                    </a:cubicBezTo>
                    <a:cubicBezTo>
                      <a:pt x="183" y="271"/>
                      <a:pt x="242" y="213"/>
                      <a:pt x="242" y="147"/>
                    </a:cubicBezTo>
                    <a:cubicBezTo>
                      <a:pt x="242" y="59"/>
                      <a:pt x="183" y="0"/>
                      <a:pt x="11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4" name="Google Shape;804;p45"/>
              <p:cNvSpPr/>
              <p:nvPr/>
            </p:nvSpPr>
            <p:spPr>
              <a:xfrm>
                <a:off x="7562376" y="1661090"/>
                <a:ext cx="650414" cy="657657"/>
              </a:xfrm>
              <a:custGeom>
                <a:avLst/>
                <a:gdLst/>
                <a:ahLst/>
                <a:cxnLst/>
                <a:rect l="l" t="t" r="r" b="b"/>
                <a:pathLst>
                  <a:path w="7902" h="7990" extrusionOk="0">
                    <a:moveTo>
                      <a:pt x="3474" y="1"/>
                    </a:moveTo>
                    <a:cubicBezTo>
                      <a:pt x="2136" y="1"/>
                      <a:pt x="1104" y="609"/>
                      <a:pt x="645" y="1600"/>
                    </a:cubicBezTo>
                    <a:cubicBezTo>
                      <a:pt x="645" y="1600"/>
                      <a:pt x="125" y="2698"/>
                      <a:pt x="67" y="4375"/>
                    </a:cubicBezTo>
                    <a:cubicBezTo>
                      <a:pt x="1" y="5898"/>
                      <a:pt x="945" y="7546"/>
                      <a:pt x="2776" y="7912"/>
                    </a:cubicBezTo>
                    <a:cubicBezTo>
                      <a:pt x="3057" y="7962"/>
                      <a:pt x="3335" y="7990"/>
                      <a:pt x="3607" y="7990"/>
                    </a:cubicBezTo>
                    <a:cubicBezTo>
                      <a:pt x="4991" y="7990"/>
                      <a:pt x="6221" y="7279"/>
                      <a:pt x="6986" y="5290"/>
                    </a:cubicBezTo>
                    <a:cubicBezTo>
                      <a:pt x="7902" y="2881"/>
                      <a:pt x="7323" y="1021"/>
                      <a:pt x="5156" y="289"/>
                    </a:cubicBezTo>
                    <a:cubicBezTo>
                      <a:pt x="4559" y="92"/>
                      <a:pt x="3994" y="1"/>
                      <a:pt x="34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5" name="Google Shape;805;p45"/>
              <p:cNvSpPr/>
              <p:nvPr/>
            </p:nvSpPr>
            <p:spPr>
              <a:xfrm>
                <a:off x="7482781" y="1961610"/>
                <a:ext cx="167665" cy="170546"/>
              </a:xfrm>
              <a:custGeom>
                <a:avLst/>
                <a:gdLst/>
                <a:ahLst/>
                <a:cxnLst/>
                <a:rect l="l" t="t" r="r" b="b"/>
                <a:pathLst>
                  <a:path w="2037" h="2072" extrusionOk="0">
                    <a:moveTo>
                      <a:pt x="1137" y="0"/>
                    </a:moveTo>
                    <a:cubicBezTo>
                      <a:pt x="727" y="0"/>
                      <a:pt x="305" y="164"/>
                      <a:pt x="177" y="783"/>
                    </a:cubicBezTo>
                    <a:cubicBezTo>
                      <a:pt x="0" y="1638"/>
                      <a:pt x="502" y="2071"/>
                      <a:pt x="1041" y="2071"/>
                    </a:cubicBezTo>
                    <a:cubicBezTo>
                      <a:pt x="1350" y="2071"/>
                      <a:pt x="1672" y="1928"/>
                      <a:pt x="1883" y="1639"/>
                    </a:cubicBezTo>
                    <a:lnTo>
                      <a:pt x="2037" y="204"/>
                    </a:lnTo>
                    <a:cubicBezTo>
                      <a:pt x="2037" y="204"/>
                      <a:pt x="1594" y="0"/>
                      <a:pt x="11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6" name="Google Shape;806;p45"/>
              <p:cNvSpPr/>
              <p:nvPr/>
            </p:nvSpPr>
            <p:spPr>
              <a:xfrm>
                <a:off x="7482205" y="1956013"/>
                <a:ext cx="173098" cy="180917"/>
              </a:xfrm>
              <a:custGeom>
                <a:avLst/>
                <a:gdLst/>
                <a:ahLst/>
                <a:cxnLst/>
                <a:rect l="l" t="t" r="r" b="b"/>
                <a:pathLst>
                  <a:path w="2103" h="2198" extrusionOk="0">
                    <a:moveTo>
                      <a:pt x="1158" y="118"/>
                    </a:moveTo>
                    <a:cubicBezTo>
                      <a:pt x="1495" y="118"/>
                      <a:pt x="1831" y="272"/>
                      <a:pt x="1956" y="301"/>
                    </a:cubicBezTo>
                    <a:lnTo>
                      <a:pt x="1831" y="1678"/>
                    </a:lnTo>
                    <a:cubicBezTo>
                      <a:pt x="1639" y="1932"/>
                      <a:pt x="1348" y="2069"/>
                      <a:pt x="1066" y="2069"/>
                    </a:cubicBezTo>
                    <a:cubicBezTo>
                      <a:pt x="940" y="2069"/>
                      <a:pt x="816" y="2042"/>
                      <a:pt x="704" y="1986"/>
                    </a:cubicBezTo>
                    <a:cubicBezTo>
                      <a:pt x="308" y="1832"/>
                      <a:pt x="155" y="1400"/>
                      <a:pt x="242" y="887"/>
                    </a:cubicBezTo>
                    <a:cubicBezTo>
                      <a:pt x="338" y="550"/>
                      <a:pt x="455" y="338"/>
                      <a:pt x="704" y="243"/>
                    </a:cubicBezTo>
                    <a:cubicBezTo>
                      <a:pt x="821" y="155"/>
                      <a:pt x="1004" y="118"/>
                      <a:pt x="1158" y="118"/>
                    </a:cubicBezTo>
                    <a:close/>
                    <a:moveTo>
                      <a:pt x="1172" y="1"/>
                    </a:moveTo>
                    <a:cubicBezTo>
                      <a:pt x="992" y="1"/>
                      <a:pt x="806" y="32"/>
                      <a:pt x="638" y="118"/>
                    </a:cubicBezTo>
                    <a:cubicBezTo>
                      <a:pt x="367" y="243"/>
                      <a:pt x="213" y="485"/>
                      <a:pt x="125" y="851"/>
                    </a:cubicBezTo>
                    <a:cubicBezTo>
                      <a:pt x="1" y="1466"/>
                      <a:pt x="184" y="1920"/>
                      <a:pt x="638" y="2132"/>
                    </a:cubicBezTo>
                    <a:cubicBezTo>
                      <a:pt x="762" y="2169"/>
                      <a:pt x="916" y="2198"/>
                      <a:pt x="1070" y="2198"/>
                    </a:cubicBezTo>
                    <a:cubicBezTo>
                      <a:pt x="1407" y="2198"/>
                      <a:pt x="1736" y="2044"/>
                      <a:pt x="1956" y="1737"/>
                    </a:cubicBezTo>
                    <a:lnTo>
                      <a:pt x="1956" y="1707"/>
                    </a:lnTo>
                    <a:lnTo>
                      <a:pt x="2102" y="272"/>
                    </a:lnTo>
                    <a:cubicBezTo>
                      <a:pt x="2102" y="243"/>
                      <a:pt x="2073" y="214"/>
                      <a:pt x="2073" y="214"/>
                    </a:cubicBezTo>
                    <a:cubicBezTo>
                      <a:pt x="2031" y="193"/>
                      <a:pt x="1618" y="1"/>
                      <a:pt x="11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7" name="Google Shape;807;p45"/>
              <p:cNvSpPr/>
              <p:nvPr/>
            </p:nvSpPr>
            <p:spPr>
              <a:xfrm>
                <a:off x="7517187" y="1993464"/>
                <a:ext cx="118197" cy="103134"/>
              </a:xfrm>
              <a:custGeom>
                <a:avLst/>
                <a:gdLst/>
                <a:ahLst/>
                <a:cxnLst/>
                <a:rect l="l" t="t" r="r" b="b"/>
                <a:pathLst>
                  <a:path w="1436" h="1253" extrusionOk="0">
                    <a:moveTo>
                      <a:pt x="520" y="0"/>
                    </a:moveTo>
                    <a:cubicBezTo>
                      <a:pt x="213" y="30"/>
                      <a:pt x="30" y="249"/>
                      <a:pt x="1" y="279"/>
                    </a:cubicBezTo>
                    <a:lnTo>
                      <a:pt x="1" y="308"/>
                    </a:lnTo>
                    <a:lnTo>
                      <a:pt x="66" y="308"/>
                    </a:lnTo>
                    <a:cubicBezTo>
                      <a:pt x="66" y="308"/>
                      <a:pt x="250" y="66"/>
                      <a:pt x="520" y="66"/>
                    </a:cubicBezTo>
                    <a:cubicBezTo>
                      <a:pt x="548" y="60"/>
                      <a:pt x="576" y="56"/>
                      <a:pt x="604" y="56"/>
                    </a:cubicBezTo>
                    <a:cubicBezTo>
                      <a:pt x="730" y="56"/>
                      <a:pt x="856" y="123"/>
                      <a:pt x="982" y="249"/>
                    </a:cubicBezTo>
                    <a:cubicBezTo>
                      <a:pt x="1377" y="615"/>
                      <a:pt x="982" y="1223"/>
                      <a:pt x="982" y="1223"/>
                    </a:cubicBezTo>
                    <a:lnTo>
                      <a:pt x="982" y="1252"/>
                    </a:lnTo>
                    <a:lnTo>
                      <a:pt x="1040" y="1252"/>
                    </a:lnTo>
                    <a:cubicBezTo>
                      <a:pt x="1040" y="1252"/>
                      <a:pt x="1436" y="579"/>
                      <a:pt x="1011" y="183"/>
                    </a:cubicBezTo>
                    <a:cubicBezTo>
                      <a:pt x="857" y="66"/>
                      <a:pt x="674" y="0"/>
                      <a:pt x="5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8" name="Google Shape;808;p45"/>
              <p:cNvSpPr/>
              <p:nvPr/>
            </p:nvSpPr>
            <p:spPr>
              <a:xfrm>
                <a:off x="7549700" y="2033632"/>
                <a:ext cx="68235" cy="20166"/>
              </a:xfrm>
              <a:custGeom>
                <a:avLst/>
                <a:gdLst/>
                <a:ahLst/>
                <a:cxnLst/>
                <a:rect l="l" t="t" r="r" b="b"/>
                <a:pathLst>
                  <a:path w="829" h="245" extrusionOk="0">
                    <a:moveTo>
                      <a:pt x="375" y="0"/>
                    </a:moveTo>
                    <a:cubicBezTo>
                      <a:pt x="175" y="0"/>
                      <a:pt x="1" y="91"/>
                      <a:pt x="1" y="91"/>
                    </a:cubicBezTo>
                    <a:lnTo>
                      <a:pt x="1" y="127"/>
                    </a:lnTo>
                    <a:lnTo>
                      <a:pt x="38" y="157"/>
                    </a:lnTo>
                    <a:lnTo>
                      <a:pt x="38" y="127"/>
                    </a:lnTo>
                    <a:cubicBezTo>
                      <a:pt x="38" y="127"/>
                      <a:pt x="188" y="45"/>
                      <a:pt x="369" y="45"/>
                    </a:cubicBezTo>
                    <a:cubicBezTo>
                      <a:pt x="502" y="45"/>
                      <a:pt x="652" y="89"/>
                      <a:pt x="770" y="245"/>
                    </a:cubicBezTo>
                    <a:lnTo>
                      <a:pt x="799" y="245"/>
                    </a:lnTo>
                    <a:cubicBezTo>
                      <a:pt x="799" y="245"/>
                      <a:pt x="828" y="215"/>
                      <a:pt x="799" y="215"/>
                    </a:cubicBezTo>
                    <a:cubicBezTo>
                      <a:pt x="682" y="48"/>
                      <a:pt x="521" y="0"/>
                      <a:pt x="375" y="0"/>
                    </a:cubicBezTo>
                    <a:close/>
                  </a:path>
                </a:pathLst>
              </a:custGeom>
              <a:solidFill>
                <a:srgbClr val="76363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09" name="Google Shape;809;p45"/>
              <p:cNvSpPr/>
              <p:nvPr/>
            </p:nvSpPr>
            <p:spPr>
              <a:xfrm>
                <a:off x="7537683" y="1661090"/>
                <a:ext cx="652801" cy="657657"/>
              </a:xfrm>
              <a:custGeom>
                <a:avLst/>
                <a:gdLst/>
                <a:ahLst/>
                <a:cxnLst/>
                <a:rect l="l" t="t" r="r" b="b"/>
                <a:pathLst>
                  <a:path w="7931" h="7990" extrusionOk="0">
                    <a:moveTo>
                      <a:pt x="3499" y="1"/>
                    </a:moveTo>
                    <a:cubicBezTo>
                      <a:pt x="2161" y="1"/>
                      <a:pt x="1131" y="609"/>
                      <a:pt x="667" y="1600"/>
                    </a:cubicBezTo>
                    <a:cubicBezTo>
                      <a:pt x="667" y="1600"/>
                      <a:pt x="147" y="2698"/>
                      <a:pt x="59" y="4375"/>
                    </a:cubicBezTo>
                    <a:cubicBezTo>
                      <a:pt x="1" y="5898"/>
                      <a:pt x="945" y="7546"/>
                      <a:pt x="2776" y="7912"/>
                    </a:cubicBezTo>
                    <a:cubicBezTo>
                      <a:pt x="3061" y="7962"/>
                      <a:pt x="3342" y="7990"/>
                      <a:pt x="3616" y="7990"/>
                    </a:cubicBezTo>
                    <a:cubicBezTo>
                      <a:pt x="5015" y="7990"/>
                      <a:pt x="6250" y="7279"/>
                      <a:pt x="7015" y="5290"/>
                    </a:cubicBezTo>
                    <a:cubicBezTo>
                      <a:pt x="7931" y="2881"/>
                      <a:pt x="7352" y="1021"/>
                      <a:pt x="5185" y="289"/>
                    </a:cubicBezTo>
                    <a:cubicBezTo>
                      <a:pt x="4586" y="92"/>
                      <a:pt x="4020" y="1"/>
                      <a:pt x="34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0" name="Google Shape;810;p45"/>
              <p:cNvSpPr/>
              <p:nvPr/>
            </p:nvSpPr>
            <p:spPr>
              <a:xfrm>
                <a:off x="7532250" y="1656316"/>
                <a:ext cx="632964" cy="668686"/>
              </a:xfrm>
              <a:custGeom>
                <a:avLst/>
                <a:gdLst/>
                <a:ahLst/>
                <a:cxnLst/>
                <a:rect l="l" t="t" r="r" b="b"/>
                <a:pathLst>
                  <a:path w="7690" h="8122" extrusionOk="0">
                    <a:moveTo>
                      <a:pt x="3574" y="135"/>
                    </a:moveTo>
                    <a:cubicBezTo>
                      <a:pt x="4094" y="135"/>
                      <a:pt x="4643" y="223"/>
                      <a:pt x="5221" y="406"/>
                    </a:cubicBezTo>
                    <a:cubicBezTo>
                      <a:pt x="6137" y="713"/>
                      <a:pt x="6803" y="1263"/>
                      <a:pt x="7140" y="1965"/>
                    </a:cubicBezTo>
                    <a:cubicBezTo>
                      <a:pt x="7572" y="2844"/>
                      <a:pt x="7506" y="4008"/>
                      <a:pt x="7023" y="5319"/>
                    </a:cubicBezTo>
                    <a:cubicBezTo>
                      <a:pt x="6344" y="7081"/>
                      <a:pt x="5232" y="7964"/>
                      <a:pt x="3712" y="7964"/>
                    </a:cubicBezTo>
                    <a:cubicBezTo>
                      <a:pt x="3444" y="7964"/>
                      <a:pt x="3164" y="7937"/>
                      <a:pt x="2871" y="7882"/>
                    </a:cubicBezTo>
                    <a:cubicBezTo>
                      <a:pt x="1040" y="7545"/>
                      <a:pt x="154" y="5898"/>
                      <a:pt x="213" y="4433"/>
                    </a:cubicBezTo>
                    <a:cubicBezTo>
                      <a:pt x="279" y="2815"/>
                      <a:pt x="799" y="1716"/>
                      <a:pt x="799" y="1687"/>
                    </a:cubicBezTo>
                    <a:cubicBezTo>
                      <a:pt x="1253" y="684"/>
                      <a:pt x="2293" y="135"/>
                      <a:pt x="3574" y="135"/>
                    </a:cubicBezTo>
                    <a:close/>
                    <a:moveTo>
                      <a:pt x="3577" y="1"/>
                    </a:moveTo>
                    <a:cubicBezTo>
                      <a:pt x="2247" y="1"/>
                      <a:pt x="1157" y="580"/>
                      <a:pt x="674" y="1629"/>
                    </a:cubicBezTo>
                    <a:cubicBezTo>
                      <a:pt x="674" y="1687"/>
                      <a:pt x="125" y="2786"/>
                      <a:pt x="67" y="4433"/>
                    </a:cubicBezTo>
                    <a:cubicBezTo>
                      <a:pt x="1" y="5956"/>
                      <a:pt x="945" y="7670"/>
                      <a:pt x="2842" y="8036"/>
                    </a:cubicBezTo>
                    <a:cubicBezTo>
                      <a:pt x="3142" y="8094"/>
                      <a:pt x="3420" y="8124"/>
                      <a:pt x="3691" y="8124"/>
                    </a:cubicBezTo>
                    <a:cubicBezTo>
                      <a:pt x="5280" y="8124"/>
                      <a:pt x="6437" y="7179"/>
                      <a:pt x="7140" y="5378"/>
                    </a:cubicBezTo>
                    <a:cubicBezTo>
                      <a:pt x="7660" y="4038"/>
                      <a:pt x="7689" y="2815"/>
                      <a:pt x="7264" y="1900"/>
                    </a:cubicBezTo>
                    <a:cubicBezTo>
                      <a:pt x="6898" y="1138"/>
                      <a:pt x="6225" y="589"/>
                      <a:pt x="5251" y="281"/>
                    </a:cubicBezTo>
                    <a:cubicBezTo>
                      <a:pt x="4670" y="92"/>
                      <a:pt x="4105" y="1"/>
                      <a:pt x="35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1" name="Google Shape;811;p45"/>
              <p:cNvSpPr/>
              <p:nvPr/>
            </p:nvSpPr>
            <p:spPr>
              <a:xfrm>
                <a:off x="7519574" y="1644875"/>
                <a:ext cx="701034" cy="419123"/>
              </a:xfrm>
              <a:custGeom>
                <a:avLst/>
                <a:gdLst/>
                <a:ahLst/>
                <a:cxnLst/>
                <a:rect l="l" t="t" r="r" b="b"/>
                <a:pathLst>
                  <a:path w="8517" h="5092" extrusionOk="0">
                    <a:moveTo>
                      <a:pt x="3877" y="1"/>
                    </a:moveTo>
                    <a:cubicBezTo>
                      <a:pt x="2337" y="1"/>
                      <a:pt x="970" y="591"/>
                      <a:pt x="491" y="1672"/>
                    </a:cubicBezTo>
                    <a:cubicBezTo>
                      <a:pt x="491" y="1672"/>
                      <a:pt x="1" y="3020"/>
                      <a:pt x="125" y="4265"/>
                    </a:cubicBezTo>
                    <a:lnTo>
                      <a:pt x="279" y="4301"/>
                    </a:lnTo>
                    <a:cubicBezTo>
                      <a:pt x="1165" y="3686"/>
                      <a:pt x="1590" y="1826"/>
                      <a:pt x="1590" y="1826"/>
                    </a:cubicBezTo>
                    <a:cubicBezTo>
                      <a:pt x="2780" y="2588"/>
                      <a:pt x="3818" y="2778"/>
                      <a:pt x="4558" y="2778"/>
                    </a:cubicBezTo>
                    <a:cubicBezTo>
                      <a:pt x="5299" y="2778"/>
                      <a:pt x="5741" y="2588"/>
                      <a:pt x="5742" y="2588"/>
                    </a:cubicBezTo>
                    <a:lnTo>
                      <a:pt x="5742" y="2588"/>
                    </a:lnTo>
                    <a:cubicBezTo>
                      <a:pt x="5405" y="3898"/>
                      <a:pt x="6320" y="5033"/>
                      <a:pt x="6320" y="5033"/>
                    </a:cubicBezTo>
                    <a:lnTo>
                      <a:pt x="7360" y="5092"/>
                    </a:lnTo>
                    <a:cubicBezTo>
                      <a:pt x="8517" y="2800"/>
                      <a:pt x="7872" y="1006"/>
                      <a:pt x="5800" y="303"/>
                    </a:cubicBezTo>
                    <a:cubicBezTo>
                      <a:pt x="5163" y="99"/>
                      <a:pt x="4506" y="1"/>
                      <a:pt x="38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2" name="Google Shape;812;p45"/>
              <p:cNvSpPr/>
              <p:nvPr/>
            </p:nvSpPr>
            <p:spPr>
              <a:xfrm>
                <a:off x="8019863" y="2037007"/>
                <a:ext cx="136223" cy="173674"/>
              </a:xfrm>
              <a:custGeom>
                <a:avLst/>
                <a:gdLst/>
                <a:ahLst/>
                <a:cxnLst/>
                <a:rect l="l" t="t" r="r" b="b"/>
                <a:pathLst>
                  <a:path w="1655" h="2110" extrusionOk="0">
                    <a:moveTo>
                      <a:pt x="723" y="1"/>
                    </a:moveTo>
                    <a:cubicBezTo>
                      <a:pt x="446" y="1"/>
                      <a:pt x="213" y="86"/>
                      <a:pt x="213" y="86"/>
                    </a:cubicBezTo>
                    <a:lnTo>
                      <a:pt x="0" y="1822"/>
                    </a:lnTo>
                    <a:cubicBezTo>
                      <a:pt x="199" y="2010"/>
                      <a:pt x="459" y="2109"/>
                      <a:pt x="712" y="2109"/>
                    </a:cubicBezTo>
                    <a:cubicBezTo>
                      <a:pt x="1196" y="2109"/>
                      <a:pt x="1655" y="1749"/>
                      <a:pt x="1611" y="965"/>
                    </a:cubicBezTo>
                    <a:cubicBezTo>
                      <a:pt x="1577" y="167"/>
                      <a:pt x="1108" y="1"/>
                      <a:pt x="7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3" name="Google Shape;813;p45"/>
              <p:cNvSpPr/>
              <p:nvPr/>
            </p:nvSpPr>
            <p:spPr>
              <a:xfrm>
                <a:off x="8014430" y="2032233"/>
                <a:ext cx="145936" cy="182481"/>
              </a:xfrm>
              <a:custGeom>
                <a:avLst/>
                <a:gdLst/>
                <a:ahLst/>
                <a:cxnLst/>
                <a:rect l="l" t="t" r="r" b="b"/>
                <a:pathLst>
                  <a:path w="1773" h="2217" extrusionOk="0">
                    <a:moveTo>
                      <a:pt x="776" y="1"/>
                    </a:moveTo>
                    <a:cubicBezTo>
                      <a:pt x="496" y="1"/>
                      <a:pt x="267" y="78"/>
                      <a:pt x="250" y="78"/>
                    </a:cubicBezTo>
                    <a:cubicBezTo>
                      <a:pt x="213" y="78"/>
                      <a:pt x="213" y="144"/>
                      <a:pt x="213" y="174"/>
                    </a:cubicBezTo>
                    <a:cubicBezTo>
                      <a:pt x="213" y="194"/>
                      <a:pt x="246" y="215"/>
                      <a:pt x="275" y="215"/>
                    </a:cubicBezTo>
                    <a:cubicBezTo>
                      <a:pt x="288" y="215"/>
                      <a:pt x="300" y="212"/>
                      <a:pt x="308" y="203"/>
                    </a:cubicBezTo>
                    <a:cubicBezTo>
                      <a:pt x="308" y="203"/>
                      <a:pt x="518" y="136"/>
                      <a:pt x="765" y="136"/>
                    </a:cubicBezTo>
                    <a:cubicBezTo>
                      <a:pt x="928" y="136"/>
                      <a:pt x="1107" y="165"/>
                      <a:pt x="1253" y="262"/>
                    </a:cubicBezTo>
                    <a:cubicBezTo>
                      <a:pt x="1465" y="386"/>
                      <a:pt x="1590" y="657"/>
                      <a:pt x="1619" y="1023"/>
                    </a:cubicBezTo>
                    <a:cubicBezTo>
                      <a:pt x="1648" y="1514"/>
                      <a:pt x="1465" y="1880"/>
                      <a:pt x="1128" y="2034"/>
                    </a:cubicBezTo>
                    <a:cubicBezTo>
                      <a:pt x="1031" y="2074"/>
                      <a:pt x="921" y="2094"/>
                      <a:pt x="806" y="2094"/>
                    </a:cubicBezTo>
                    <a:cubicBezTo>
                      <a:pt x="566" y="2094"/>
                      <a:pt x="308" y="2005"/>
                      <a:pt x="125" y="1821"/>
                    </a:cubicBezTo>
                    <a:cubicBezTo>
                      <a:pt x="110" y="1807"/>
                      <a:pt x="96" y="1799"/>
                      <a:pt x="80" y="1799"/>
                    </a:cubicBezTo>
                    <a:cubicBezTo>
                      <a:pt x="65" y="1799"/>
                      <a:pt x="48" y="1807"/>
                      <a:pt x="30" y="1821"/>
                    </a:cubicBezTo>
                    <a:cubicBezTo>
                      <a:pt x="1" y="1850"/>
                      <a:pt x="1" y="1909"/>
                      <a:pt x="30" y="1909"/>
                    </a:cubicBezTo>
                    <a:cubicBezTo>
                      <a:pt x="250" y="2121"/>
                      <a:pt x="520" y="2217"/>
                      <a:pt x="799" y="2217"/>
                    </a:cubicBezTo>
                    <a:cubicBezTo>
                      <a:pt x="916" y="2217"/>
                      <a:pt x="1070" y="2217"/>
                      <a:pt x="1194" y="2158"/>
                    </a:cubicBezTo>
                    <a:cubicBezTo>
                      <a:pt x="1560" y="1975"/>
                      <a:pt x="1773" y="1543"/>
                      <a:pt x="1743" y="1023"/>
                    </a:cubicBezTo>
                    <a:cubicBezTo>
                      <a:pt x="1743" y="598"/>
                      <a:pt x="1590" y="327"/>
                      <a:pt x="1348" y="144"/>
                    </a:cubicBezTo>
                    <a:cubicBezTo>
                      <a:pt x="1165" y="34"/>
                      <a:pt x="960" y="1"/>
                      <a:pt x="7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4" name="Google Shape;814;p45"/>
              <p:cNvSpPr/>
              <p:nvPr/>
            </p:nvSpPr>
            <p:spPr>
              <a:xfrm>
                <a:off x="8014430" y="2073060"/>
                <a:ext cx="120666" cy="96467"/>
              </a:xfrm>
              <a:custGeom>
                <a:avLst/>
                <a:gdLst/>
                <a:ahLst/>
                <a:cxnLst/>
                <a:rect l="l" t="t" r="r" b="b"/>
                <a:pathLst>
                  <a:path w="1466" h="1172" extrusionOk="0">
                    <a:moveTo>
                      <a:pt x="880" y="1"/>
                    </a:moveTo>
                    <a:cubicBezTo>
                      <a:pt x="750" y="1"/>
                      <a:pt x="629" y="43"/>
                      <a:pt x="491" y="132"/>
                    </a:cubicBezTo>
                    <a:cubicBezTo>
                      <a:pt x="1" y="468"/>
                      <a:pt x="308" y="1142"/>
                      <a:pt x="308" y="1171"/>
                    </a:cubicBezTo>
                    <a:lnTo>
                      <a:pt x="337" y="1171"/>
                    </a:lnTo>
                    <a:cubicBezTo>
                      <a:pt x="367" y="1171"/>
                      <a:pt x="367" y="1142"/>
                      <a:pt x="367" y="1142"/>
                    </a:cubicBezTo>
                    <a:cubicBezTo>
                      <a:pt x="367" y="1142"/>
                      <a:pt x="66" y="468"/>
                      <a:pt x="520" y="161"/>
                    </a:cubicBezTo>
                    <a:cubicBezTo>
                      <a:pt x="636" y="95"/>
                      <a:pt x="751" y="62"/>
                      <a:pt x="866" y="62"/>
                    </a:cubicBezTo>
                    <a:cubicBezTo>
                      <a:pt x="905" y="62"/>
                      <a:pt x="943" y="66"/>
                      <a:pt x="982" y="73"/>
                    </a:cubicBezTo>
                    <a:cubicBezTo>
                      <a:pt x="1253" y="102"/>
                      <a:pt x="1406" y="381"/>
                      <a:pt x="1406" y="381"/>
                    </a:cubicBezTo>
                    <a:lnTo>
                      <a:pt x="1465" y="381"/>
                    </a:lnTo>
                    <a:lnTo>
                      <a:pt x="1465" y="344"/>
                    </a:lnTo>
                    <a:cubicBezTo>
                      <a:pt x="1465" y="315"/>
                      <a:pt x="1282" y="73"/>
                      <a:pt x="1011" y="14"/>
                    </a:cubicBezTo>
                    <a:cubicBezTo>
                      <a:pt x="966" y="5"/>
                      <a:pt x="922" y="1"/>
                      <a:pt x="8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5" name="Google Shape;815;p45"/>
              <p:cNvSpPr/>
              <p:nvPr/>
            </p:nvSpPr>
            <p:spPr>
              <a:xfrm>
                <a:off x="8031880" y="2109524"/>
                <a:ext cx="68235" cy="17203"/>
              </a:xfrm>
              <a:custGeom>
                <a:avLst/>
                <a:gdLst/>
                <a:ahLst/>
                <a:cxnLst/>
                <a:rect l="l" t="t" r="r" b="b"/>
                <a:pathLst>
                  <a:path w="829" h="209" extrusionOk="0">
                    <a:moveTo>
                      <a:pt x="358" y="0"/>
                    </a:moveTo>
                    <a:cubicBezTo>
                      <a:pt x="239" y="0"/>
                      <a:pt x="113" y="38"/>
                      <a:pt x="1" y="150"/>
                    </a:cubicBezTo>
                    <a:lnTo>
                      <a:pt x="1" y="179"/>
                    </a:lnTo>
                    <a:lnTo>
                      <a:pt x="38" y="179"/>
                    </a:lnTo>
                    <a:cubicBezTo>
                      <a:pt x="136" y="78"/>
                      <a:pt x="249" y="44"/>
                      <a:pt x="356" y="44"/>
                    </a:cubicBezTo>
                    <a:cubicBezTo>
                      <a:pt x="575" y="44"/>
                      <a:pt x="770" y="189"/>
                      <a:pt x="770" y="209"/>
                    </a:cubicBezTo>
                    <a:lnTo>
                      <a:pt x="799" y="209"/>
                    </a:lnTo>
                    <a:lnTo>
                      <a:pt x="828" y="179"/>
                    </a:lnTo>
                    <a:cubicBezTo>
                      <a:pt x="828" y="179"/>
                      <a:pt x="828" y="150"/>
                      <a:pt x="799" y="150"/>
                    </a:cubicBezTo>
                    <a:cubicBezTo>
                      <a:pt x="799" y="150"/>
                      <a:pt x="594" y="0"/>
                      <a:pt x="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6" name="Google Shape;816;p45"/>
              <p:cNvSpPr/>
              <p:nvPr/>
            </p:nvSpPr>
            <p:spPr>
              <a:xfrm>
                <a:off x="7740827" y="2131501"/>
                <a:ext cx="53090" cy="25928"/>
              </a:xfrm>
              <a:custGeom>
                <a:avLst/>
                <a:gdLst/>
                <a:ahLst/>
                <a:cxnLst/>
                <a:rect l="l" t="t" r="r" b="b"/>
                <a:pathLst>
                  <a:path w="645" h="315" extrusionOk="0">
                    <a:moveTo>
                      <a:pt x="608" y="0"/>
                    </a:moveTo>
                    <a:cubicBezTo>
                      <a:pt x="579" y="0"/>
                      <a:pt x="579" y="0"/>
                      <a:pt x="579" y="37"/>
                    </a:cubicBezTo>
                    <a:cubicBezTo>
                      <a:pt x="579" y="37"/>
                      <a:pt x="489" y="265"/>
                      <a:pt x="180" y="265"/>
                    </a:cubicBezTo>
                    <a:cubicBezTo>
                      <a:pt x="135" y="265"/>
                      <a:pt x="85" y="260"/>
                      <a:pt x="29" y="249"/>
                    </a:cubicBezTo>
                    <a:cubicBezTo>
                      <a:pt x="29" y="249"/>
                      <a:pt x="0" y="249"/>
                      <a:pt x="0" y="278"/>
                    </a:cubicBezTo>
                    <a:lnTo>
                      <a:pt x="29" y="308"/>
                    </a:lnTo>
                    <a:lnTo>
                      <a:pt x="125" y="308"/>
                    </a:lnTo>
                    <a:cubicBezTo>
                      <a:pt x="157" y="312"/>
                      <a:pt x="187" y="315"/>
                      <a:pt x="215" y="315"/>
                    </a:cubicBezTo>
                    <a:cubicBezTo>
                      <a:pt x="534" y="315"/>
                      <a:pt x="608" y="37"/>
                      <a:pt x="608" y="37"/>
                    </a:cubicBezTo>
                    <a:cubicBezTo>
                      <a:pt x="645" y="37"/>
                      <a:pt x="608" y="0"/>
                      <a:pt x="6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7" name="Google Shape;817;p45"/>
              <p:cNvSpPr/>
              <p:nvPr/>
            </p:nvSpPr>
            <p:spPr>
              <a:xfrm>
                <a:off x="7740827" y="2131501"/>
                <a:ext cx="53090" cy="27738"/>
              </a:xfrm>
              <a:custGeom>
                <a:avLst/>
                <a:gdLst/>
                <a:ahLst/>
                <a:cxnLst/>
                <a:rect l="l" t="t" r="r" b="b"/>
                <a:pathLst>
                  <a:path w="645" h="337" extrusionOk="0">
                    <a:moveTo>
                      <a:pt x="549" y="0"/>
                    </a:moveTo>
                    <a:cubicBezTo>
                      <a:pt x="549" y="31"/>
                      <a:pt x="488" y="247"/>
                      <a:pt x="213" y="247"/>
                    </a:cubicBezTo>
                    <a:cubicBezTo>
                      <a:pt x="160" y="247"/>
                      <a:pt x="99" y="239"/>
                      <a:pt x="29" y="220"/>
                    </a:cubicBezTo>
                    <a:lnTo>
                      <a:pt x="0" y="249"/>
                    </a:lnTo>
                    <a:cubicBezTo>
                      <a:pt x="0" y="278"/>
                      <a:pt x="0" y="308"/>
                      <a:pt x="29" y="308"/>
                    </a:cubicBezTo>
                    <a:cubicBezTo>
                      <a:pt x="59" y="308"/>
                      <a:pt x="95" y="337"/>
                      <a:pt x="95" y="337"/>
                    </a:cubicBezTo>
                    <a:lnTo>
                      <a:pt x="213" y="337"/>
                    </a:lnTo>
                    <a:cubicBezTo>
                      <a:pt x="549" y="337"/>
                      <a:pt x="645" y="66"/>
                      <a:pt x="645" y="37"/>
                    </a:cubicBezTo>
                    <a:cubicBezTo>
                      <a:pt x="645" y="0"/>
                      <a:pt x="645" y="0"/>
                      <a:pt x="608" y="0"/>
                    </a:cubicBezTo>
                    <a:lnTo>
                      <a:pt x="608" y="37"/>
                    </a:lnTo>
                    <a:cubicBezTo>
                      <a:pt x="608" y="37"/>
                      <a:pt x="534" y="315"/>
                      <a:pt x="215" y="315"/>
                    </a:cubicBezTo>
                    <a:cubicBezTo>
                      <a:pt x="187" y="315"/>
                      <a:pt x="157" y="312"/>
                      <a:pt x="125" y="308"/>
                    </a:cubicBezTo>
                    <a:cubicBezTo>
                      <a:pt x="95" y="308"/>
                      <a:pt x="59" y="278"/>
                      <a:pt x="29" y="278"/>
                    </a:cubicBezTo>
                    <a:lnTo>
                      <a:pt x="29" y="249"/>
                    </a:lnTo>
                    <a:cubicBezTo>
                      <a:pt x="99" y="267"/>
                      <a:pt x="160" y="274"/>
                      <a:pt x="214" y="274"/>
                    </a:cubicBezTo>
                    <a:cubicBezTo>
                      <a:pt x="515" y="274"/>
                      <a:pt x="579" y="37"/>
                      <a:pt x="579" y="37"/>
                    </a:cubicBezTo>
                    <a:lnTo>
                      <a:pt x="57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8" name="Google Shape;818;p45"/>
              <p:cNvSpPr/>
              <p:nvPr/>
            </p:nvSpPr>
            <p:spPr>
              <a:xfrm>
                <a:off x="7881250" y="1925722"/>
                <a:ext cx="120584" cy="76960"/>
              </a:xfrm>
              <a:custGeom>
                <a:avLst/>
                <a:gdLst/>
                <a:ahLst/>
                <a:cxnLst/>
                <a:rect l="l" t="t" r="r" b="b"/>
                <a:pathLst>
                  <a:path w="1465" h="935" extrusionOk="0">
                    <a:moveTo>
                      <a:pt x="318" y="1"/>
                    </a:moveTo>
                    <a:cubicBezTo>
                      <a:pt x="217" y="1"/>
                      <a:pt x="148" y="41"/>
                      <a:pt x="95" y="91"/>
                    </a:cubicBezTo>
                    <a:cubicBezTo>
                      <a:pt x="0" y="216"/>
                      <a:pt x="95" y="428"/>
                      <a:pt x="403" y="640"/>
                    </a:cubicBezTo>
                    <a:cubicBezTo>
                      <a:pt x="645" y="823"/>
                      <a:pt x="844" y="935"/>
                      <a:pt x="1005" y="935"/>
                    </a:cubicBezTo>
                    <a:cubicBezTo>
                      <a:pt x="1063" y="935"/>
                      <a:pt x="1116" y="920"/>
                      <a:pt x="1165" y="889"/>
                    </a:cubicBezTo>
                    <a:cubicBezTo>
                      <a:pt x="1165" y="889"/>
                      <a:pt x="1465" y="706"/>
                      <a:pt x="952" y="303"/>
                    </a:cubicBezTo>
                    <a:cubicBezTo>
                      <a:pt x="653" y="76"/>
                      <a:pt x="455" y="1"/>
                      <a:pt x="31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19" name="Google Shape;819;p45"/>
              <p:cNvSpPr/>
              <p:nvPr/>
            </p:nvSpPr>
            <p:spPr>
              <a:xfrm>
                <a:off x="7878781" y="2041040"/>
                <a:ext cx="47740" cy="55888"/>
              </a:xfrm>
              <a:custGeom>
                <a:avLst/>
                <a:gdLst/>
                <a:ahLst/>
                <a:cxnLst/>
                <a:rect l="l" t="t" r="r" b="b"/>
                <a:pathLst>
                  <a:path w="580" h="679" extrusionOk="0">
                    <a:moveTo>
                      <a:pt x="338" y="1"/>
                    </a:moveTo>
                    <a:cubicBezTo>
                      <a:pt x="184" y="1"/>
                      <a:pt x="30" y="125"/>
                      <a:pt x="1" y="308"/>
                    </a:cubicBezTo>
                    <a:cubicBezTo>
                      <a:pt x="1" y="491"/>
                      <a:pt x="96" y="645"/>
                      <a:pt x="250" y="674"/>
                    </a:cubicBezTo>
                    <a:cubicBezTo>
                      <a:pt x="265" y="677"/>
                      <a:pt x="280" y="679"/>
                      <a:pt x="294" y="679"/>
                    </a:cubicBezTo>
                    <a:cubicBezTo>
                      <a:pt x="421" y="679"/>
                      <a:pt x="524" y="568"/>
                      <a:pt x="550" y="403"/>
                    </a:cubicBezTo>
                    <a:cubicBezTo>
                      <a:pt x="579" y="220"/>
                      <a:pt x="492" y="37"/>
                      <a:pt x="3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20" name="Google Shape;820;p45"/>
              <p:cNvSpPr/>
              <p:nvPr/>
            </p:nvSpPr>
            <p:spPr>
              <a:xfrm>
                <a:off x="7637773" y="2005729"/>
                <a:ext cx="50703" cy="55888"/>
              </a:xfrm>
              <a:custGeom>
                <a:avLst/>
                <a:gdLst/>
                <a:ahLst/>
                <a:cxnLst/>
                <a:rect l="l" t="t" r="r" b="b"/>
                <a:pathLst>
                  <a:path w="616" h="679" extrusionOk="0">
                    <a:moveTo>
                      <a:pt x="321" y="1"/>
                    </a:moveTo>
                    <a:cubicBezTo>
                      <a:pt x="185" y="1"/>
                      <a:pt x="62" y="118"/>
                      <a:pt x="29" y="283"/>
                    </a:cubicBezTo>
                    <a:cubicBezTo>
                      <a:pt x="0" y="466"/>
                      <a:pt x="95" y="649"/>
                      <a:pt x="249" y="679"/>
                    </a:cubicBezTo>
                    <a:cubicBezTo>
                      <a:pt x="395" y="679"/>
                      <a:pt x="549" y="554"/>
                      <a:pt x="579" y="371"/>
                    </a:cubicBezTo>
                    <a:cubicBezTo>
                      <a:pt x="615" y="188"/>
                      <a:pt x="520" y="34"/>
                      <a:pt x="366" y="5"/>
                    </a:cubicBezTo>
                    <a:cubicBezTo>
                      <a:pt x="351" y="2"/>
                      <a:pt x="336" y="1"/>
                      <a:pt x="321"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21" name="Google Shape;821;p45"/>
              <p:cNvSpPr/>
              <p:nvPr/>
            </p:nvSpPr>
            <p:spPr>
              <a:xfrm>
                <a:off x="7597935" y="1889752"/>
                <a:ext cx="127910" cy="59757"/>
              </a:xfrm>
              <a:custGeom>
                <a:avLst/>
                <a:gdLst/>
                <a:ahLst/>
                <a:cxnLst/>
                <a:rect l="l" t="t" r="r" b="b"/>
                <a:pathLst>
                  <a:path w="1554" h="726" extrusionOk="0">
                    <a:moveTo>
                      <a:pt x="1153" y="1"/>
                    </a:moveTo>
                    <a:cubicBezTo>
                      <a:pt x="1025" y="1"/>
                      <a:pt x="850" y="31"/>
                      <a:pt x="609" y="103"/>
                    </a:cubicBezTo>
                    <a:cubicBezTo>
                      <a:pt x="1" y="316"/>
                      <a:pt x="242" y="623"/>
                      <a:pt x="242" y="623"/>
                    </a:cubicBezTo>
                    <a:cubicBezTo>
                      <a:pt x="300" y="695"/>
                      <a:pt x="384" y="725"/>
                      <a:pt x="500" y="725"/>
                    </a:cubicBezTo>
                    <a:cubicBezTo>
                      <a:pt x="632" y="725"/>
                      <a:pt x="807" y="686"/>
                      <a:pt x="1033" y="623"/>
                    </a:cubicBezTo>
                    <a:cubicBezTo>
                      <a:pt x="1399" y="499"/>
                      <a:pt x="1553" y="316"/>
                      <a:pt x="1495" y="162"/>
                    </a:cubicBezTo>
                    <a:cubicBezTo>
                      <a:pt x="1437" y="69"/>
                      <a:pt x="1348" y="1"/>
                      <a:pt x="11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22" name="Google Shape;822;p45"/>
              <p:cNvSpPr/>
              <p:nvPr/>
            </p:nvSpPr>
            <p:spPr>
              <a:xfrm>
                <a:off x="7720908" y="1941032"/>
                <a:ext cx="100171" cy="160340"/>
              </a:xfrm>
              <a:custGeom>
                <a:avLst/>
                <a:gdLst/>
                <a:ahLst/>
                <a:cxnLst/>
                <a:rect l="l" t="t" r="r" b="b"/>
                <a:pathLst>
                  <a:path w="1217" h="1948" extrusionOk="0">
                    <a:moveTo>
                      <a:pt x="1157" y="0"/>
                    </a:moveTo>
                    <a:cubicBezTo>
                      <a:pt x="1128" y="483"/>
                      <a:pt x="1099" y="1033"/>
                      <a:pt x="1004" y="1186"/>
                    </a:cubicBezTo>
                    <a:cubicBezTo>
                      <a:pt x="959" y="1223"/>
                      <a:pt x="909" y="1241"/>
                      <a:pt x="852" y="1241"/>
                    </a:cubicBezTo>
                    <a:cubicBezTo>
                      <a:pt x="760" y="1241"/>
                      <a:pt x="652" y="1194"/>
                      <a:pt x="520" y="1099"/>
                    </a:cubicBezTo>
                    <a:lnTo>
                      <a:pt x="520" y="1069"/>
                    </a:lnTo>
                    <a:cubicBezTo>
                      <a:pt x="453" y="1033"/>
                      <a:pt x="385" y="1008"/>
                      <a:pt x="328" y="1008"/>
                    </a:cubicBezTo>
                    <a:cubicBezTo>
                      <a:pt x="280" y="1008"/>
                      <a:pt x="240" y="1026"/>
                      <a:pt x="213" y="1069"/>
                    </a:cubicBezTo>
                    <a:cubicBezTo>
                      <a:pt x="59" y="1157"/>
                      <a:pt x="1" y="1399"/>
                      <a:pt x="59" y="1582"/>
                    </a:cubicBezTo>
                    <a:cubicBezTo>
                      <a:pt x="118" y="1802"/>
                      <a:pt x="337" y="1948"/>
                      <a:pt x="337" y="1948"/>
                    </a:cubicBezTo>
                    <a:lnTo>
                      <a:pt x="396" y="1948"/>
                    </a:lnTo>
                    <a:cubicBezTo>
                      <a:pt x="396" y="1948"/>
                      <a:pt x="396" y="1919"/>
                      <a:pt x="367" y="1919"/>
                    </a:cubicBezTo>
                    <a:cubicBezTo>
                      <a:pt x="367" y="1919"/>
                      <a:pt x="184" y="1765"/>
                      <a:pt x="118" y="1553"/>
                    </a:cubicBezTo>
                    <a:cubicBezTo>
                      <a:pt x="59" y="1399"/>
                      <a:pt x="118" y="1186"/>
                      <a:pt x="242" y="1099"/>
                    </a:cubicBezTo>
                    <a:cubicBezTo>
                      <a:pt x="264" y="1074"/>
                      <a:pt x="292" y="1063"/>
                      <a:pt x="320" y="1063"/>
                    </a:cubicBezTo>
                    <a:cubicBezTo>
                      <a:pt x="367" y="1063"/>
                      <a:pt x="418" y="1091"/>
                      <a:pt x="455" y="1128"/>
                    </a:cubicBezTo>
                    <a:lnTo>
                      <a:pt x="484" y="1128"/>
                    </a:lnTo>
                    <a:cubicBezTo>
                      <a:pt x="644" y="1254"/>
                      <a:pt x="763" y="1298"/>
                      <a:pt x="852" y="1298"/>
                    </a:cubicBezTo>
                    <a:cubicBezTo>
                      <a:pt x="934" y="1298"/>
                      <a:pt x="991" y="1261"/>
                      <a:pt x="1033" y="1216"/>
                    </a:cubicBezTo>
                    <a:cubicBezTo>
                      <a:pt x="1187" y="1033"/>
                      <a:pt x="1187" y="183"/>
                      <a:pt x="1216" y="30"/>
                    </a:cubicBezTo>
                    <a:cubicBezTo>
                      <a:pt x="1216" y="0"/>
                      <a:pt x="1216" y="0"/>
                      <a:pt x="118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23" name="Google Shape;823;p45"/>
              <p:cNvSpPr/>
              <p:nvPr/>
            </p:nvSpPr>
            <p:spPr>
              <a:xfrm>
                <a:off x="7718521" y="1938563"/>
                <a:ext cx="102558" cy="165855"/>
              </a:xfrm>
              <a:custGeom>
                <a:avLst/>
                <a:gdLst/>
                <a:ahLst/>
                <a:cxnLst/>
                <a:rect l="l" t="t" r="r" b="b"/>
                <a:pathLst>
                  <a:path w="1246" h="2015" extrusionOk="0">
                    <a:moveTo>
                      <a:pt x="1186" y="1"/>
                    </a:moveTo>
                    <a:lnTo>
                      <a:pt x="1186" y="30"/>
                    </a:lnTo>
                    <a:cubicBezTo>
                      <a:pt x="1157" y="118"/>
                      <a:pt x="1157" y="213"/>
                      <a:pt x="1157" y="301"/>
                    </a:cubicBezTo>
                    <a:cubicBezTo>
                      <a:pt x="1128" y="697"/>
                      <a:pt x="1099" y="1099"/>
                      <a:pt x="1003" y="1187"/>
                    </a:cubicBezTo>
                    <a:cubicBezTo>
                      <a:pt x="968" y="1238"/>
                      <a:pt x="921" y="1263"/>
                      <a:pt x="865" y="1263"/>
                    </a:cubicBezTo>
                    <a:cubicBezTo>
                      <a:pt x="781" y="1263"/>
                      <a:pt x="676" y="1208"/>
                      <a:pt x="549" y="1099"/>
                    </a:cubicBezTo>
                    <a:cubicBezTo>
                      <a:pt x="480" y="1046"/>
                      <a:pt x="410" y="1022"/>
                      <a:pt x="347" y="1022"/>
                    </a:cubicBezTo>
                    <a:cubicBezTo>
                      <a:pt x="297" y="1022"/>
                      <a:pt x="251" y="1037"/>
                      <a:pt x="213" y="1063"/>
                    </a:cubicBezTo>
                    <a:cubicBezTo>
                      <a:pt x="88" y="1158"/>
                      <a:pt x="0" y="1429"/>
                      <a:pt x="59" y="1612"/>
                    </a:cubicBezTo>
                    <a:cubicBezTo>
                      <a:pt x="147" y="1861"/>
                      <a:pt x="366" y="2015"/>
                      <a:pt x="366" y="2015"/>
                    </a:cubicBezTo>
                    <a:lnTo>
                      <a:pt x="396" y="2015"/>
                    </a:lnTo>
                    <a:cubicBezTo>
                      <a:pt x="396" y="2015"/>
                      <a:pt x="425" y="2015"/>
                      <a:pt x="425" y="1978"/>
                    </a:cubicBezTo>
                    <a:lnTo>
                      <a:pt x="425" y="1949"/>
                    </a:lnTo>
                    <a:lnTo>
                      <a:pt x="425" y="1919"/>
                    </a:lnTo>
                    <a:cubicBezTo>
                      <a:pt x="396" y="1919"/>
                      <a:pt x="213" y="1795"/>
                      <a:pt x="147" y="1583"/>
                    </a:cubicBezTo>
                    <a:cubicBezTo>
                      <a:pt x="88" y="1429"/>
                      <a:pt x="147" y="1216"/>
                      <a:pt x="271" y="1129"/>
                    </a:cubicBezTo>
                    <a:cubicBezTo>
                      <a:pt x="299" y="1120"/>
                      <a:pt x="324" y="1116"/>
                      <a:pt x="346" y="1116"/>
                    </a:cubicBezTo>
                    <a:cubicBezTo>
                      <a:pt x="401" y="1116"/>
                      <a:pt x="442" y="1137"/>
                      <a:pt x="484" y="1158"/>
                    </a:cubicBezTo>
                    <a:lnTo>
                      <a:pt x="513" y="1158"/>
                    </a:lnTo>
                    <a:lnTo>
                      <a:pt x="513" y="1129"/>
                    </a:lnTo>
                    <a:cubicBezTo>
                      <a:pt x="469" y="1096"/>
                      <a:pt x="423" y="1079"/>
                      <a:pt x="377" y="1079"/>
                    </a:cubicBezTo>
                    <a:cubicBezTo>
                      <a:pt x="332" y="1079"/>
                      <a:pt x="286" y="1096"/>
                      <a:pt x="242" y="1129"/>
                    </a:cubicBezTo>
                    <a:cubicBezTo>
                      <a:pt x="117" y="1187"/>
                      <a:pt x="59" y="1429"/>
                      <a:pt x="117" y="1612"/>
                    </a:cubicBezTo>
                    <a:cubicBezTo>
                      <a:pt x="183" y="1795"/>
                      <a:pt x="396" y="1949"/>
                      <a:pt x="396" y="1949"/>
                    </a:cubicBezTo>
                    <a:lnTo>
                      <a:pt x="396" y="1978"/>
                    </a:lnTo>
                    <a:cubicBezTo>
                      <a:pt x="396" y="1978"/>
                      <a:pt x="183" y="1832"/>
                      <a:pt x="88" y="1612"/>
                    </a:cubicBezTo>
                    <a:cubicBezTo>
                      <a:pt x="30" y="1429"/>
                      <a:pt x="117" y="1187"/>
                      <a:pt x="242" y="1099"/>
                    </a:cubicBezTo>
                    <a:cubicBezTo>
                      <a:pt x="282" y="1069"/>
                      <a:pt x="323" y="1053"/>
                      <a:pt x="365" y="1053"/>
                    </a:cubicBezTo>
                    <a:cubicBezTo>
                      <a:pt x="415" y="1053"/>
                      <a:pt x="465" y="1077"/>
                      <a:pt x="513" y="1129"/>
                    </a:cubicBezTo>
                    <a:lnTo>
                      <a:pt x="549" y="1129"/>
                    </a:lnTo>
                    <a:cubicBezTo>
                      <a:pt x="676" y="1238"/>
                      <a:pt x="781" y="1292"/>
                      <a:pt x="871" y="1292"/>
                    </a:cubicBezTo>
                    <a:cubicBezTo>
                      <a:pt x="932" y="1292"/>
                      <a:pt x="985" y="1267"/>
                      <a:pt x="1033" y="1216"/>
                    </a:cubicBezTo>
                    <a:cubicBezTo>
                      <a:pt x="1128" y="1099"/>
                      <a:pt x="1157" y="733"/>
                      <a:pt x="1186" y="301"/>
                    </a:cubicBezTo>
                    <a:cubicBezTo>
                      <a:pt x="1186" y="213"/>
                      <a:pt x="1186" y="118"/>
                      <a:pt x="1216" y="30"/>
                    </a:cubicBezTo>
                    <a:lnTo>
                      <a:pt x="1216" y="60"/>
                    </a:lnTo>
                    <a:lnTo>
                      <a:pt x="1216" y="184"/>
                    </a:lnTo>
                    <a:cubicBezTo>
                      <a:pt x="1216" y="455"/>
                      <a:pt x="1186" y="1099"/>
                      <a:pt x="1062" y="1216"/>
                    </a:cubicBezTo>
                    <a:cubicBezTo>
                      <a:pt x="1011" y="1283"/>
                      <a:pt x="948" y="1316"/>
                      <a:pt x="872" y="1316"/>
                    </a:cubicBezTo>
                    <a:cubicBezTo>
                      <a:pt x="773" y="1316"/>
                      <a:pt x="653" y="1261"/>
                      <a:pt x="513" y="1158"/>
                    </a:cubicBezTo>
                    <a:lnTo>
                      <a:pt x="513" y="1158"/>
                    </a:lnTo>
                    <a:cubicBezTo>
                      <a:pt x="667" y="1293"/>
                      <a:pt x="782" y="1339"/>
                      <a:pt x="870" y="1339"/>
                    </a:cubicBezTo>
                    <a:cubicBezTo>
                      <a:pt x="958" y="1339"/>
                      <a:pt x="1018" y="1293"/>
                      <a:pt x="1062" y="1246"/>
                    </a:cubicBezTo>
                    <a:cubicBezTo>
                      <a:pt x="1216" y="1099"/>
                      <a:pt x="1245" y="484"/>
                      <a:pt x="1245" y="184"/>
                    </a:cubicBezTo>
                    <a:lnTo>
                      <a:pt x="1245" y="60"/>
                    </a:lnTo>
                    <a:cubicBezTo>
                      <a:pt x="1245" y="30"/>
                      <a:pt x="1245" y="1"/>
                      <a:pt x="12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grpSp>
        <p:nvGrpSpPr>
          <p:cNvPr id="824" name="Google Shape;824;p45"/>
          <p:cNvGrpSpPr/>
          <p:nvPr/>
        </p:nvGrpSpPr>
        <p:grpSpPr>
          <a:xfrm>
            <a:off x="2871192" y="3682720"/>
            <a:ext cx="3301665" cy="1147609"/>
            <a:chOff x="3009925" y="3736625"/>
            <a:chExt cx="3060425" cy="688500"/>
          </a:xfrm>
        </p:grpSpPr>
        <p:pic>
          <p:nvPicPr>
            <p:cNvPr id="825" name="Google Shape;825;p45"/>
            <p:cNvPicPr preferRelativeResize="0"/>
            <p:nvPr/>
          </p:nvPicPr>
          <p:blipFill>
            <a:blip r:embed="rId3"/>
            <a:srcRect l="7337" t="36095" r="7337" b="34915"/>
            <a:stretch>
              <a:fillRect/>
            </a:stretch>
          </p:blipFill>
          <p:spPr>
            <a:xfrm>
              <a:off x="3073650" y="3792725"/>
              <a:ext cx="2996700" cy="632400"/>
            </a:xfrm>
            <a:prstGeom prst="roundRect">
              <a:avLst>
                <a:gd name="adj" fmla="val 16667"/>
              </a:avLst>
            </a:prstGeom>
            <a:noFill/>
            <a:ln>
              <a:noFill/>
            </a:ln>
          </p:spPr>
        </p:pic>
        <p:sp>
          <p:nvSpPr>
            <p:cNvPr id="826" name="Google Shape;826;p45"/>
            <p:cNvSpPr/>
            <p:nvPr/>
          </p:nvSpPr>
          <p:spPr>
            <a:xfrm>
              <a:off x="3009925" y="3736625"/>
              <a:ext cx="2996700" cy="615600"/>
            </a:xfrm>
            <a:prstGeom prst="roundRect">
              <a:avLst>
                <a:gd name="adj" fmla="val 16667"/>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827" name="Google Shape;827;p45"/>
          <p:cNvSpPr txBox="1">
            <a:spLocks noGrp="1"/>
          </p:cNvSpPr>
          <p:nvPr>
            <p:ph type="subTitle" idx="1"/>
          </p:nvPr>
        </p:nvSpPr>
        <p:spPr>
          <a:xfrm>
            <a:off x="3079375" y="3731024"/>
            <a:ext cx="2857800" cy="930185"/>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GB" dirty="0"/>
              <a:t>汇报日期：</a:t>
            </a:r>
            <a:r>
              <a:rPr lang="en-US" altLang="zh-CN" dirty="0"/>
              <a:t>2026/6/3</a:t>
            </a:r>
            <a:br>
              <a:rPr lang="zh-CN" altLang="en-GB" dirty="0"/>
            </a:br>
            <a:r>
              <a:rPr lang="zh-CN" altLang="en-US" dirty="0"/>
              <a:t>汇报小组：第十组</a:t>
            </a:r>
            <a:endParaRPr lang="en-US" altLang="zh-CN" dirty="0"/>
          </a:p>
          <a:p>
            <a:pPr marL="0" lvl="0" indent="0" algn="ctr" rtl="0">
              <a:spcBef>
                <a:spcPct val="0"/>
              </a:spcBef>
              <a:spcAft>
                <a:spcPct val="0"/>
              </a:spcAft>
              <a:buNone/>
            </a:pPr>
            <a:r>
              <a:rPr lang="zh-CN" altLang="en-US" dirty="0"/>
              <a:t>小组成员：魏杨广、彭嘉辉、李宣莹、</a:t>
            </a:r>
            <a:endParaRPr lang="en-US" altLang="zh-CN" dirty="0"/>
          </a:p>
          <a:p>
            <a:pPr marL="0" lvl="0" indent="0" algn="ctr" rtl="0">
              <a:spcBef>
                <a:spcPct val="0"/>
              </a:spcBef>
              <a:spcAft>
                <a:spcPct val="0"/>
              </a:spcAft>
              <a:buNone/>
            </a:pPr>
            <a:r>
              <a:rPr lang="zh-CN" altLang="en-US" dirty="0"/>
              <a:t>         林彤、李宇、程佳薇</a:t>
            </a:r>
          </a:p>
        </p:txBody>
      </p:sp>
      <p:sp>
        <p:nvSpPr>
          <p:cNvPr id="828" name="Google Shape;828;p45"/>
          <p:cNvSpPr txBox="1">
            <a:spLocks noGrp="1"/>
          </p:cNvSpPr>
          <p:nvPr>
            <p:ph type="ctrTitle"/>
          </p:nvPr>
        </p:nvSpPr>
        <p:spPr>
          <a:xfrm>
            <a:off x="2292257" y="1397175"/>
            <a:ext cx="4432035" cy="2636810"/>
          </a:xfrm>
          <a:prstGeom prst="rect">
            <a:avLst/>
          </a:prstGeom>
        </p:spPr>
        <p:txBody>
          <a:bodyPr spcFirstLastPara="1" wrap="square" lIns="91425" tIns="91425" rIns="91425" bIns="91425" anchor="ctr" anchorCtr="0">
            <a:noAutofit/>
          </a:bodyPr>
          <a:lstStyle/>
          <a:p>
            <a:pPr marL="0" lvl="0" indent="0" algn="ctr" rtl="0">
              <a:lnSpc>
                <a:spcPct val="100000"/>
              </a:lnSpc>
              <a:spcBef>
                <a:spcPct val="0"/>
              </a:spcBef>
              <a:spcAft>
                <a:spcPct val="0"/>
              </a:spcAft>
              <a:buNone/>
            </a:pPr>
            <a:r>
              <a:rPr lang="zh-CN" altLang="en-US" sz="4400" dirty="0">
                <a:solidFill>
                  <a:schemeClr val="dk2"/>
                </a:solidFill>
                <a:cs typeface="得意黑" charset="-122"/>
              </a:rPr>
              <a:t>智教魔方</a:t>
            </a:r>
            <a:br>
              <a:rPr lang="en-GB" sz="3600" dirty="0">
                <a:solidFill>
                  <a:schemeClr val="dk2"/>
                </a:solidFill>
                <a:latin typeface="得意黑" charset="-122"/>
                <a:ea typeface="得意黑" charset="-122"/>
                <a:cs typeface="得意黑" charset="-122"/>
              </a:rPr>
            </a:br>
            <a:r>
              <a:rPr lang="zh-CN" altLang="en-US" sz="1400" dirty="0">
                <a:cs typeface="得意黑" charset="-122"/>
              </a:rPr>
              <a:t>一个便捷高效的学习系统</a:t>
            </a:r>
            <a:br>
              <a:rPr lang="zh-CN" altLang="en-US" sz="3600" dirty="0">
                <a:solidFill>
                  <a:schemeClr val="dk1"/>
                </a:solidFill>
                <a:latin typeface="得意黑" charset="-122"/>
                <a:ea typeface="得意黑" charset="-122"/>
                <a:cs typeface="得意黑" charset="-122"/>
              </a:rPr>
            </a:br>
            <a:endParaRPr lang="zh-CN" altLang="en-US" sz="3600" dirty="0">
              <a:solidFill>
                <a:schemeClr val="dk1"/>
              </a:solidFill>
              <a:latin typeface="得意黑" charset="-122"/>
              <a:ea typeface="得意黑" charset="-122"/>
              <a:cs typeface="得意黑" charset="-122"/>
            </a:endParaRPr>
          </a:p>
        </p:txBody>
      </p:sp>
      <p:grpSp>
        <p:nvGrpSpPr>
          <p:cNvPr id="829" name="Google Shape;829;p45"/>
          <p:cNvGrpSpPr/>
          <p:nvPr/>
        </p:nvGrpSpPr>
        <p:grpSpPr>
          <a:xfrm>
            <a:off x="6198474" y="2222089"/>
            <a:ext cx="1461682" cy="2355507"/>
            <a:chOff x="5892362" y="2151914"/>
            <a:chExt cx="1461682" cy="2355507"/>
          </a:xfrm>
        </p:grpSpPr>
        <p:sp>
          <p:nvSpPr>
            <p:cNvPr id="830" name="Google Shape;830;p45"/>
            <p:cNvSpPr/>
            <p:nvPr/>
          </p:nvSpPr>
          <p:spPr>
            <a:xfrm>
              <a:off x="6518175" y="4402394"/>
              <a:ext cx="152356" cy="55724"/>
            </a:xfrm>
            <a:custGeom>
              <a:avLst/>
              <a:gdLst/>
              <a:ahLst/>
              <a:cxnLst/>
              <a:rect l="l" t="t" r="r" b="b"/>
              <a:pathLst>
                <a:path w="1851" h="677" extrusionOk="0">
                  <a:moveTo>
                    <a:pt x="1041" y="1"/>
                  </a:moveTo>
                  <a:cubicBezTo>
                    <a:pt x="901" y="1"/>
                    <a:pt x="757" y="17"/>
                    <a:pt x="606" y="53"/>
                  </a:cubicBezTo>
                  <a:lnTo>
                    <a:pt x="569" y="178"/>
                  </a:lnTo>
                  <a:cubicBezTo>
                    <a:pt x="386" y="207"/>
                    <a:pt x="203" y="207"/>
                    <a:pt x="20" y="236"/>
                  </a:cubicBezTo>
                  <a:cubicBezTo>
                    <a:pt x="0" y="528"/>
                    <a:pt x="455" y="676"/>
                    <a:pt x="930" y="676"/>
                  </a:cubicBezTo>
                  <a:cubicBezTo>
                    <a:pt x="1159" y="676"/>
                    <a:pt x="1392" y="642"/>
                    <a:pt x="1580" y="573"/>
                  </a:cubicBezTo>
                  <a:cubicBezTo>
                    <a:pt x="1704" y="514"/>
                    <a:pt x="1821" y="456"/>
                    <a:pt x="1850" y="331"/>
                  </a:cubicBezTo>
                  <a:cubicBezTo>
                    <a:pt x="1850" y="207"/>
                    <a:pt x="1733" y="119"/>
                    <a:pt x="1609" y="90"/>
                  </a:cubicBezTo>
                  <a:cubicBezTo>
                    <a:pt x="1428" y="34"/>
                    <a:pt x="1240" y="1"/>
                    <a:pt x="1041"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1" name="Google Shape;831;p45"/>
            <p:cNvSpPr/>
            <p:nvPr/>
          </p:nvSpPr>
          <p:spPr>
            <a:xfrm>
              <a:off x="6843140" y="4316955"/>
              <a:ext cx="154084" cy="56053"/>
            </a:xfrm>
            <a:custGeom>
              <a:avLst/>
              <a:gdLst/>
              <a:ahLst/>
              <a:cxnLst/>
              <a:rect l="l" t="t" r="r" b="b"/>
              <a:pathLst>
                <a:path w="1872" h="681" extrusionOk="0">
                  <a:moveTo>
                    <a:pt x="1048" y="0"/>
                  </a:moveTo>
                  <a:cubicBezTo>
                    <a:pt x="905" y="0"/>
                    <a:pt x="762" y="18"/>
                    <a:pt x="619" y="59"/>
                  </a:cubicBezTo>
                  <a:lnTo>
                    <a:pt x="590" y="176"/>
                  </a:lnTo>
                  <a:cubicBezTo>
                    <a:pt x="407" y="212"/>
                    <a:pt x="224" y="242"/>
                    <a:pt x="41" y="242"/>
                  </a:cubicBezTo>
                  <a:cubicBezTo>
                    <a:pt x="1" y="530"/>
                    <a:pt x="451" y="680"/>
                    <a:pt x="925" y="680"/>
                  </a:cubicBezTo>
                  <a:cubicBezTo>
                    <a:pt x="1149" y="680"/>
                    <a:pt x="1378" y="647"/>
                    <a:pt x="1564" y="579"/>
                  </a:cubicBezTo>
                  <a:cubicBezTo>
                    <a:pt x="1688" y="513"/>
                    <a:pt x="1813" y="454"/>
                    <a:pt x="1842" y="330"/>
                  </a:cubicBezTo>
                  <a:cubicBezTo>
                    <a:pt x="1871" y="212"/>
                    <a:pt x="1747" y="117"/>
                    <a:pt x="1630" y="88"/>
                  </a:cubicBezTo>
                  <a:cubicBezTo>
                    <a:pt x="1436" y="33"/>
                    <a:pt x="1242" y="0"/>
                    <a:pt x="104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2" name="Google Shape;832;p45"/>
            <p:cNvSpPr/>
            <p:nvPr/>
          </p:nvSpPr>
          <p:spPr>
            <a:xfrm>
              <a:off x="7098634" y="4405934"/>
              <a:ext cx="152274" cy="55477"/>
            </a:xfrm>
            <a:custGeom>
              <a:avLst/>
              <a:gdLst/>
              <a:ahLst/>
              <a:cxnLst/>
              <a:rect l="l" t="t" r="r" b="b"/>
              <a:pathLst>
                <a:path w="1849" h="674" extrusionOk="0">
                  <a:moveTo>
                    <a:pt x="1067" y="0"/>
                  </a:moveTo>
                  <a:cubicBezTo>
                    <a:pt x="910" y="0"/>
                    <a:pt x="751" y="17"/>
                    <a:pt x="598" y="47"/>
                  </a:cubicBezTo>
                  <a:lnTo>
                    <a:pt x="569" y="164"/>
                  </a:lnTo>
                  <a:cubicBezTo>
                    <a:pt x="385" y="193"/>
                    <a:pt x="202" y="230"/>
                    <a:pt x="19" y="259"/>
                  </a:cubicBezTo>
                  <a:cubicBezTo>
                    <a:pt x="0" y="537"/>
                    <a:pt x="423" y="674"/>
                    <a:pt x="879" y="674"/>
                  </a:cubicBezTo>
                  <a:cubicBezTo>
                    <a:pt x="1120" y="674"/>
                    <a:pt x="1372" y="635"/>
                    <a:pt x="1572" y="559"/>
                  </a:cubicBezTo>
                  <a:cubicBezTo>
                    <a:pt x="1667" y="530"/>
                    <a:pt x="1821" y="442"/>
                    <a:pt x="1821" y="318"/>
                  </a:cubicBezTo>
                  <a:cubicBezTo>
                    <a:pt x="1850" y="193"/>
                    <a:pt x="1725" y="105"/>
                    <a:pt x="1608" y="76"/>
                  </a:cubicBezTo>
                  <a:cubicBezTo>
                    <a:pt x="1440" y="24"/>
                    <a:pt x="1255" y="0"/>
                    <a:pt x="106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3" name="Google Shape;833;p45"/>
            <p:cNvSpPr/>
            <p:nvPr/>
          </p:nvSpPr>
          <p:spPr>
            <a:xfrm>
              <a:off x="6730703" y="3899800"/>
              <a:ext cx="118197" cy="205610"/>
            </a:xfrm>
            <a:custGeom>
              <a:avLst/>
              <a:gdLst/>
              <a:ahLst/>
              <a:cxnLst/>
              <a:rect l="l" t="t" r="r" b="b"/>
              <a:pathLst>
                <a:path w="1436" h="2498" extrusionOk="0">
                  <a:moveTo>
                    <a:pt x="857" y="1"/>
                  </a:moveTo>
                  <a:lnTo>
                    <a:pt x="1" y="155"/>
                  </a:lnTo>
                  <a:lnTo>
                    <a:pt x="616" y="2498"/>
                  </a:lnTo>
                  <a:cubicBezTo>
                    <a:pt x="887" y="2410"/>
                    <a:pt x="1165" y="2315"/>
                    <a:pt x="1436" y="2168"/>
                  </a:cubicBezTo>
                  <a:lnTo>
                    <a:pt x="857"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4" name="Google Shape;834;p45"/>
            <p:cNvSpPr/>
            <p:nvPr/>
          </p:nvSpPr>
          <p:spPr>
            <a:xfrm>
              <a:off x="6725929" y="3894450"/>
              <a:ext cx="128404" cy="216393"/>
            </a:xfrm>
            <a:custGeom>
              <a:avLst/>
              <a:gdLst/>
              <a:ahLst/>
              <a:cxnLst/>
              <a:rect l="l" t="t" r="r" b="b"/>
              <a:pathLst>
                <a:path w="1560" h="2629" extrusionOk="0">
                  <a:moveTo>
                    <a:pt x="886" y="125"/>
                  </a:moveTo>
                  <a:lnTo>
                    <a:pt x="1406" y="2197"/>
                  </a:lnTo>
                  <a:cubicBezTo>
                    <a:pt x="1194" y="2321"/>
                    <a:pt x="974" y="2416"/>
                    <a:pt x="732" y="2504"/>
                  </a:cubicBezTo>
                  <a:lnTo>
                    <a:pt x="125" y="249"/>
                  </a:lnTo>
                  <a:lnTo>
                    <a:pt x="886" y="125"/>
                  </a:lnTo>
                  <a:close/>
                  <a:moveTo>
                    <a:pt x="915" y="0"/>
                  </a:moveTo>
                  <a:lnTo>
                    <a:pt x="59" y="154"/>
                  </a:lnTo>
                  <a:cubicBezTo>
                    <a:pt x="29" y="154"/>
                    <a:pt x="29" y="154"/>
                    <a:pt x="0" y="183"/>
                  </a:cubicBezTo>
                  <a:lnTo>
                    <a:pt x="0" y="220"/>
                  </a:lnTo>
                  <a:lnTo>
                    <a:pt x="608" y="2600"/>
                  </a:lnTo>
                  <a:lnTo>
                    <a:pt x="644" y="2629"/>
                  </a:lnTo>
                  <a:lnTo>
                    <a:pt x="703" y="2629"/>
                  </a:lnTo>
                  <a:cubicBezTo>
                    <a:pt x="1011" y="2534"/>
                    <a:pt x="1252" y="2416"/>
                    <a:pt x="1523" y="2292"/>
                  </a:cubicBezTo>
                  <a:cubicBezTo>
                    <a:pt x="1523" y="2263"/>
                    <a:pt x="1560" y="2233"/>
                    <a:pt x="1560" y="2197"/>
                  </a:cubicBezTo>
                  <a:lnTo>
                    <a:pt x="974" y="66"/>
                  </a:lnTo>
                  <a:cubicBezTo>
                    <a:pt x="974" y="37"/>
                    <a:pt x="945" y="0"/>
                    <a:pt x="915"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5" name="Google Shape;835;p45"/>
            <p:cNvSpPr/>
            <p:nvPr/>
          </p:nvSpPr>
          <p:spPr>
            <a:xfrm>
              <a:off x="6781324" y="4078251"/>
              <a:ext cx="133342" cy="274339"/>
            </a:xfrm>
            <a:custGeom>
              <a:avLst/>
              <a:gdLst/>
              <a:ahLst/>
              <a:cxnLst/>
              <a:rect l="l" t="t" r="r" b="b"/>
              <a:pathLst>
                <a:path w="1620" h="3332" extrusionOk="0">
                  <a:moveTo>
                    <a:pt x="821" y="0"/>
                  </a:moveTo>
                  <a:cubicBezTo>
                    <a:pt x="550" y="147"/>
                    <a:pt x="272" y="242"/>
                    <a:pt x="1" y="330"/>
                  </a:cubicBezTo>
                  <a:lnTo>
                    <a:pt x="762" y="3259"/>
                  </a:lnTo>
                  <a:cubicBezTo>
                    <a:pt x="873" y="3312"/>
                    <a:pt x="975" y="3333"/>
                    <a:pt x="1067" y="3333"/>
                  </a:cubicBezTo>
                  <a:cubicBezTo>
                    <a:pt x="1410" y="3333"/>
                    <a:pt x="1619" y="3046"/>
                    <a:pt x="1619" y="3046"/>
                  </a:cubicBezTo>
                  <a:lnTo>
                    <a:pt x="8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6" name="Google Shape;836;p45"/>
            <p:cNvSpPr/>
            <p:nvPr/>
          </p:nvSpPr>
          <p:spPr>
            <a:xfrm>
              <a:off x="6775892" y="4072819"/>
              <a:ext cx="143549" cy="283969"/>
            </a:xfrm>
            <a:custGeom>
              <a:avLst/>
              <a:gdLst/>
              <a:ahLst/>
              <a:cxnLst/>
              <a:rect l="l" t="t" r="r" b="b"/>
              <a:pathLst>
                <a:path w="1744" h="3450" extrusionOk="0">
                  <a:moveTo>
                    <a:pt x="828" y="154"/>
                  </a:moveTo>
                  <a:lnTo>
                    <a:pt x="1590" y="3083"/>
                  </a:lnTo>
                  <a:cubicBezTo>
                    <a:pt x="1545" y="3155"/>
                    <a:pt x="1392" y="3328"/>
                    <a:pt x="1148" y="3328"/>
                  </a:cubicBezTo>
                  <a:cubicBezTo>
                    <a:pt x="1070" y="3328"/>
                    <a:pt x="983" y="3311"/>
                    <a:pt x="887" y="3266"/>
                  </a:cubicBezTo>
                  <a:lnTo>
                    <a:pt x="155" y="433"/>
                  </a:lnTo>
                  <a:cubicBezTo>
                    <a:pt x="404" y="367"/>
                    <a:pt x="616" y="279"/>
                    <a:pt x="828" y="154"/>
                  </a:cubicBezTo>
                  <a:close/>
                  <a:moveTo>
                    <a:pt x="858" y="0"/>
                  </a:moveTo>
                  <a:cubicBezTo>
                    <a:pt x="616" y="154"/>
                    <a:pt x="338" y="249"/>
                    <a:pt x="67" y="337"/>
                  </a:cubicBezTo>
                  <a:cubicBezTo>
                    <a:pt x="37" y="367"/>
                    <a:pt x="1" y="396"/>
                    <a:pt x="1" y="433"/>
                  </a:cubicBezTo>
                  <a:lnTo>
                    <a:pt x="770" y="3325"/>
                  </a:lnTo>
                  <a:cubicBezTo>
                    <a:pt x="770" y="3361"/>
                    <a:pt x="799" y="3361"/>
                    <a:pt x="799" y="3361"/>
                  </a:cubicBezTo>
                  <a:cubicBezTo>
                    <a:pt x="916" y="3420"/>
                    <a:pt x="1041" y="3449"/>
                    <a:pt x="1136" y="3449"/>
                  </a:cubicBezTo>
                  <a:cubicBezTo>
                    <a:pt x="1502" y="3449"/>
                    <a:pt x="1714" y="3142"/>
                    <a:pt x="1714" y="3142"/>
                  </a:cubicBezTo>
                  <a:cubicBezTo>
                    <a:pt x="1744" y="3142"/>
                    <a:pt x="1744" y="3112"/>
                    <a:pt x="1744" y="3083"/>
                  </a:cubicBezTo>
                  <a:lnTo>
                    <a:pt x="953" y="30"/>
                  </a:lnTo>
                  <a:cubicBezTo>
                    <a:pt x="916" y="30"/>
                    <a:pt x="916" y="0"/>
                    <a:pt x="88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7" name="Google Shape;837;p45"/>
            <p:cNvSpPr/>
            <p:nvPr/>
          </p:nvSpPr>
          <p:spPr>
            <a:xfrm>
              <a:off x="6344416" y="3891980"/>
              <a:ext cx="103134" cy="191124"/>
            </a:xfrm>
            <a:custGeom>
              <a:avLst/>
              <a:gdLst/>
              <a:ahLst/>
              <a:cxnLst/>
              <a:rect l="l" t="t" r="r" b="b"/>
              <a:pathLst>
                <a:path w="1253" h="2322" extrusionOk="0">
                  <a:moveTo>
                    <a:pt x="395" y="1"/>
                  </a:moveTo>
                  <a:lnTo>
                    <a:pt x="0" y="2293"/>
                  </a:lnTo>
                  <a:cubicBezTo>
                    <a:pt x="271" y="2322"/>
                    <a:pt x="578" y="2322"/>
                    <a:pt x="849" y="2322"/>
                  </a:cubicBezTo>
                  <a:lnTo>
                    <a:pt x="1252" y="250"/>
                  </a:lnTo>
                  <a:lnTo>
                    <a:pt x="395"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8" name="Google Shape;838;p45"/>
            <p:cNvSpPr/>
            <p:nvPr/>
          </p:nvSpPr>
          <p:spPr>
            <a:xfrm>
              <a:off x="6338983" y="3887782"/>
              <a:ext cx="113341" cy="200178"/>
            </a:xfrm>
            <a:custGeom>
              <a:avLst/>
              <a:gdLst/>
              <a:ahLst/>
              <a:cxnLst/>
              <a:rect l="l" t="t" r="r" b="b"/>
              <a:pathLst>
                <a:path w="1377" h="2432" extrusionOk="0">
                  <a:moveTo>
                    <a:pt x="520" y="147"/>
                  </a:moveTo>
                  <a:lnTo>
                    <a:pt x="1252" y="359"/>
                  </a:lnTo>
                  <a:lnTo>
                    <a:pt x="886" y="2314"/>
                  </a:lnTo>
                  <a:cubicBezTo>
                    <a:pt x="644" y="2314"/>
                    <a:pt x="403" y="2314"/>
                    <a:pt x="125" y="2278"/>
                  </a:cubicBezTo>
                  <a:lnTo>
                    <a:pt x="520" y="147"/>
                  </a:lnTo>
                  <a:close/>
                  <a:moveTo>
                    <a:pt x="461" y="1"/>
                  </a:moveTo>
                  <a:cubicBezTo>
                    <a:pt x="454" y="1"/>
                    <a:pt x="447" y="8"/>
                    <a:pt x="432" y="22"/>
                  </a:cubicBezTo>
                  <a:cubicBezTo>
                    <a:pt x="432" y="22"/>
                    <a:pt x="432" y="52"/>
                    <a:pt x="403" y="52"/>
                  </a:cubicBezTo>
                  <a:lnTo>
                    <a:pt x="0" y="2344"/>
                  </a:lnTo>
                  <a:lnTo>
                    <a:pt x="0" y="2373"/>
                  </a:lnTo>
                  <a:cubicBezTo>
                    <a:pt x="0" y="2402"/>
                    <a:pt x="37" y="2402"/>
                    <a:pt x="66" y="2402"/>
                  </a:cubicBezTo>
                  <a:cubicBezTo>
                    <a:pt x="278" y="2432"/>
                    <a:pt x="520" y="2432"/>
                    <a:pt x="732" y="2432"/>
                  </a:cubicBezTo>
                  <a:lnTo>
                    <a:pt x="915" y="2432"/>
                  </a:lnTo>
                  <a:cubicBezTo>
                    <a:pt x="952" y="2432"/>
                    <a:pt x="981" y="2402"/>
                    <a:pt x="981" y="2373"/>
                  </a:cubicBezTo>
                  <a:lnTo>
                    <a:pt x="1377" y="330"/>
                  </a:lnTo>
                  <a:cubicBezTo>
                    <a:pt x="1377" y="301"/>
                    <a:pt x="1377" y="264"/>
                    <a:pt x="1347" y="235"/>
                  </a:cubicBezTo>
                  <a:lnTo>
                    <a:pt x="491" y="22"/>
                  </a:lnTo>
                  <a:cubicBezTo>
                    <a:pt x="476" y="8"/>
                    <a:pt x="469" y="1"/>
                    <a:pt x="461"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39" name="Google Shape;839;p45"/>
            <p:cNvSpPr/>
            <p:nvPr/>
          </p:nvSpPr>
          <p:spPr>
            <a:xfrm>
              <a:off x="6296757" y="4080638"/>
              <a:ext cx="117621" cy="275492"/>
            </a:xfrm>
            <a:custGeom>
              <a:avLst/>
              <a:gdLst/>
              <a:ahLst/>
              <a:cxnLst/>
              <a:rect l="l" t="t" r="r" b="b"/>
              <a:pathLst>
                <a:path w="1429" h="3347" extrusionOk="0">
                  <a:moveTo>
                    <a:pt x="579" y="1"/>
                  </a:moveTo>
                  <a:lnTo>
                    <a:pt x="1" y="3083"/>
                  </a:lnTo>
                  <a:cubicBezTo>
                    <a:pt x="167" y="3290"/>
                    <a:pt x="359" y="3347"/>
                    <a:pt x="517" y="3347"/>
                  </a:cubicBezTo>
                  <a:cubicBezTo>
                    <a:pt x="707" y="3347"/>
                    <a:pt x="850" y="3266"/>
                    <a:pt x="850" y="3266"/>
                  </a:cubicBezTo>
                  <a:lnTo>
                    <a:pt x="1428" y="30"/>
                  </a:lnTo>
                  <a:cubicBezTo>
                    <a:pt x="1157" y="30"/>
                    <a:pt x="850" y="30"/>
                    <a:pt x="5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0" name="Google Shape;840;p45"/>
            <p:cNvSpPr/>
            <p:nvPr/>
          </p:nvSpPr>
          <p:spPr>
            <a:xfrm>
              <a:off x="6291325" y="4075206"/>
              <a:ext cx="128486" cy="283969"/>
            </a:xfrm>
            <a:custGeom>
              <a:avLst/>
              <a:gdLst/>
              <a:ahLst/>
              <a:cxnLst/>
              <a:rect l="l" t="t" r="r" b="b"/>
              <a:pathLst>
                <a:path w="1561" h="3450" extrusionOk="0">
                  <a:moveTo>
                    <a:pt x="674" y="125"/>
                  </a:moveTo>
                  <a:cubicBezTo>
                    <a:pt x="945" y="155"/>
                    <a:pt x="1194" y="155"/>
                    <a:pt x="1436" y="155"/>
                  </a:cubicBezTo>
                  <a:lnTo>
                    <a:pt x="857" y="3267"/>
                  </a:lnTo>
                  <a:cubicBezTo>
                    <a:pt x="812" y="3298"/>
                    <a:pt x="705" y="3341"/>
                    <a:pt x="576" y="3341"/>
                  </a:cubicBezTo>
                  <a:cubicBezTo>
                    <a:pt x="435" y="3341"/>
                    <a:pt x="267" y="3289"/>
                    <a:pt x="125" y="3113"/>
                  </a:cubicBezTo>
                  <a:lnTo>
                    <a:pt x="674" y="125"/>
                  </a:lnTo>
                  <a:close/>
                  <a:moveTo>
                    <a:pt x="645" y="1"/>
                  </a:moveTo>
                  <a:cubicBezTo>
                    <a:pt x="616" y="1"/>
                    <a:pt x="579" y="37"/>
                    <a:pt x="579" y="67"/>
                  </a:cubicBezTo>
                  <a:lnTo>
                    <a:pt x="1" y="3149"/>
                  </a:lnTo>
                  <a:lnTo>
                    <a:pt x="1" y="3179"/>
                  </a:lnTo>
                  <a:cubicBezTo>
                    <a:pt x="184" y="3391"/>
                    <a:pt x="396" y="3450"/>
                    <a:pt x="550" y="3450"/>
                  </a:cubicBezTo>
                  <a:cubicBezTo>
                    <a:pt x="762" y="3450"/>
                    <a:pt x="945" y="3362"/>
                    <a:pt x="945" y="3362"/>
                  </a:cubicBezTo>
                  <a:lnTo>
                    <a:pt x="982" y="3332"/>
                  </a:lnTo>
                  <a:lnTo>
                    <a:pt x="1560" y="96"/>
                  </a:lnTo>
                  <a:lnTo>
                    <a:pt x="1560" y="67"/>
                  </a:lnTo>
                  <a:cubicBezTo>
                    <a:pt x="1560" y="37"/>
                    <a:pt x="1531" y="37"/>
                    <a:pt x="1494" y="37"/>
                  </a:cubicBezTo>
                  <a:cubicBezTo>
                    <a:pt x="1223" y="37"/>
                    <a:pt x="945" y="37"/>
                    <a:pt x="64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1" name="Google Shape;841;p45"/>
            <p:cNvSpPr/>
            <p:nvPr/>
          </p:nvSpPr>
          <p:spPr>
            <a:xfrm>
              <a:off x="7007351" y="4025243"/>
              <a:ext cx="170629" cy="413937"/>
            </a:xfrm>
            <a:custGeom>
              <a:avLst/>
              <a:gdLst/>
              <a:ahLst/>
              <a:cxnLst/>
              <a:rect l="l" t="t" r="r" b="b"/>
              <a:pathLst>
                <a:path w="2073" h="5029" extrusionOk="0">
                  <a:moveTo>
                    <a:pt x="821" y="0"/>
                  </a:moveTo>
                  <a:cubicBezTo>
                    <a:pt x="550" y="154"/>
                    <a:pt x="272" y="337"/>
                    <a:pt x="1" y="461"/>
                  </a:cubicBezTo>
                  <a:lnTo>
                    <a:pt x="1158" y="4943"/>
                  </a:lnTo>
                  <a:cubicBezTo>
                    <a:pt x="1279" y="5004"/>
                    <a:pt x="1391" y="5028"/>
                    <a:pt x="1493" y="5028"/>
                  </a:cubicBezTo>
                  <a:cubicBezTo>
                    <a:pt x="1851" y="5028"/>
                    <a:pt x="2073" y="4730"/>
                    <a:pt x="2073" y="4730"/>
                  </a:cubicBezTo>
                  <a:lnTo>
                    <a:pt x="8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2" name="Google Shape;842;p45"/>
            <p:cNvSpPr/>
            <p:nvPr/>
          </p:nvSpPr>
          <p:spPr>
            <a:xfrm>
              <a:off x="7001919" y="4020386"/>
              <a:ext cx="180917" cy="424390"/>
            </a:xfrm>
            <a:custGeom>
              <a:avLst/>
              <a:gdLst/>
              <a:ahLst/>
              <a:cxnLst/>
              <a:rect l="l" t="t" r="r" b="b"/>
              <a:pathLst>
                <a:path w="2198" h="5156" extrusionOk="0">
                  <a:moveTo>
                    <a:pt x="858" y="154"/>
                  </a:moveTo>
                  <a:lnTo>
                    <a:pt x="2051" y="4789"/>
                  </a:lnTo>
                  <a:cubicBezTo>
                    <a:pt x="2001" y="4856"/>
                    <a:pt x="1832" y="5033"/>
                    <a:pt x="1563" y="5033"/>
                  </a:cubicBezTo>
                  <a:cubicBezTo>
                    <a:pt x="1479" y="5033"/>
                    <a:pt x="1385" y="5016"/>
                    <a:pt x="1282" y="4972"/>
                  </a:cubicBezTo>
                  <a:lnTo>
                    <a:pt x="125" y="579"/>
                  </a:lnTo>
                  <a:cubicBezTo>
                    <a:pt x="404" y="425"/>
                    <a:pt x="645" y="271"/>
                    <a:pt x="858" y="154"/>
                  </a:cubicBezTo>
                  <a:close/>
                  <a:moveTo>
                    <a:pt x="858" y="0"/>
                  </a:moveTo>
                  <a:cubicBezTo>
                    <a:pt x="616" y="154"/>
                    <a:pt x="338" y="337"/>
                    <a:pt x="37" y="484"/>
                  </a:cubicBezTo>
                  <a:cubicBezTo>
                    <a:pt x="1" y="484"/>
                    <a:pt x="1" y="520"/>
                    <a:pt x="1" y="550"/>
                  </a:cubicBezTo>
                  <a:lnTo>
                    <a:pt x="1165" y="5031"/>
                  </a:lnTo>
                  <a:cubicBezTo>
                    <a:pt x="1194" y="5031"/>
                    <a:pt x="1194" y="5060"/>
                    <a:pt x="1224" y="5060"/>
                  </a:cubicBezTo>
                  <a:cubicBezTo>
                    <a:pt x="1348" y="5126"/>
                    <a:pt x="1465" y="5155"/>
                    <a:pt x="1560" y="5155"/>
                  </a:cubicBezTo>
                  <a:cubicBezTo>
                    <a:pt x="1956" y="5155"/>
                    <a:pt x="2168" y="4819"/>
                    <a:pt x="2168" y="4819"/>
                  </a:cubicBezTo>
                  <a:cubicBezTo>
                    <a:pt x="2168" y="4819"/>
                    <a:pt x="2198" y="4789"/>
                    <a:pt x="2168" y="4789"/>
                  </a:cubicBezTo>
                  <a:lnTo>
                    <a:pt x="953" y="30"/>
                  </a:lnTo>
                  <a:lnTo>
                    <a:pt x="916"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3" name="Google Shape;843;p45"/>
            <p:cNvSpPr/>
            <p:nvPr/>
          </p:nvSpPr>
          <p:spPr>
            <a:xfrm>
              <a:off x="6982082" y="3960134"/>
              <a:ext cx="92846" cy="103134"/>
            </a:xfrm>
            <a:custGeom>
              <a:avLst/>
              <a:gdLst/>
              <a:ahLst/>
              <a:cxnLst/>
              <a:rect l="l" t="t" r="r" b="b"/>
              <a:pathLst>
                <a:path w="1128" h="1253" extrusionOk="0">
                  <a:moveTo>
                    <a:pt x="915" y="0"/>
                  </a:moveTo>
                  <a:lnTo>
                    <a:pt x="0" y="154"/>
                  </a:lnTo>
                  <a:lnTo>
                    <a:pt x="308" y="1252"/>
                  </a:lnTo>
                  <a:cubicBezTo>
                    <a:pt x="579" y="1128"/>
                    <a:pt x="857" y="945"/>
                    <a:pt x="1128" y="791"/>
                  </a:cubicBezTo>
                  <a:lnTo>
                    <a:pt x="915"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4" name="Google Shape;844;p45"/>
            <p:cNvSpPr/>
            <p:nvPr/>
          </p:nvSpPr>
          <p:spPr>
            <a:xfrm>
              <a:off x="6977225" y="3953714"/>
              <a:ext cx="103134" cy="114329"/>
            </a:xfrm>
            <a:custGeom>
              <a:avLst/>
              <a:gdLst/>
              <a:ahLst/>
              <a:cxnLst/>
              <a:rect l="l" t="t" r="r" b="b"/>
              <a:pathLst>
                <a:path w="1253" h="1389" extrusionOk="0">
                  <a:moveTo>
                    <a:pt x="945" y="137"/>
                  </a:moveTo>
                  <a:lnTo>
                    <a:pt x="1128" y="840"/>
                  </a:lnTo>
                  <a:cubicBezTo>
                    <a:pt x="916" y="964"/>
                    <a:pt x="667" y="1111"/>
                    <a:pt x="396" y="1264"/>
                  </a:cubicBezTo>
                  <a:lnTo>
                    <a:pt x="154" y="261"/>
                  </a:lnTo>
                  <a:lnTo>
                    <a:pt x="945" y="137"/>
                  </a:lnTo>
                  <a:close/>
                  <a:moveTo>
                    <a:pt x="999" y="0"/>
                  </a:moveTo>
                  <a:cubicBezTo>
                    <a:pt x="991" y="0"/>
                    <a:pt x="983" y="4"/>
                    <a:pt x="974" y="12"/>
                  </a:cubicBezTo>
                  <a:lnTo>
                    <a:pt x="59" y="166"/>
                  </a:lnTo>
                  <a:lnTo>
                    <a:pt x="30" y="166"/>
                  </a:lnTo>
                  <a:cubicBezTo>
                    <a:pt x="1" y="195"/>
                    <a:pt x="1" y="232"/>
                    <a:pt x="1" y="232"/>
                  </a:cubicBezTo>
                  <a:lnTo>
                    <a:pt x="301" y="1360"/>
                  </a:lnTo>
                  <a:cubicBezTo>
                    <a:pt x="301" y="1389"/>
                    <a:pt x="337" y="1389"/>
                    <a:pt x="337" y="1389"/>
                  </a:cubicBezTo>
                  <a:lnTo>
                    <a:pt x="396" y="1389"/>
                  </a:lnTo>
                  <a:cubicBezTo>
                    <a:pt x="704" y="1235"/>
                    <a:pt x="974" y="1081"/>
                    <a:pt x="1216" y="898"/>
                  </a:cubicBezTo>
                  <a:cubicBezTo>
                    <a:pt x="1253" y="898"/>
                    <a:pt x="1253" y="869"/>
                    <a:pt x="1253" y="840"/>
                  </a:cubicBezTo>
                  <a:lnTo>
                    <a:pt x="1033" y="49"/>
                  </a:lnTo>
                  <a:cubicBezTo>
                    <a:pt x="1033" y="23"/>
                    <a:pt x="1018" y="0"/>
                    <a:pt x="999"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5" name="Google Shape;845;p45"/>
            <p:cNvSpPr/>
            <p:nvPr/>
          </p:nvSpPr>
          <p:spPr>
            <a:xfrm>
              <a:off x="6519739" y="4083025"/>
              <a:ext cx="141162" cy="359365"/>
            </a:xfrm>
            <a:custGeom>
              <a:avLst/>
              <a:gdLst/>
              <a:ahLst/>
              <a:cxnLst/>
              <a:rect l="l" t="t" r="r" b="b"/>
              <a:pathLst>
                <a:path w="1714" h="4366" extrusionOk="0">
                  <a:moveTo>
                    <a:pt x="1714" y="1"/>
                  </a:moveTo>
                  <a:cubicBezTo>
                    <a:pt x="1468" y="1"/>
                    <a:pt x="1203" y="38"/>
                    <a:pt x="954" y="38"/>
                  </a:cubicBezTo>
                  <a:cubicBezTo>
                    <a:pt x="891" y="38"/>
                    <a:pt x="830" y="36"/>
                    <a:pt x="770" y="30"/>
                  </a:cubicBezTo>
                  <a:lnTo>
                    <a:pt x="1" y="4087"/>
                  </a:lnTo>
                  <a:cubicBezTo>
                    <a:pt x="180" y="4305"/>
                    <a:pt x="380" y="4365"/>
                    <a:pt x="547" y="4365"/>
                  </a:cubicBezTo>
                  <a:cubicBezTo>
                    <a:pt x="758" y="4365"/>
                    <a:pt x="916" y="4270"/>
                    <a:pt x="916" y="4270"/>
                  </a:cubicBezTo>
                  <a:lnTo>
                    <a:pt x="17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6" name="Google Shape;846;p45"/>
            <p:cNvSpPr/>
            <p:nvPr/>
          </p:nvSpPr>
          <p:spPr>
            <a:xfrm>
              <a:off x="6514965" y="4078251"/>
              <a:ext cx="150710" cy="368913"/>
            </a:xfrm>
            <a:custGeom>
              <a:avLst/>
              <a:gdLst/>
              <a:ahLst/>
              <a:cxnLst/>
              <a:rect l="l" t="t" r="r" b="b"/>
              <a:pathLst>
                <a:path w="1830" h="4482" extrusionOk="0">
                  <a:moveTo>
                    <a:pt x="1677" y="118"/>
                  </a:moveTo>
                  <a:lnTo>
                    <a:pt x="916" y="4299"/>
                  </a:lnTo>
                  <a:cubicBezTo>
                    <a:pt x="872" y="4328"/>
                    <a:pt x="749" y="4381"/>
                    <a:pt x="600" y="4381"/>
                  </a:cubicBezTo>
                  <a:cubicBezTo>
                    <a:pt x="451" y="4381"/>
                    <a:pt x="275" y="4328"/>
                    <a:pt x="125" y="4145"/>
                  </a:cubicBezTo>
                  <a:lnTo>
                    <a:pt x="857" y="147"/>
                  </a:lnTo>
                  <a:lnTo>
                    <a:pt x="1406" y="147"/>
                  </a:lnTo>
                  <a:cubicBezTo>
                    <a:pt x="1494" y="118"/>
                    <a:pt x="1589" y="118"/>
                    <a:pt x="1677" y="118"/>
                  </a:cubicBezTo>
                  <a:close/>
                  <a:moveTo>
                    <a:pt x="1772" y="0"/>
                  </a:moveTo>
                  <a:cubicBezTo>
                    <a:pt x="1648" y="0"/>
                    <a:pt x="1494" y="0"/>
                    <a:pt x="1377" y="30"/>
                  </a:cubicBezTo>
                  <a:cubicBezTo>
                    <a:pt x="1255" y="30"/>
                    <a:pt x="1133" y="43"/>
                    <a:pt x="1011" y="43"/>
                  </a:cubicBezTo>
                  <a:cubicBezTo>
                    <a:pt x="950" y="43"/>
                    <a:pt x="889" y="39"/>
                    <a:pt x="828" y="30"/>
                  </a:cubicBezTo>
                  <a:cubicBezTo>
                    <a:pt x="791" y="30"/>
                    <a:pt x="762" y="59"/>
                    <a:pt x="762" y="88"/>
                  </a:cubicBezTo>
                  <a:lnTo>
                    <a:pt x="0" y="4145"/>
                  </a:lnTo>
                  <a:cubicBezTo>
                    <a:pt x="0" y="4174"/>
                    <a:pt x="0" y="4174"/>
                    <a:pt x="30" y="4211"/>
                  </a:cubicBezTo>
                  <a:cubicBezTo>
                    <a:pt x="213" y="4423"/>
                    <a:pt x="425" y="4482"/>
                    <a:pt x="608" y="4482"/>
                  </a:cubicBezTo>
                  <a:cubicBezTo>
                    <a:pt x="828" y="4482"/>
                    <a:pt x="1011" y="4394"/>
                    <a:pt x="1011" y="4394"/>
                  </a:cubicBezTo>
                  <a:cubicBezTo>
                    <a:pt x="1011" y="4394"/>
                    <a:pt x="1011" y="4357"/>
                    <a:pt x="1040" y="4357"/>
                  </a:cubicBezTo>
                  <a:lnTo>
                    <a:pt x="1831" y="59"/>
                  </a:lnTo>
                  <a:cubicBezTo>
                    <a:pt x="1831" y="59"/>
                    <a:pt x="1831" y="30"/>
                    <a:pt x="1802" y="30"/>
                  </a:cubicBezTo>
                  <a:cubicBezTo>
                    <a:pt x="1802" y="0"/>
                    <a:pt x="1772" y="0"/>
                    <a:pt x="177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7" name="Google Shape;847;p45"/>
            <p:cNvSpPr/>
            <p:nvPr/>
          </p:nvSpPr>
          <p:spPr>
            <a:xfrm>
              <a:off x="6583036" y="3952315"/>
              <a:ext cx="97702" cy="133918"/>
            </a:xfrm>
            <a:custGeom>
              <a:avLst/>
              <a:gdLst/>
              <a:ahLst/>
              <a:cxnLst/>
              <a:rect l="l" t="t" r="r" b="b"/>
              <a:pathLst>
                <a:path w="1187" h="1627" extrusionOk="0">
                  <a:moveTo>
                    <a:pt x="301" y="0"/>
                  </a:moveTo>
                  <a:lnTo>
                    <a:pt x="1" y="1618"/>
                  </a:lnTo>
                  <a:cubicBezTo>
                    <a:pt x="61" y="1624"/>
                    <a:pt x="122" y="1626"/>
                    <a:pt x="185" y="1626"/>
                  </a:cubicBezTo>
                  <a:cubicBezTo>
                    <a:pt x="434" y="1626"/>
                    <a:pt x="699" y="1589"/>
                    <a:pt x="945" y="1589"/>
                  </a:cubicBezTo>
                  <a:lnTo>
                    <a:pt x="1187" y="249"/>
                  </a:lnTo>
                  <a:lnTo>
                    <a:pt x="301"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8" name="Google Shape;848;p45"/>
            <p:cNvSpPr/>
            <p:nvPr/>
          </p:nvSpPr>
          <p:spPr>
            <a:xfrm>
              <a:off x="6577604" y="3947458"/>
              <a:ext cx="107991" cy="142890"/>
            </a:xfrm>
            <a:custGeom>
              <a:avLst/>
              <a:gdLst/>
              <a:ahLst/>
              <a:cxnLst/>
              <a:rect l="l" t="t" r="r" b="b"/>
              <a:pathLst>
                <a:path w="1312" h="1735" extrusionOk="0">
                  <a:moveTo>
                    <a:pt x="396" y="125"/>
                  </a:moveTo>
                  <a:lnTo>
                    <a:pt x="1194" y="337"/>
                  </a:lnTo>
                  <a:lnTo>
                    <a:pt x="945" y="1589"/>
                  </a:lnTo>
                  <a:cubicBezTo>
                    <a:pt x="858" y="1589"/>
                    <a:pt x="733" y="1589"/>
                    <a:pt x="616" y="1619"/>
                  </a:cubicBezTo>
                  <a:lnTo>
                    <a:pt x="125" y="1619"/>
                  </a:lnTo>
                  <a:lnTo>
                    <a:pt x="396" y="125"/>
                  </a:lnTo>
                  <a:close/>
                  <a:moveTo>
                    <a:pt x="338" y="0"/>
                  </a:moveTo>
                  <a:cubicBezTo>
                    <a:pt x="308" y="0"/>
                    <a:pt x="308" y="30"/>
                    <a:pt x="308" y="30"/>
                  </a:cubicBezTo>
                  <a:lnTo>
                    <a:pt x="1" y="1677"/>
                  </a:lnTo>
                  <a:lnTo>
                    <a:pt x="1" y="1736"/>
                  </a:lnTo>
                  <a:lnTo>
                    <a:pt x="645" y="1736"/>
                  </a:lnTo>
                  <a:cubicBezTo>
                    <a:pt x="762" y="1707"/>
                    <a:pt x="887" y="1707"/>
                    <a:pt x="1011" y="1707"/>
                  </a:cubicBezTo>
                  <a:cubicBezTo>
                    <a:pt x="1041" y="1707"/>
                    <a:pt x="1070" y="1677"/>
                    <a:pt x="1070" y="1648"/>
                  </a:cubicBezTo>
                  <a:lnTo>
                    <a:pt x="1312" y="308"/>
                  </a:lnTo>
                  <a:cubicBezTo>
                    <a:pt x="1312" y="271"/>
                    <a:pt x="1312" y="242"/>
                    <a:pt x="1282" y="242"/>
                  </a:cubicBezTo>
                  <a:lnTo>
                    <a:pt x="367"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49" name="Google Shape;849;p45"/>
            <p:cNvSpPr/>
            <p:nvPr/>
          </p:nvSpPr>
          <p:spPr>
            <a:xfrm>
              <a:off x="6138226" y="2787195"/>
              <a:ext cx="1177774" cy="1253664"/>
            </a:xfrm>
            <a:custGeom>
              <a:avLst/>
              <a:gdLst/>
              <a:ahLst/>
              <a:cxnLst/>
              <a:rect l="l" t="t" r="r" b="b"/>
              <a:pathLst>
                <a:path w="14309" h="15231" extrusionOk="0">
                  <a:moveTo>
                    <a:pt x="10164" y="1"/>
                  </a:moveTo>
                  <a:cubicBezTo>
                    <a:pt x="7066" y="1"/>
                    <a:pt x="4547" y="4644"/>
                    <a:pt x="4153" y="7353"/>
                  </a:cubicBezTo>
                  <a:cubicBezTo>
                    <a:pt x="4153" y="7353"/>
                    <a:pt x="1041" y="7477"/>
                    <a:pt x="521" y="9366"/>
                  </a:cubicBezTo>
                  <a:cubicBezTo>
                    <a:pt x="1" y="11255"/>
                    <a:pt x="857" y="14521"/>
                    <a:pt x="857" y="14521"/>
                  </a:cubicBezTo>
                  <a:cubicBezTo>
                    <a:pt x="857" y="14521"/>
                    <a:pt x="3786" y="15041"/>
                    <a:pt x="4240" y="15041"/>
                  </a:cubicBezTo>
                  <a:cubicBezTo>
                    <a:pt x="4240" y="15041"/>
                    <a:pt x="5163" y="15231"/>
                    <a:pt x="6685" y="15231"/>
                  </a:cubicBezTo>
                  <a:cubicBezTo>
                    <a:pt x="8270" y="15231"/>
                    <a:pt x="10506" y="15025"/>
                    <a:pt x="13027" y="14184"/>
                  </a:cubicBezTo>
                  <a:cubicBezTo>
                    <a:pt x="13027" y="14184"/>
                    <a:pt x="14067" y="9059"/>
                    <a:pt x="14192" y="6013"/>
                  </a:cubicBezTo>
                  <a:cubicBezTo>
                    <a:pt x="14309" y="2930"/>
                    <a:pt x="13335" y="30"/>
                    <a:pt x="10194" y="1"/>
                  </a:cubicBezTo>
                  <a:cubicBezTo>
                    <a:pt x="10184" y="1"/>
                    <a:pt x="10174" y="1"/>
                    <a:pt x="101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0" name="Google Shape;850;p45"/>
            <p:cNvSpPr/>
            <p:nvPr/>
          </p:nvSpPr>
          <p:spPr>
            <a:xfrm>
              <a:off x="6133452" y="2782421"/>
              <a:ext cx="1185017" cy="1262718"/>
            </a:xfrm>
            <a:custGeom>
              <a:avLst/>
              <a:gdLst/>
              <a:ahLst/>
              <a:cxnLst/>
              <a:rect l="l" t="t" r="r" b="b"/>
              <a:pathLst>
                <a:path w="14397" h="15341" extrusionOk="0">
                  <a:moveTo>
                    <a:pt x="10252" y="117"/>
                  </a:moveTo>
                  <a:cubicBezTo>
                    <a:pt x="11321" y="117"/>
                    <a:pt x="12199" y="484"/>
                    <a:pt x="12844" y="1157"/>
                  </a:cubicBezTo>
                  <a:cubicBezTo>
                    <a:pt x="13788" y="2160"/>
                    <a:pt x="14279" y="3903"/>
                    <a:pt x="14184" y="6041"/>
                  </a:cubicBezTo>
                  <a:cubicBezTo>
                    <a:pt x="14067" y="8934"/>
                    <a:pt x="13115" y="13730"/>
                    <a:pt x="13027" y="14184"/>
                  </a:cubicBezTo>
                  <a:cubicBezTo>
                    <a:pt x="10526" y="15017"/>
                    <a:pt x="8303" y="15219"/>
                    <a:pt x="6730" y="15219"/>
                  </a:cubicBezTo>
                  <a:cubicBezTo>
                    <a:pt x="5250" y="15219"/>
                    <a:pt x="4345" y="15040"/>
                    <a:pt x="4328" y="15040"/>
                  </a:cubicBezTo>
                  <a:lnTo>
                    <a:pt x="4298" y="15040"/>
                  </a:lnTo>
                  <a:cubicBezTo>
                    <a:pt x="3903" y="15040"/>
                    <a:pt x="1311" y="14579"/>
                    <a:pt x="974" y="14521"/>
                  </a:cubicBezTo>
                  <a:cubicBezTo>
                    <a:pt x="886" y="14154"/>
                    <a:pt x="154" y="11196"/>
                    <a:pt x="637" y="9424"/>
                  </a:cubicBezTo>
                  <a:cubicBezTo>
                    <a:pt x="1128" y="7594"/>
                    <a:pt x="4211" y="7469"/>
                    <a:pt x="4240" y="7469"/>
                  </a:cubicBezTo>
                  <a:cubicBezTo>
                    <a:pt x="4269" y="7469"/>
                    <a:pt x="4269" y="7440"/>
                    <a:pt x="4269" y="7411"/>
                  </a:cubicBezTo>
                  <a:cubicBezTo>
                    <a:pt x="4635" y="4943"/>
                    <a:pt x="7015" y="117"/>
                    <a:pt x="10222" y="117"/>
                  </a:cubicBezTo>
                  <a:close/>
                  <a:moveTo>
                    <a:pt x="10222" y="0"/>
                  </a:moveTo>
                  <a:cubicBezTo>
                    <a:pt x="6986" y="0"/>
                    <a:pt x="4547" y="4818"/>
                    <a:pt x="4181" y="7352"/>
                  </a:cubicBezTo>
                  <a:cubicBezTo>
                    <a:pt x="3749" y="7381"/>
                    <a:pt x="1003" y="7594"/>
                    <a:pt x="520" y="9395"/>
                  </a:cubicBezTo>
                  <a:cubicBezTo>
                    <a:pt x="0" y="11284"/>
                    <a:pt x="850" y="14550"/>
                    <a:pt x="850" y="14579"/>
                  </a:cubicBezTo>
                  <a:cubicBezTo>
                    <a:pt x="850" y="14608"/>
                    <a:pt x="886" y="14608"/>
                    <a:pt x="915" y="14645"/>
                  </a:cubicBezTo>
                  <a:cubicBezTo>
                    <a:pt x="1033" y="14645"/>
                    <a:pt x="3844" y="15128"/>
                    <a:pt x="4298" y="15158"/>
                  </a:cubicBezTo>
                  <a:cubicBezTo>
                    <a:pt x="4394" y="15158"/>
                    <a:pt x="5309" y="15341"/>
                    <a:pt x="6744" y="15341"/>
                  </a:cubicBezTo>
                  <a:cubicBezTo>
                    <a:pt x="8326" y="15341"/>
                    <a:pt x="10588" y="15128"/>
                    <a:pt x="13085" y="14279"/>
                  </a:cubicBezTo>
                  <a:cubicBezTo>
                    <a:pt x="13115" y="14279"/>
                    <a:pt x="13115" y="14279"/>
                    <a:pt x="13151" y="14242"/>
                  </a:cubicBezTo>
                  <a:cubicBezTo>
                    <a:pt x="13151" y="14184"/>
                    <a:pt x="14184" y="9087"/>
                    <a:pt x="14308" y="6071"/>
                  </a:cubicBezTo>
                  <a:cubicBezTo>
                    <a:pt x="14396" y="3874"/>
                    <a:pt x="13913" y="2102"/>
                    <a:pt x="12932" y="1062"/>
                  </a:cubicBezTo>
                  <a:cubicBezTo>
                    <a:pt x="12265" y="366"/>
                    <a:pt x="11350" y="0"/>
                    <a:pt x="1025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1" name="Google Shape;851;p45"/>
            <p:cNvSpPr/>
            <p:nvPr/>
          </p:nvSpPr>
          <p:spPr>
            <a:xfrm>
              <a:off x="6402198" y="3339917"/>
              <a:ext cx="607365" cy="444721"/>
            </a:xfrm>
            <a:custGeom>
              <a:avLst/>
              <a:gdLst/>
              <a:ahLst/>
              <a:cxnLst/>
              <a:rect l="l" t="t" r="r" b="b"/>
              <a:pathLst>
                <a:path w="7379" h="5403" extrusionOk="0">
                  <a:moveTo>
                    <a:pt x="1649" y="0"/>
                  </a:moveTo>
                  <a:cubicBezTo>
                    <a:pt x="1649" y="0"/>
                    <a:pt x="514" y="2197"/>
                    <a:pt x="1" y="3808"/>
                  </a:cubicBezTo>
                  <a:cubicBezTo>
                    <a:pt x="1978" y="4606"/>
                    <a:pt x="3875" y="5273"/>
                    <a:pt x="6005" y="5397"/>
                  </a:cubicBezTo>
                  <a:cubicBezTo>
                    <a:pt x="6059" y="5400"/>
                    <a:pt x="6117" y="5403"/>
                    <a:pt x="6177" y="5403"/>
                  </a:cubicBezTo>
                  <a:cubicBezTo>
                    <a:pt x="6694" y="5403"/>
                    <a:pt x="7379" y="5223"/>
                    <a:pt x="7353" y="3720"/>
                  </a:cubicBezTo>
                  <a:cubicBezTo>
                    <a:pt x="7323" y="2468"/>
                    <a:pt x="6921" y="916"/>
                    <a:pt x="6620" y="425"/>
                  </a:cubicBezTo>
                  <a:lnTo>
                    <a:pt x="1649" y="0"/>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2" name="Google Shape;852;p45"/>
            <p:cNvSpPr/>
            <p:nvPr/>
          </p:nvSpPr>
          <p:spPr>
            <a:xfrm>
              <a:off x="6914586" y="3409799"/>
              <a:ext cx="72350" cy="279196"/>
            </a:xfrm>
            <a:custGeom>
              <a:avLst/>
              <a:gdLst/>
              <a:ahLst/>
              <a:cxnLst/>
              <a:rect l="l" t="t" r="r" b="b"/>
              <a:pathLst>
                <a:path w="879" h="3391" extrusionOk="0">
                  <a:moveTo>
                    <a:pt x="0" y="1"/>
                  </a:moveTo>
                  <a:lnTo>
                    <a:pt x="0" y="30"/>
                  </a:lnTo>
                  <a:cubicBezTo>
                    <a:pt x="637" y="1253"/>
                    <a:pt x="820" y="2476"/>
                    <a:pt x="820" y="3391"/>
                  </a:cubicBezTo>
                  <a:lnTo>
                    <a:pt x="879" y="3391"/>
                  </a:lnTo>
                  <a:cubicBezTo>
                    <a:pt x="879" y="2476"/>
                    <a:pt x="696" y="1224"/>
                    <a:pt x="59" y="30"/>
                  </a:cubicBezTo>
                  <a:cubicBezTo>
                    <a:pt x="29" y="1"/>
                    <a:pt x="29"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3" name="Google Shape;853;p45"/>
            <p:cNvSpPr/>
            <p:nvPr/>
          </p:nvSpPr>
          <p:spPr>
            <a:xfrm>
              <a:off x="6909154" y="3405025"/>
              <a:ext cx="83215" cy="288743"/>
            </a:xfrm>
            <a:custGeom>
              <a:avLst/>
              <a:gdLst/>
              <a:ahLst/>
              <a:cxnLst/>
              <a:rect l="l" t="t" r="r" b="b"/>
              <a:pathLst>
                <a:path w="1011" h="3508" extrusionOk="0">
                  <a:moveTo>
                    <a:pt x="29" y="0"/>
                  </a:moveTo>
                  <a:cubicBezTo>
                    <a:pt x="0" y="30"/>
                    <a:pt x="0" y="88"/>
                    <a:pt x="0" y="125"/>
                  </a:cubicBezTo>
                  <a:cubicBezTo>
                    <a:pt x="674" y="1340"/>
                    <a:pt x="828" y="2622"/>
                    <a:pt x="828" y="3449"/>
                  </a:cubicBezTo>
                  <a:cubicBezTo>
                    <a:pt x="828" y="3478"/>
                    <a:pt x="857" y="3478"/>
                    <a:pt x="857" y="3508"/>
                  </a:cubicBezTo>
                  <a:lnTo>
                    <a:pt x="945" y="3508"/>
                  </a:lnTo>
                  <a:cubicBezTo>
                    <a:pt x="981" y="3508"/>
                    <a:pt x="1011" y="3478"/>
                    <a:pt x="1011" y="3449"/>
                  </a:cubicBezTo>
                  <a:cubicBezTo>
                    <a:pt x="1011" y="2592"/>
                    <a:pt x="828" y="1311"/>
                    <a:pt x="154" y="59"/>
                  </a:cubicBezTo>
                  <a:cubicBezTo>
                    <a:pt x="154" y="0"/>
                    <a:pt x="95" y="0"/>
                    <a:pt x="29"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4" name="Google Shape;854;p45"/>
            <p:cNvSpPr/>
            <p:nvPr/>
          </p:nvSpPr>
          <p:spPr>
            <a:xfrm>
              <a:off x="6663207" y="3385106"/>
              <a:ext cx="37451" cy="295987"/>
            </a:xfrm>
            <a:custGeom>
              <a:avLst/>
              <a:gdLst/>
              <a:ahLst/>
              <a:cxnLst/>
              <a:rect l="l" t="t" r="r" b="b"/>
              <a:pathLst>
                <a:path w="455" h="3596" extrusionOk="0">
                  <a:moveTo>
                    <a:pt x="455" y="1"/>
                  </a:moveTo>
                  <a:cubicBezTo>
                    <a:pt x="425" y="1"/>
                    <a:pt x="425" y="1"/>
                    <a:pt x="425" y="30"/>
                  </a:cubicBezTo>
                  <a:lnTo>
                    <a:pt x="1" y="3567"/>
                  </a:lnTo>
                  <a:lnTo>
                    <a:pt x="1" y="3596"/>
                  </a:lnTo>
                  <a:lnTo>
                    <a:pt x="30" y="3596"/>
                  </a:lnTo>
                  <a:lnTo>
                    <a:pt x="30" y="3567"/>
                  </a:lnTo>
                  <a:lnTo>
                    <a:pt x="455" y="30"/>
                  </a:lnTo>
                  <a:lnTo>
                    <a:pt x="4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5" name="Google Shape;855;p45"/>
            <p:cNvSpPr/>
            <p:nvPr/>
          </p:nvSpPr>
          <p:spPr>
            <a:xfrm>
              <a:off x="6879028" y="3407412"/>
              <a:ext cx="95891" cy="218862"/>
            </a:xfrm>
            <a:custGeom>
              <a:avLst/>
              <a:gdLst/>
              <a:ahLst/>
              <a:cxnLst/>
              <a:rect l="l" t="t" r="r" b="b"/>
              <a:pathLst>
                <a:path w="1165" h="2659" extrusionOk="0">
                  <a:moveTo>
                    <a:pt x="154" y="1"/>
                  </a:moveTo>
                  <a:cubicBezTo>
                    <a:pt x="124" y="1"/>
                    <a:pt x="124" y="1"/>
                    <a:pt x="124" y="30"/>
                  </a:cubicBezTo>
                  <a:cubicBezTo>
                    <a:pt x="0" y="1282"/>
                    <a:pt x="674" y="2292"/>
                    <a:pt x="1128" y="2659"/>
                  </a:cubicBezTo>
                  <a:lnTo>
                    <a:pt x="1164" y="2659"/>
                  </a:lnTo>
                  <a:lnTo>
                    <a:pt x="1164" y="2622"/>
                  </a:lnTo>
                  <a:cubicBezTo>
                    <a:pt x="703" y="2256"/>
                    <a:pt x="29" y="1253"/>
                    <a:pt x="183" y="30"/>
                  </a:cubicBezTo>
                  <a:cubicBezTo>
                    <a:pt x="183" y="1"/>
                    <a:pt x="154" y="1"/>
                    <a:pt x="1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6" name="Google Shape;856;p45"/>
            <p:cNvSpPr/>
            <p:nvPr/>
          </p:nvSpPr>
          <p:spPr>
            <a:xfrm>
              <a:off x="6454713" y="3359836"/>
              <a:ext cx="95233" cy="168242"/>
            </a:xfrm>
            <a:custGeom>
              <a:avLst/>
              <a:gdLst/>
              <a:ahLst/>
              <a:cxnLst/>
              <a:rect l="l" t="t" r="r" b="b"/>
              <a:pathLst>
                <a:path w="1157" h="2044" extrusionOk="0">
                  <a:moveTo>
                    <a:pt x="1128" y="0"/>
                  </a:moveTo>
                  <a:lnTo>
                    <a:pt x="1128" y="29"/>
                  </a:lnTo>
                  <a:cubicBezTo>
                    <a:pt x="1128" y="608"/>
                    <a:pt x="791" y="1282"/>
                    <a:pt x="491" y="1648"/>
                  </a:cubicBezTo>
                  <a:cubicBezTo>
                    <a:pt x="308" y="1860"/>
                    <a:pt x="154" y="1984"/>
                    <a:pt x="29" y="2014"/>
                  </a:cubicBezTo>
                  <a:lnTo>
                    <a:pt x="0" y="2014"/>
                  </a:lnTo>
                  <a:cubicBezTo>
                    <a:pt x="0" y="2043"/>
                    <a:pt x="29" y="2043"/>
                    <a:pt x="29" y="2043"/>
                  </a:cubicBezTo>
                  <a:cubicBezTo>
                    <a:pt x="154" y="2043"/>
                    <a:pt x="337" y="1919"/>
                    <a:pt x="520" y="1677"/>
                  </a:cubicBezTo>
                  <a:cubicBezTo>
                    <a:pt x="827" y="1311"/>
                    <a:pt x="1157" y="608"/>
                    <a:pt x="1157" y="29"/>
                  </a:cubicBezTo>
                  <a:cubicBezTo>
                    <a:pt x="1157" y="0"/>
                    <a:pt x="1157" y="0"/>
                    <a:pt x="11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7" name="Google Shape;857;p45"/>
            <p:cNvSpPr/>
            <p:nvPr/>
          </p:nvSpPr>
          <p:spPr>
            <a:xfrm>
              <a:off x="6665594" y="3389962"/>
              <a:ext cx="77865" cy="258618"/>
            </a:xfrm>
            <a:custGeom>
              <a:avLst/>
              <a:gdLst/>
              <a:ahLst/>
              <a:cxnLst/>
              <a:rect l="l" t="t" r="r" b="b"/>
              <a:pathLst>
                <a:path w="944" h="3142" extrusionOk="0">
                  <a:moveTo>
                    <a:pt x="945" y="0"/>
                  </a:moveTo>
                  <a:cubicBezTo>
                    <a:pt x="916" y="0"/>
                    <a:pt x="916" y="0"/>
                    <a:pt x="916" y="30"/>
                  </a:cubicBezTo>
                  <a:cubicBezTo>
                    <a:pt x="916" y="30"/>
                    <a:pt x="675" y="1802"/>
                    <a:pt x="521" y="2468"/>
                  </a:cubicBezTo>
                  <a:cubicBezTo>
                    <a:pt x="380" y="3059"/>
                    <a:pt x="85" y="3083"/>
                    <a:pt x="37" y="3083"/>
                  </a:cubicBezTo>
                  <a:cubicBezTo>
                    <a:pt x="33" y="3083"/>
                    <a:pt x="30" y="3083"/>
                    <a:pt x="30" y="3083"/>
                  </a:cubicBezTo>
                  <a:lnTo>
                    <a:pt x="1" y="3112"/>
                  </a:lnTo>
                  <a:cubicBezTo>
                    <a:pt x="1" y="3142"/>
                    <a:pt x="30" y="3142"/>
                    <a:pt x="30" y="3142"/>
                  </a:cubicBezTo>
                  <a:cubicBezTo>
                    <a:pt x="33" y="3142"/>
                    <a:pt x="37" y="3142"/>
                    <a:pt x="43" y="3142"/>
                  </a:cubicBezTo>
                  <a:cubicBezTo>
                    <a:pt x="113" y="3142"/>
                    <a:pt x="409" y="3117"/>
                    <a:pt x="550" y="2504"/>
                  </a:cubicBezTo>
                  <a:cubicBezTo>
                    <a:pt x="733" y="1831"/>
                    <a:pt x="945" y="30"/>
                    <a:pt x="945" y="30"/>
                  </a:cubicBez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8" name="Google Shape;858;p45"/>
            <p:cNvSpPr/>
            <p:nvPr/>
          </p:nvSpPr>
          <p:spPr>
            <a:xfrm>
              <a:off x="6504676" y="3377286"/>
              <a:ext cx="449742" cy="73009"/>
            </a:xfrm>
            <a:custGeom>
              <a:avLst/>
              <a:gdLst/>
              <a:ahLst/>
              <a:cxnLst/>
              <a:rect l="l" t="t" r="r" b="b"/>
              <a:pathLst>
                <a:path w="5464" h="885" extrusionOk="0">
                  <a:moveTo>
                    <a:pt x="67" y="0"/>
                  </a:moveTo>
                  <a:cubicBezTo>
                    <a:pt x="37" y="0"/>
                    <a:pt x="37" y="30"/>
                    <a:pt x="1" y="30"/>
                  </a:cubicBezTo>
                  <a:lnTo>
                    <a:pt x="37" y="59"/>
                  </a:lnTo>
                  <a:cubicBezTo>
                    <a:pt x="67" y="59"/>
                    <a:pt x="1041" y="367"/>
                    <a:pt x="2600" y="608"/>
                  </a:cubicBezTo>
                  <a:cubicBezTo>
                    <a:pt x="3391" y="733"/>
                    <a:pt x="4365" y="857"/>
                    <a:pt x="5434" y="886"/>
                  </a:cubicBezTo>
                  <a:lnTo>
                    <a:pt x="5463" y="857"/>
                  </a:lnTo>
                  <a:cubicBezTo>
                    <a:pt x="5463" y="828"/>
                    <a:pt x="5434" y="828"/>
                    <a:pt x="5434" y="828"/>
                  </a:cubicBezTo>
                  <a:cubicBezTo>
                    <a:pt x="2351" y="733"/>
                    <a:pt x="67" y="30"/>
                    <a:pt x="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59" name="Google Shape;859;p45"/>
            <p:cNvSpPr/>
            <p:nvPr/>
          </p:nvSpPr>
          <p:spPr>
            <a:xfrm>
              <a:off x="6706009" y="3389304"/>
              <a:ext cx="27821" cy="26586"/>
            </a:xfrm>
            <a:custGeom>
              <a:avLst/>
              <a:gdLst/>
              <a:ahLst/>
              <a:cxnLst/>
              <a:rect l="l" t="t" r="r" b="b"/>
              <a:pathLst>
                <a:path w="338" h="323" extrusionOk="0">
                  <a:moveTo>
                    <a:pt x="134" y="1"/>
                  </a:moveTo>
                  <a:cubicBezTo>
                    <a:pt x="60" y="1"/>
                    <a:pt x="0" y="54"/>
                    <a:pt x="0" y="133"/>
                  </a:cubicBezTo>
                  <a:cubicBezTo>
                    <a:pt x="0" y="221"/>
                    <a:pt x="59" y="316"/>
                    <a:pt x="154" y="316"/>
                  </a:cubicBezTo>
                  <a:cubicBezTo>
                    <a:pt x="169" y="321"/>
                    <a:pt x="182" y="323"/>
                    <a:pt x="195" y="323"/>
                  </a:cubicBezTo>
                  <a:cubicBezTo>
                    <a:pt x="261" y="323"/>
                    <a:pt x="307" y="265"/>
                    <a:pt x="337" y="191"/>
                  </a:cubicBezTo>
                  <a:cubicBezTo>
                    <a:pt x="337" y="96"/>
                    <a:pt x="271" y="8"/>
                    <a:pt x="184" y="8"/>
                  </a:cubicBezTo>
                  <a:cubicBezTo>
                    <a:pt x="167" y="3"/>
                    <a:pt x="150" y="1"/>
                    <a:pt x="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0" name="Google Shape;860;p45"/>
            <p:cNvSpPr/>
            <p:nvPr/>
          </p:nvSpPr>
          <p:spPr>
            <a:xfrm>
              <a:off x="6698190" y="3384447"/>
              <a:ext cx="40414" cy="38110"/>
            </a:xfrm>
            <a:custGeom>
              <a:avLst/>
              <a:gdLst/>
              <a:ahLst/>
              <a:cxnLst/>
              <a:rect l="l" t="t" r="r" b="b"/>
              <a:pathLst>
                <a:path w="491" h="462" extrusionOk="0">
                  <a:moveTo>
                    <a:pt x="279" y="126"/>
                  </a:moveTo>
                  <a:cubicBezTo>
                    <a:pt x="308" y="126"/>
                    <a:pt x="337" y="126"/>
                    <a:pt x="337" y="155"/>
                  </a:cubicBezTo>
                  <a:cubicBezTo>
                    <a:pt x="366" y="192"/>
                    <a:pt x="366" y="221"/>
                    <a:pt x="366" y="221"/>
                  </a:cubicBezTo>
                  <a:cubicBezTo>
                    <a:pt x="366" y="280"/>
                    <a:pt x="308" y="338"/>
                    <a:pt x="249" y="338"/>
                  </a:cubicBezTo>
                  <a:cubicBezTo>
                    <a:pt x="183" y="309"/>
                    <a:pt x="154" y="280"/>
                    <a:pt x="154" y="221"/>
                  </a:cubicBezTo>
                  <a:cubicBezTo>
                    <a:pt x="154" y="192"/>
                    <a:pt x="183" y="155"/>
                    <a:pt x="183" y="126"/>
                  </a:cubicBezTo>
                  <a:close/>
                  <a:moveTo>
                    <a:pt x="224" y="1"/>
                  </a:moveTo>
                  <a:cubicBezTo>
                    <a:pt x="120" y="1"/>
                    <a:pt x="30" y="86"/>
                    <a:pt x="30" y="192"/>
                  </a:cubicBezTo>
                  <a:cubicBezTo>
                    <a:pt x="0" y="309"/>
                    <a:pt x="95" y="433"/>
                    <a:pt x="213" y="433"/>
                  </a:cubicBezTo>
                  <a:lnTo>
                    <a:pt x="249" y="463"/>
                  </a:lnTo>
                  <a:cubicBezTo>
                    <a:pt x="366" y="463"/>
                    <a:pt x="462" y="375"/>
                    <a:pt x="491" y="250"/>
                  </a:cubicBezTo>
                  <a:cubicBezTo>
                    <a:pt x="491" y="192"/>
                    <a:pt x="462" y="126"/>
                    <a:pt x="432" y="67"/>
                  </a:cubicBezTo>
                  <a:cubicBezTo>
                    <a:pt x="396" y="38"/>
                    <a:pt x="337" y="9"/>
                    <a:pt x="279" y="9"/>
                  </a:cubicBezTo>
                  <a:cubicBezTo>
                    <a:pt x="260" y="3"/>
                    <a:pt x="242" y="1"/>
                    <a:pt x="224"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1" name="Google Shape;861;p45"/>
            <p:cNvSpPr/>
            <p:nvPr/>
          </p:nvSpPr>
          <p:spPr>
            <a:xfrm>
              <a:off x="5910553" y="3738881"/>
              <a:ext cx="466451" cy="696343"/>
            </a:xfrm>
            <a:custGeom>
              <a:avLst/>
              <a:gdLst/>
              <a:ahLst/>
              <a:cxnLst/>
              <a:rect l="l" t="t" r="r" b="b"/>
              <a:pathLst>
                <a:path w="5667" h="8460" extrusionOk="0">
                  <a:moveTo>
                    <a:pt x="3133" y="1"/>
                  </a:moveTo>
                  <a:cubicBezTo>
                    <a:pt x="2950" y="2476"/>
                    <a:pt x="2825" y="5097"/>
                    <a:pt x="2921" y="6650"/>
                  </a:cubicBezTo>
                  <a:cubicBezTo>
                    <a:pt x="2921" y="6650"/>
                    <a:pt x="50" y="7418"/>
                    <a:pt x="21" y="7931"/>
                  </a:cubicBezTo>
                  <a:cubicBezTo>
                    <a:pt x="1" y="8289"/>
                    <a:pt x="1515" y="8345"/>
                    <a:pt x="2458" y="8345"/>
                  </a:cubicBezTo>
                  <a:cubicBezTo>
                    <a:pt x="2883" y="8345"/>
                    <a:pt x="3191" y="8334"/>
                    <a:pt x="3191" y="8334"/>
                  </a:cubicBezTo>
                  <a:cubicBezTo>
                    <a:pt x="3191" y="8334"/>
                    <a:pt x="3549" y="8459"/>
                    <a:pt x="3919" y="8459"/>
                  </a:cubicBezTo>
                  <a:cubicBezTo>
                    <a:pt x="4400" y="8459"/>
                    <a:pt x="4900" y="8246"/>
                    <a:pt x="4656" y="7265"/>
                  </a:cubicBezTo>
                  <a:lnTo>
                    <a:pt x="5666" y="213"/>
                  </a:lnTo>
                  <a:cubicBezTo>
                    <a:pt x="4810" y="59"/>
                    <a:pt x="3960" y="30"/>
                    <a:pt x="31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2" name="Google Shape;862;p45"/>
            <p:cNvSpPr/>
            <p:nvPr/>
          </p:nvSpPr>
          <p:spPr>
            <a:xfrm>
              <a:off x="5907425" y="3734107"/>
              <a:ext cx="474353" cy="708278"/>
            </a:xfrm>
            <a:custGeom>
              <a:avLst/>
              <a:gdLst/>
              <a:ahLst/>
              <a:cxnLst/>
              <a:rect l="l" t="t" r="r" b="b"/>
              <a:pathLst>
                <a:path w="5763" h="8605" extrusionOk="0">
                  <a:moveTo>
                    <a:pt x="3229" y="117"/>
                  </a:moveTo>
                  <a:cubicBezTo>
                    <a:pt x="3998" y="154"/>
                    <a:pt x="4818" y="183"/>
                    <a:pt x="5646" y="301"/>
                  </a:cubicBezTo>
                  <a:lnTo>
                    <a:pt x="4635" y="7323"/>
                  </a:lnTo>
                  <a:lnTo>
                    <a:pt x="4635" y="7352"/>
                  </a:lnTo>
                  <a:cubicBezTo>
                    <a:pt x="4731" y="7806"/>
                    <a:pt x="4694" y="8114"/>
                    <a:pt x="4511" y="8297"/>
                  </a:cubicBezTo>
                  <a:cubicBezTo>
                    <a:pt x="4362" y="8424"/>
                    <a:pt x="4148" y="8463"/>
                    <a:pt x="3940" y="8463"/>
                  </a:cubicBezTo>
                  <a:cubicBezTo>
                    <a:pt x="3596" y="8463"/>
                    <a:pt x="3266" y="8355"/>
                    <a:pt x="3266" y="8355"/>
                  </a:cubicBezTo>
                  <a:lnTo>
                    <a:pt x="3229" y="8355"/>
                  </a:lnTo>
                  <a:cubicBezTo>
                    <a:pt x="2468" y="8355"/>
                    <a:pt x="454" y="8355"/>
                    <a:pt x="154" y="8055"/>
                  </a:cubicBezTo>
                  <a:cubicBezTo>
                    <a:pt x="117" y="8026"/>
                    <a:pt x="117" y="7989"/>
                    <a:pt x="117" y="7989"/>
                  </a:cubicBezTo>
                  <a:cubicBezTo>
                    <a:pt x="154" y="7623"/>
                    <a:pt x="1889" y="7074"/>
                    <a:pt x="2959" y="6774"/>
                  </a:cubicBezTo>
                  <a:cubicBezTo>
                    <a:pt x="2988" y="6774"/>
                    <a:pt x="3017" y="6744"/>
                    <a:pt x="3017" y="6708"/>
                  </a:cubicBezTo>
                  <a:cubicBezTo>
                    <a:pt x="2929" y="5397"/>
                    <a:pt x="3017" y="3200"/>
                    <a:pt x="3229" y="117"/>
                  </a:cubicBezTo>
                  <a:close/>
                  <a:moveTo>
                    <a:pt x="3171" y="0"/>
                  </a:moveTo>
                  <a:cubicBezTo>
                    <a:pt x="3142" y="0"/>
                    <a:pt x="3112" y="30"/>
                    <a:pt x="3112" y="59"/>
                  </a:cubicBezTo>
                  <a:cubicBezTo>
                    <a:pt x="2900" y="3112"/>
                    <a:pt x="2805" y="5338"/>
                    <a:pt x="2900" y="6678"/>
                  </a:cubicBezTo>
                  <a:cubicBezTo>
                    <a:pt x="2439" y="6803"/>
                    <a:pt x="30" y="7440"/>
                    <a:pt x="0" y="7960"/>
                  </a:cubicBezTo>
                  <a:cubicBezTo>
                    <a:pt x="0" y="8026"/>
                    <a:pt x="0" y="8084"/>
                    <a:pt x="59" y="8143"/>
                  </a:cubicBezTo>
                  <a:cubicBezTo>
                    <a:pt x="364" y="8448"/>
                    <a:pt x="1889" y="8483"/>
                    <a:pt x="2722" y="8483"/>
                  </a:cubicBezTo>
                  <a:cubicBezTo>
                    <a:pt x="2968" y="8483"/>
                    <a:pt x="3154" y="8480"/>
                    <a:pt x="3229" y="8480"/>
                  </a:cubicBezTo>
                  <a:cubicBezTo>
                    <a:pt x="3295" y="8480"/>
                    <a:pt x="3596" y="8604"/>
                    <a:pt x="3932" y="8604"/>
                  </a:cubicBezTo>
                  <a:cubicBezTo>
                    <a:pt x="4181" y="8604"/>
                    <a:pt x="4423" y="8538"/>
                    <a:pt x="4577" y="8392"/>
                  </a:cubicBezTo>
                  <a:cubicBezTo>
                    <a:pt x="4818" y="8172"/>
                    <a:pt x="4877" y="7806"/>
                    <a:pt x="4760" y="7323"/>
                  </a:cubicBezTo>
                  <a:lnTo>
                    <a:pt x="5763" y="271"/>
                  </a:lnTo>
                  <a:cubicBezTo>
                    <a:pt x="5763" y="242"/>
                    <a:pt x="5734" y="213"/>
                    <a:pt x="5704" y="213"/>
                  </a:cubicBezTo>
                  <a:cubicBezTo>
                    <a:pt x="4848" y="59"/>
                    <a:pt x="3962" y="30"/>
                    <a:pt x="317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3" name="Google Shape;863;p45"/>
            <p:cNvSpPr/>
            <p:nvPr/>
          </p:nvSpPr>
          <p:spPr>
            <a:xfrm>
              <a:off x="5901992" y="4326585"/>
              <a:ext cx="108567" cy="83215"/>
            </a:xfrm>
            <a:custGeom>
              <a:avLst/>
              <a:gdLst/>
              <a:ahLst/>
              <a:cxnLst/>
              <a:rect l="l" t="t" r="r" b="b"/>
              <a:pathLst>
                <a:path w="1319" h="1011" extrusionOk="0">
                  <a:moveTo>
                    <a:pt x="1165" y="0"/>
                  </a:moveTo>
                  <a:cubicBezTo>
                    <a:pt x="308" y="308"/>
                    <a:pt x="0" y="674"/>
                    <a:pt x="0" y="674"/>
                  </a:cubicBezTo>
                  <a:cubicBezTo>
                    <a:pt x="0" y="674"/>
                    <a:pt x="37" y="791"/>
                    <a:pt x="1223" y="1011"/>
                  </a:cubicBezTo>
                  <a:cubicBezTo>
                    <a:pt x="1318" y="674"/>
                    <a:pt x="1318" y="308"/>
                    <a:pt x="11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4" name="Google Shape;864;p45"/>
            <p:cNvSpPr/>
            <p:nvPr/>
          </p:nvSpPr>
          <p:spPr>
            <a:xfrm>
              <a:off x="5897136" y="4321729"/>
              <a:ext cx="118197" cy="92928"/>
            </a:xfrm>
            <a:custGeom>
              <a:avLst/>
              <a:gdLst/>
              <a:ahLst/>
              <a:cxnLst/>
              <a:rect l="l" t="t" r="r" b="b"/>
              <a:pathLst>
                <a:path w="1436" h="1129" extrusionOk="0">
                  <a:moveTo>
                    <a:pt x="1194" y="118"/>
                  </a:moveTo>
                  <a:cubicBezTo>
                    <a:pt x="1282" y="396"/>
                    <a:pt x="1312" y="704"/>
                    <a:pt x="1224" y="1004"/>
                  </a:cubicBezTo>
                  <a:cubicBezTo>
                    <a:pt x="521" y="850"/>
                    <a:pt x="242" y="762"/>
                    <a:pt x="155" y="733"/>
                  </a:cubicBezTo>
                  <a:cubicBezTo>
                    <a:pt x="279" y="608"/>
                    <a:pt x="579" y="367"/>
                    <a:pt x="1194" y="118"/>
                  </a:cubicBezTo>
                  <a:close/>
                  <a:moveTo>
                    <a:pt x="1224" y="1"/>
                  </a:moveTo>
                  <a:cubicBezTo>
                    <a:pt x="338" y="337"/>
                    <a:pt x="30" y="667"/>
                    <a:pt x="30" y="704"/>
                  </a:cubicBezTo>
                  <a:cubicBezTo>
                    <a:pt x="1" y="704"/>
                    <a:pt x="1" y="733"/>
                    <a:pt x="1" y="762"/>
                  </a:cubicBezTo>
                  <a:cubicBezTo>
                    <a:pt x="30" y="887"/>
                    <a:pt x="704" y="1033"/>
                    <a:pt x="1253" y="1128"/>
                  </a:cubicBezTo>
                  <a:lnTo>
                    <a:pt x="1282" y="1128"/>
                  </a:lnTo>
                  <a:cubicBezTo>
                    <a:pt x="1312" y="1128"/>
                    <a:pt x="1312" y="1128"/>
                    <a:pt x="1341" y="1099"/>
                  </a:cubicBezTo>
                  <a:cubicBezTo>
                    <a:pt x="1436" y="733"/>
                    <a:pt x="1436" y="367"/>
                    <a:pt x="1282" y="30"/>
                  </a:cubicBezTo>
                  <a:cubicBezTo>
                    <a:pt x="1282" y="1"/>
                    <a:pt x="1253" y="1"/>
                    <a:pt x="1224"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5" name="Google Shape;865;p45"/>
            <p:cNvSpPr/>
            <p:nvPr/>
          </p:nvSpPr>
          <p:spPr>
            <a:xfrm>
              <a:off x="5997803" y="4298846"/>
              <a:ext cx="306276" cy="134083"/>
            </a:xfrm>
            <a:custGeom>
              <a:avLst/>
              <a:gdLst/>
              <a:ahLst/>
              <a:cxnLst/>
              <a:rect l="l" t="t" r="r" b="b"/>
              <a:pathLst>
                <a:path w="3720" h="1629" extrusionOk="0">
                  <a:moveTo>
                    <a:pt x="1187" y="0"/>
                  </a:moveTo>
                  <a:cubicBezTo>
                    <a:pt x="704" y="96"/>
                    <a:pt x="337" y="213"/>
                    <a:pt x="1" y="337"/>
                  </a:cubicBezTo>
                  <a:cubicBezTo>
                    <a:pt x="154" y="645"/>
                    <a:pt x="154" y="1011"/>
                    <a:pt x="59" y="1348"/>
                  </a:cubicBezTo>
                  <a:cubicBezTo>
                    <a:pt x="367" y="1406"/>
                    <a:pt x="733" y="1465"/>
                    <a:pt x="1216" y="1531"/>
                  </a:cubicBezTo>
                  <a:cubicBezTo>
                    <a:pt x="1711" y="1601"/>
                    <a:pt x="2106" y="1629"/>
                    <a:pt x="2422" y="1629"/>
                  </a:cubicBezTo>
                  <a:cubicBezTo>
                    <a:pt x="3585" y="1629"/>
                    <a:pt x="3662" y="1253"/>
                    <a:pt x="3662" y="1253"/>
                  </a:cubicBezTo>
                  <a:cubicBezTo>
                    <a:pt x="3720" y="674"/>
                    <a:pt x="3596" y="308"/>
                    <a:pt x="3596" y="279"/>
                  </a:cubicBezTo>
                  <a:cubicBezTo>
                    <a:pt x="3319" y="406"/>
                    <a:pt x="3033" y="455"/>
                    <a:pt x="2758" y="455"/>
                  </a:cubicBezTo>
                  <a:cubicBezTo>
                    <a:pt x="1916" y="455"/>
                    <a:pt x="1187" y="0"/>
                    <a:pt x="1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6" name="Google Shape;866;p45"/>
            <p:cNvSpPr/>
            <p:nvPr/>
          </p:nvSpPr>
          <p:spPr>
            <a:xfrm>
              <a:off x="5992370" y="4293990"/>
              <a:ext cx="316482" cy="142972"/>
            </a:xfrm>
            <a:custGeom>
              <a:avLst/>
              <a:gdLst/>
              <a:ahLst/>
              <a:cxnLst/>
              <a:rect l="l" t="t" r="r" b="b"/>
              <a:pathLst>
                <a:path w="3845" h="1737" extrusionOk="0">
                  <a:moveTo>
                    <a:pt x="1253" y="125"/>
                  </a:moveTo>
                  <a:cubicBezTo>
                    <a:pt x="1368" y="213"/>
                    <a:pt x="2025" y="577"/>
                    <a:pt x="2807" y="577"/>
                  </a:cubicBezTo>
                  <a:cubicBezTo>
                    <a:pt x="3073" y="577"/>
                    <a:pt x="3354" y="535"/>
                    <a:pt x="3633" y="425"/>
                  </a:cubicBezTo>
                  <a:cubicBezTo>
                    <a:pt x="3662" y="579"/>
                    <a:pt x="3728" y="887"/>
                    <a:pt x="3662" y="1312"/>
                  </a:cubicBezTo>
                  <a:cubicBezTo>
                    <a:pt x="3662" y="1312"/>
                    <a:pt x="3555" y="1633"/>
                    <a:pt x="2520" y="1633"/>
                  </a:cubicBezTo>
                  <a:cubicBezTo>
                    <a:pt x="2202" y="1633"/>
                    <a:pt x="1798" y="1603"/>
                    <a:pt x="1282" y="1524"/>
                  </a:cubicBezTo>
                  <a:cubicBezTo>
                    <a:pt x="887" y="1465"/>
                    <a:pt x="521" y="1407"/>
                    <a:pt x="184" y="1370"/>
                  </a:cubicBezTo>
                  <a:cubicBezTo>
                    <a:pt x="279" y="1041"/>
                    <a:pt x="250" y="733"/>
                    <a:pt x="155" y="425"/>
                  </a:cubicBezTo>
                  <a:cubicBezTo>
                    <a:pt x="491" y="308"/>
                    <a:pt x="857" y="213"/>
                    <a:pt x="1253" y="125"/>
                  </a:cubicBezTo>
                  <a:close/>
                  <a:moveTo>
                    <a:pt x="1253" y="1"/>
                  </a:moveTo>
                  <a:cubicBezTo>
                    <a:pt x="799" y="89"/>
                    <a:pt x="403" y="213"/>
                    <a:pt x="67" y="338"/>
                  </a:cubicBezTo>
                  <a:cubicBezTo>
                    <a:pt x="37" y="338"/>
                    <a:pt x="37" y="338"/>
                    <a:pt x="37" y="367"/>
                  </a:cubicBezTo>
                  <a:cubicBezTo>
                    <a:pt x="1" y="367"/>
                    <a:pt x="1" y="396"/>
                    <a:pt x="37" y="425"/>
                  </a:cubicBezTo>
                  <a:cubicBezTo>
                    <a:pt x="155" y="704"/>
                    <a:pt x="155" y="1070"/>
                    <a:pt x="67" y="1407"/>
                  </a:cubicBezTo>
                  <a:lnTo>
                    <a:pt x="67" y="1436"/>
                  </a:lnTo>
                  <a:cubicBezTo>
                    <a:pt x="67" y="1465"/>
                    <a:pt x="96" y="1465"/>
                    <a:pt x="96" y="1465"/>
                  </a:cubicBezTo>
                  <a:cubicBezTo>
                    <a:pt x="433" y="1524"/>
                    <a:pt x="828" y="1590"/>
                    <a:pt x="1253" y="1648"/>
                  </a:cubicBezTo>
                  <a:cubicBezTo>
                    <a:pt x="1773" y="1736"/>
                    <a:pt x="2168" y="1736"/>
                    <a:pt x="2505" y="1736"/>
                  </a:cubicBezTo>
                  <a:cubicBezTo>
                    <a:pt x="3662" y="1736"/>
                    <a:pt x="3786" y="1407"/>
                    <a:pt x="3786" y="1341"/>
                  </a:cubicBezTo>
                  <a:cubicBezTo>
                    <a:pt x="3845" y="887"/>
                    <a:pt x="3786" y="550"/>
                    <a:pt x="3757" y="425"/>
                  </a:cubicBezTo>
                  <a:cubicBezTo>
                    <a:pt x="3757" y="396"/>
                    <a:pt x="3728" y="367"/>
                    <a:pt x="3728" y="367"/>
                  </a:cubicBezTo>
                  <a:lnTo>
                    <a:pt x="3728" y="308"/>
                  </a:lnTo>
                  <a:cubicBezTo>
                    <a:pt x="3713" y="290"/>
                    <a:pt x="3697" y="281"/>
                    <a:pt x="3684" y="281"/>
                  </a:cubicBezTo>
                  <a:cubicBezTo>
                    <a:pt x="3671" y="281"/>
                    <a:pt x="3662" y="290"/>
                    <a:pt x="3662" y="308"/>
                  </a:cubicBezTo>
                  <a:cubicBezTo>
                    <a:pt x="3390" y="425"/>
                    <a:pt x="3111" y="469"/>
                    <a:pt x="2845" y="469"/>
                  </a:cubicBezTo>
                  <a:cubicBezTo>
                    <a:pt x="2004" y="469"/>
                    <a:pt x="1282" y="30"/>
                    <a:pt x="1282" y="30"/>
                  </a:cubicBezTo>
                  <a:cubicBezTo>
                    <a:pt x="1282" y="1"/>
                    <a:pt x="1253" y="1"/>
                    <a:pt x="125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7" name="Google Shape;867;p45"/>
            <p:cNvSpPr/>
            <p:nvPr/>
          </p:nvSpPr>
          <p:spPr>
            <a:xfrm>
              <a:off x="5897136" y="4381981"/>
              <a:ext cx="402084" cy="58522"/>
            </a:xfrm>
            <a:custGeom>
              <a:avLst/>
              <a:gdLst/>
              <a:ahLst/>
              <a:cxnLst/>
              <a:rect l="l" t="t" r="r" b="b"/>
              <a:pathLst>
                <a:path w="4885" h="711" extrusionOk="0">
                  <a:moveTo>
                    <a:pt x="59" y="1"/>
                  </a:moveTo>
                  <a:cubicBezTo>
                    <a:pt x="1" y="155"/>
                    <a:pt x="30" y="243"/>
                    <a:pt x="30" y="243"/>
                  </a:cubicBezTo>
                  <a:cubicBezTo>
                    <a:pt x="30" y="243"/>
                    <a:pt x="279" y="521"/>
                    <a:pt x="2293" y="667"/>
                  </a:cubicBezTo>
                  <a:cubicBezTo>
                    <a:pt x="2757" y="699"/>
                    <a:pt x="3149" y="711"/>
                    <a:pt x="3474" y="711"/>
                  </a:cubicBezTo>
                  <a:cubicBezTo>
                    <a:pt x="4432" y="711"/>
                    <a:pt x="4819" y="609"/>
                    <a:pt x="4819" y="609"/>
                  </a:cubicBezTo>
                  <a:cubicBezTo>
                    <a:pt x="4856" y="484"/>
                    <a:pt x="4885" y="367"/>
                    <a:pt x="4885" y="243"/>
                  </a:cubicBezTo>
                  <a:lnTo>
                    <a:pt x="4885" y="243"/>
                  </a:lnTo>
                  <a:cubicBezTo>
                    <a:pt x="4454" y="329"/>
                    <a:pt x="3834" y="408"/>
                    <a:pt x="3076" y="408"/>
                  </a:cubicBezTo>
                  <a:cubicBezTo>
                    <a:pt x="2222" y="408"/>
                    <a:pt x="1192" y="307"/>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8" name="Google Shape;868;p45"/>
            <p:cNvSpPr/>
            <p:nvPr/>
          </p:nvSpPr>
          <p:spPr>
            <a:xfrm>
              <a:off x="5892362" y="4376548"/>
              <a:ext cx="411715" cy="68235"/>
            </a:xfrm>
            <a:custGeom>
              <a:avLst/>
              <a:gdLst/>
              <a:ahLst/>
              <a:cxnLst/>
              <a:rect l="l" t="t" r="r" b="b"/>
              <a:pathLst>
                <a:path w="5002" h="829" extrusionOk="0">
                  <a:moveTo>
                    <a:pt x="154" y="125"/>
                  </a:moveTo>
                  <a:cubicBezTo>
                    <a:pt x="1328" y="432"/>
                    <a:pt x="2378" y="529"/>
                    <a:pt x="3236" y="529"/>
                  </a:cubicBezTo>
                  <a:cubicBezTo>
                    <a:pt x="3914" y="529"/>
                    <a:pt x="4473" y="468"/>
                    <a:pt x="4877" y="404"/>
                  </a:cubicBezTo>
                  <a:lnTo>
                    <a:pt x="4877" y="404"/>
                  </a:lnTo>
                  <a:cubicBezTo>
                    <a:pt x="4848" y="462"/>
                    <a:pt x="4848" y="550"/>
                    <a:pt x="4818" y="645"/>
                  </a:cubicBezTo>
                  <a:cubicBezTo>
                    <a:pt x="4714" y="665"/>
                    <a:pt x="4343" y="729"/>
                    <a:pt x="3631" y="729"/>
                  </a:cubicBezTo>
                  <a:cubicBezTo>
                    <a:pt x="3293" y="729"/>
                    <a:pt x="2879" y="715"/>
                    <a:pt x="2380" y="675"/>
                  </a:cubicBezTo>
                  <a:cubicBezTo>
                    <a:pt x="637" y="550"/>
                    <a:pt x="213" y="338"/>
                    <a:pt x="154" y="279"/>
                  </a:cubicBezTo>
                  <a:lnTo>
                    <a:pt x="154" y="125"/>
                  </a:lnTo>
                  <a:close/>
                  <a:moveTo>
                    <a:pt x="154" y="1"/>
                  </a:moveTo>
                  <a:cubicBezTo>
                    <a:pt x="117" y="1"/>
                    <a:pt x="88" y="1"/>
                    <a:pt x="59" y="38"/>
                  </a:cubicBezTo>
                  <a:cubicBezTo>
                    <a:pt x="0" y="184"/>
                    <a:pt x="30" y="309"/>
                    <a:pt x="30" y="309"/>
                  </a:cubicBezTo>
                  <a:lnTo>
                    <a:pt x="30" y="338"/>
                  </a:lnTo>
                  <a:cubicBezTo>
                    <a:pt x="59" y="367"/>
                    <a:pt x="366" y="645"/>
                    <a:pt x="2351" y="799"/>
                  </a:cubicBezTo>
                  <a:cubicBezTo>
                    <a:pt x="2834" y="828"/>
                    <a:pt x="3266" y="828"/>
                    <a:pt x="3596" y="828"/>
                  </a:cubicBezTo>
                  <a:cubicBezTo>
                    <a:pt x="4482" y="828"/>
                    <a:pt x="4877" y="733"/>
                    <a:pt x="4877" y="733"/>
                  </a:cubicBezTo>
                  <a:cubicBezTo>
                    <a:pt x="4914" y="733"/>
                    <a:pt x="4943" y="704"/>
                    <a:pt x="4943" y="704"/>
                  </a:cubicBezTo>
                  <a:cubicBezTo>
                    <a:pt x="4972" y="587"/>
                    <a:pt x="5001" y="462"/>
                    <a:pt x="5001" y="338"/>
                  </a:cubicBezTo>
                  <a:lnTo>
                    <a:pt x="5001" y="279"/>
                  </a:lnTo>
                  <a:cubicBezTo>
                    <a:pt x="4982" y="279"/>
                    <a:pt x="4962" y="266"/>
                    <a:pt x="4952" y="266"/>
                  </a:cubicBezTo>
                  <a:cubicBezTo>
                    <a:pt x="4946" y="266"/>
                    <a:pt x="4943" y="269"/>
                    <a:pt x="4943" y="279"/>
                  </a:cubicBezTo>
                  <a:cubicBezTo>
                    <a:pt x="4531" y="337"/>
                    <a:pt x="3927" y="408"/>
                    <a:pt x="3185" y="408"/>
                  </a:cubicBezTo>
                  <a:cubicBezTo>
                    <a:pt x="2331" y="408"/>
                    <a:pt x="1294" y="314"/>
                    <a:pt x="154"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69" name="Google Shape;869;p45"/>
            <p:cNvSpPr/>
            <p:nvPr/>
          </p:nvSpPr>
          <p:spPr>
            <a:xfrm>
              <a:off x="6037559" y="4310452"/>
              <a:ext cx="33253" cy="63790"/>
            </a:xfrm>
            <a:custGeom>
              <a:avLst/>
              <a:gdLst/>
              <a:ahLst/>
              <a:cxnLst/>
              <a:rect l="l" t="t" r="r" b="b"/>
              <a:pathLst>
                <a:path w="402" h="775" extrusionOk="0">
                  <a:moveTo>
                    <a:pt x="28" y="0"/>
                  </a:moveTo>
                  <a:cubicBezTo>
                    <a:pt x="17" y="0"/>
                    <a:pt x="1" y="13"/>
                    <a:pt x="1" y="13"/>
                  </a:cubicBezTo>
                  <a:lnTo>
                    <a:pt x="1" y="42"/>
                  </a:lnTo>
                  <a:cubicBezTo>
                    <a:pt x="1" y="42"/>
                    <a:pt x="338" y="291"/>
                    <a:pt x="279" y="745"/>
                  </a:cubicBezTo>
                  <a:lnTo>
                    <a:pt x="279" y="775"/>
                  </a:lnTo>
                  <a:lnTo>
                    <a:pt x="308" y="775"/>
                  </a:lnTo>
                  <a:lnTo>
                    <a:pt x="338" y="745"/>
                  </a:lnTo>
                  <a:cubicBezTo>
                    <a:pt x="404" y="255"/>
                    <a:pt x="67" y="13"/>
                    <a:pt x="38" y="13"/>
                  </a:cubicBezTo>
                  <a:cubicBezTo>
                    <a:pt x="38" y="3"/>
                    <a:pt x="33" y="0"/>
                    <a:pt x="2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0" name="Google Shape;870;p45"/>
            <p:cNvSpPr/>
            <p:nvPr/>
          </p:nvSpPr>
          <p:spPr>
            <a:xfrm>
              <a:off x="6073117" y="4301233"/>
              <a:ext cx="27821" cy="65766"/>
            </a:xfrm>
            <a:custGeom>
              <a:avLst/>
              <a:gdLst/>
              <a:ahLst/>
              <a:cxnLst/>
              <a:rect l="l" t="t" r="r" b="b"/>
              <a:pathLst>
                <a:path w="338" h="799" extrusionOk="0">
                  <a:moveTo>
                    <a:pt x="1" y="1"/>
                  </a:moveTo>
                  <a:lnTo>
                    <a:pt x="1" y="67"/>
                  </a:lnTo>
                  <a:cubicBezTo>
                    <a:pt x="1" y="67"/>
                    <a:pt x="272" y="250"/>
                    <a:pt x="243" y="770"/>
                  </a:cubicBezTo>
                  <a:lnTo>
                    <a:pt x="272" y="799"/>
                  </a:lnTo>
                  <a:cubicBezTo>
                    <a:pt x="301" y="799"/>
                    <a:pt x="301" y="770"/>
                    <a:pt x="301" y="770"/>
                  </a:cubicBezTo>
                  <a:cubicBezTo>
                    <a:pt x="338" y="250"/>
                    <a:pt x="60" y="37"/>
                    <a:pt x="3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1" name="Google Shape;871;p45"/>
            <p:cNvSpPr/>
            <p:nvPr/>
          </p:nvSpPr>
          <p:spPr>
            <a:xfrm>
              <a:off x="6073117" y="4266251"/>
              <a:ext cx="32677" cy="53172"/>
            </a:xfrm>
            <a:custGeom>
              <a:avLst/>
              <a:gdLst/>
              <a:ahLst/>
              <a:cxnLst/>
              <a:rect l="l" t="t" r="r" b="b"/>
              <a:pathLst>
                <a:path w="397" h="646" extrusionOk="0">
                  <a:moveTo>
                    <a:pt x="213" y="60"/>
                  </a:moveTo>
                  <a:cubicBezTo>
                    <a:pt x="243" y="60"/>
                    <a:pt x="272" y="60"/>
                    <a:pt x="272" y="96"/>
                  </a:cubicBezTo>
                  <a:cubicBezTo>
                    <a:pt x="301" y="184"/>
                    <a:pt x="243" y="396"/>
                    <a:pt x="184" y="550"/>
                  </a:cubicBezTo>
                  <a:cubicBezTo>
                    <a:pt x="118" y="396"/>
                    <a:pt x="60" y="184"/>
                    <a:pt x="155" y="96"/>
                  </a:cubicBezTo>
                  <a:cubicBezTo>
                    <a:pt x="155" y="60"/>
                    <a:pt x="184" y="60"/>
                    <a:pt x="213" y="60"/>
                  </a:cubicBezTo>
                  <a:close/>
                  <a:moveTo>
                    <a:pt x="213" y="1"/>
                  </a:moveTo>
                  <a:cubicBezTo>
                    <a:pt x="155" y="1"/>
                    <a:pt x="118" y="30"/>
                    <a:pt x="89" y="60"/>
                  </a:cubicBezTo>
                  <a:cubicBezTo>
                    <a:pt x="1" y="184"/>
                    <a:pt x="118" y="579"/>
                    <a:pt x="155" y="645"/>
                  </a:cubicBezTo>
                  <a:lnTo>
                    <a:pt x="184" y="645"/>
                  </a:lnTo>
                  <a:cubicBezTo>
                    <a:pt x="213" y="579"/>
                    <a:pt x="396" y="213"/>
                    <a:pt x="301" y="60"/>
                  </a:cubicBezTo>
                  <a:cubicBezTo>
                    <a:pt x="301" y="30"/>
                    <a:pt x="272" y="1"/>
                    <a:pt x="21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2" name="Google Shape;872;p45"/>
            <p:cNvSpPr/>
            <p:nvPr/>
          </p:nvSpPr>
          <p:spPr>
            <a:xfrm>
              <a:off x="6085793" y="4291438"/>
              <a:ext cx="50127" cy="30372"/>
            </a:xfrm>
            <a:custGeom>
              <a:avLst/>
              <a:gdLst/>
              <a:ahLst/>
              <a:cxnLst/>
              <a:rect l="l" t="t" r="r" b="b"/>
              <a:pathLst>
                <a:path w="609" h="369" extrusionOk="0">
                  <a:moveTo>
                    <a:pt x="484" y="61"/>
                  </a:moveTo>
                  <a:cubicBezTo>
                    <a:pt x="513" y="61"/>
                    <a:pt x="513" y="90"/>
                    <a:pt x="550" y="120"/>
                  </a:cubicBezTo>
                  <a:lnTo>
                    <a:pt x="550" y="186"/>
                  </a:lnTo>
                  <a:cubicBezTo>
                    <a:pt x="484" y="273"/>
                    <a:pt x="242" y="303"/>
                    <a:pt x="89" y="303"/>
                  </a:cubicBezTo>
                  <a:cubicBezTo>
                    <a:pt x="184" y="215"/>
                    <a:pt x="367" y="61"/>
                    <a:pt x="484" y="61"/>
                  </a:cubicBezTo>
                  <a:close/>
                  <a:moveTo>
                    <a:pt x="458" y="0"/>
                  </a:moveTo>
                  <a:cubicBezTo>
                    <a:pt x="276" y="0"/>
                    <a:pt x="29" y="275"/>
                    <a:pt x="1" y="303"/>
                  </a:cubicBezTo>
                  <a:lnTo>
                    <a:pt x="1" y="339"/>
                  </a:lnTo>
                  <a:lnTo>
                    <a:pt x="1" y="369"/>
                  </a:lnTo>
                  <a:cubicBezTo>
                    <a:pt x="59" y="369"/>
                    <a:pt x="484" y="369"/>
                    <a:pt x="579" y="215"/>
                  </a:cubicBezTo>
                  <a:cubicBezTo>
                    <a:pt x="608" y="186"/>
                    <a:pt x="608" y="156"/>
                    <a:pt x="579" y="90"/>
                  </a:cubicBezTo>
                  <a:cubicBezTo>
                    <a:pt x="579" y="32"/>
                    <a:pt x="550" y="3"/>
                    <a:pt x="484" y="3"/>
                  </a:cubicBezTo>
                  <a:cubicBezTo>
                    <a:pt x="475" y="1"/>
                    <a:pt x="467" y="0"/>
                    <a:pt x="45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3" name="Google Shape;873;p45"/>
            <p:cNvSpPr/>
            <p:nvPr/>
          </p:nvSpPr>
          <p:spPr>
            <a:xfrm>
              <a:off x="6138226" y="3544379"/>
              <a:ext cx="316564" cy="717002"/>
            </a:xfrm>
            <a:custGeom>
              <a:avLst/>
              <a:gdLst/>
              <a:ahLst/>
              <a:cxnLst/>
              <a:rect l="l" t="t" r="r" b="b"/>
              <a:pathLst>
                <a:path w="3846" h="8711" extrusionOk="0">
                  <a:moveTo>
                    <a:pt x="1689" y="1"/>
                  </a:moveTo>
                  <a:cubicBezTo>
                    <a:pt x="858" y="1"/>
                    <a:pt x="152" y="662"/>
                    <a:pt x="125" y="1544"/>
                  </a:cubicBezTo>
                  <a:cubicBezTo>
                    <a:pt x="125" y="4378"/>
                    <a:pt x="1" y="8500"/>
                    <a:pt x="1" y="8500"/>
                  </a:cubicBezTo>
                  <a:cubicBezTo>
                    <a:pt x="1" y="8500"/>
                    <a:pt x="513" y="8710"/>
                    <a:pt x="1663" y="8710"/>
                  </a:cubicBezTo>
                  <a:cubicBezTo>
                    <a:pt x="1887" y="8710"/>
                    <a:pt x="2136" y="8702"/>
                    <a:pt x="2410" y="8683"/>
                  </a:cubicBezTo>
                  <a:lnTo>
                    <a:pt x="3757" y="1785"/>
                  </a:lnTo>
                  <a:cubicBezTo>
                    <a:pt x="3845" y="929"/>
                    <a:pt x="2805" y="138"/>
                    <a:pt x="1985" y="13"/>
                  </a:cubicBezTo>
                  <a:lnTo>
                    <a:pt x="1890" y="13"/>
                  </a:lnTo>
                  <a:cubicBezTo>
                    <a:pt x="1822" y="5"/>
                    <a:pt x="1755" y="1"/>
                    <a:pt x="168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4" name="Google Shape;874;p45"/>
            <p:cNvSpPr/>
            <p:nvPr/>
          </p:nvSpPr>
          <p:spPr>
            <a:xfrm>
              <a:off x="6135839" y="3992647"/>
              <a:ext cx="7326" cy="256231"/>
            </a:xfrm>
            <a:custGeom>
              <a:avLst/>
              <a:gdLst/>
              <a:ahLst/>
              <a:cxnLst/>
              <a:rect l="l" t="t" r="r" b="b"/>
              <a:pathLst>
                <a:path w="89" h="3113" extrusionOk="0">
                  <a:moveTo>
                    <a:pt x="88" y="1"/>
                  </a:moveTo>
                  <a:lnTo>
                    <a:pt x="88" y="1"/>
                  </a:lnTo>
                  <a:cubicBezTo>
                    <a:pt x="59" y="1677"/>
                    <a:pt x="0" y="3054"/>
                    <a:pt x="0" y="3054"/>
                  </a:cubicBezTo>
                  <a:lnTo>
                    <a:pt x="0" y="3083"/>
                  </a:lnTo>
                  <a:lnTo>
                    <a:pt x="30" y="3083"/>
                  </a:lnTo>
                  <a:cubicBezTo>
                    <a:pt x="30" y="3083"/>
                    <a:pt x="59" y="3083"/>
                    <a:pt x="88" y="3113"/>
                  </a:cubicBezTo>
                  <a:lnTo>
                    <a:pt x="88" y="3083"/>
                  </a:lnTo>
                  <a:cubicBezTo>
                    <a:pt x="59" y="3054"/>
                    <a:pt x="30" y="3054"/>
                    <a:pt x="30" y="3054"/>
                  </a:cubicBezTo>
                  <a:cubicBezTo>
                    <a:pt x="30" y="3054"/>
                    <a:pt x="59" y="1707"/>
                    <a:pt x="88" y="1"/>
                  </a:cubicBez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5" name="Google Shape;875;p45"/>
            <p:cNvSpPr/>
            <p:nvPr/>
          </p:nvSpPr>
          <p:spPr>
            <a:xfrm>
              <a:off x="6153289" y="4248801"/>
              <a:ext cx="35064" cy="7326"/>
            </a:xfrm>
            <a:custGeom>
              <a:avLst/>
              <a:gdLst/>
              <a:ahLst/>
              <a:cxnLst/>
              <a:rect l="l" t="t" r="r" b="b"/>
              <a:pathLst>
                <a:path w="426" h="89" extrusionOk="0">
                  <a:moveTo>
                    <a:pt x="1" y="1"/>
                  </a:moveTo>
                  <a:lnTo>
                    <a:pt x="1" y="30"/>
                  </a:lnTo>
                  <a:cubicBezTo>
                    <a:pt x="96" y="59"/>
                    <a:pt x="242" y="88"/>
                    <a:pt x="426" y="88"/>
                  </a:cubicBezTo>
                  <a:cubicBezTo>
                    <a:pt x="242" y="59"/>
                    <a:pt x="96" y="30"/>
                    <a:pt x="1" y="1"/>
                  </a:cubicBez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6" name="Google Shape;876;p45"/>
            <p:cNvSpPr/>
            <p:nvPr/>
          </p:nvSpPr>
          <p:spPr>
            <a:xfrm>
              <a:off x="6143082" y="4246414"/>
              <a:ext cx="10289" cy="4856"/>
            </a:xfrm>
            <a:custGeom>
              <a:avLst/>
              <a:gdLst/>
              <a:ahLst/>
              <a:cxnLst/>
              <a:rect l="l" t="t" r="r" b="b"/>
              <a:pathLst>
                <a:path w="125" h="59" extrusionOk="0">
                  <a:moveTo>
                    <a:pt x="0" y="0"/>
                  </a:moveTo>
                  <a:lnTo>
                    <a:pt x="0" y="30"/>
                  </a:lnTo>
                  <a:cubicBezTo>
                    <a:pt x="37" y="30"/>
                    <a:pt x="66" y="30"/>
                    <a:pt x="125" y="59"/>
                  </a:cubicBezTo>
                  <a:lnTo>
                    <a:pt x="125" y="30"/>
                  </a:lnTo>
                  <a:cubicBezTo>
                    <a:pt x="66" y="0"/>
                    <a:pt x="37" y="0"/>
                    <a:pt x="0" y="0"/>
                  </a:cubicBezTo>
                  <a:close/>
                </a:path>
              </a:pathLst>
            </a:custGeom>
            <a:solidFill>
              <a:srgbClr val="1B131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7" name="Google Shape;877;p45"/>
            <p:cNvSpPr/>
            <p:nvPr/>
          </p:nvSpPr>
          <p:spPr>
            <a:xfrm>
              <a:off x="6138226" y="3992647"/>
              <a:ext cx="50127" cy="263474"/>
            </a:xfrm>
            <a:custGeom>
              <a:avLst/>
              <a:gdLst/>
              <a:ahLst/>
              <a:cxnLst/>
              <a:rect l="l" t="t" r="r" b="b"/>
              <a:pathLst>
                <a:path w="609" h="3201" extrusionOk="0">
                  <a:moveTo>
                    <a:pt x="59" y="1"/>
                  </a:moveTo>
                  <a:cubicBezTo>
                    <a:pt x="30" y="1707"/>
                    <a:pt x="1" y="3054"/>
                    <a:pt x="1" y="3054"/>
                  </a:cubicBezTo>
                  <a:cubicBezTo>
                    <a:pt x="1" y="3054"/>
                    <a:pt x="30" y="3054"/>
                    <a:pt x="59" y="3083"/>
                  </a:cubicBezTo>
                  <a:cubicBezTo>
                    <a:pt x="96" y="3083"/>
                    <a:pt x="125" y="3083"/>
                    <a:pt x="184" y="3113"/>
                  </a:cubicBezTo>
                  <a:cubicBezTo>
                    <a:pt x="279" y="3142"/>
                    <a:pt x="425" y="3171"/>
                    <a:pt x="609" y="3200"/>
                  </a:cubicBezTo>
                  <a:lnTo>
                    <a:pt x="609" y="3171"/>
                  </a:lnTo>
                  <a:cubicBezTo>
                    <a:pt x="279" y="3113"/>
                    <a:pt x="96" y="3054"/>
                    <a:pt x="30" y="3054"/>
                  </a:cubicBezTo>
                  <a:cubicBezTo>
                    <a:pt x="30" y="2871"/>
                    <a:pt x="59" y="1590"/>
                    <a:pt x="9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8" name="Google Shape;878;p45"/>
            <p:cNvSpPr/>
            <p:nvPr/>
          </p:nvSpPr>
          <p:spPr>
            <a:xfrm>
              <a:off x="6341946" y="4205999"/>
              <a:ext cx="4939" cy="17614"/>
            </a:xfrm>
            <a:custGeom>
              <a:avLst/>
              <a:gdLst/>
              <a:ahLst/>
              <a:cxnLst/>
              <a:rect l="l" t="t" r="r" b="b"/>
              <a:pathLst>
                <a:path w="60" h="214" extrusionOk="0">
                  <a:moveTo>
                    <a:pt x="59" y="1"/>
                  </a:moveTo>
                  <a:lnTo>
                    <a:pt x="1" y="213"/>
                  </a:lnTo>
                  <a:lnTo>
                    <a:pt x="30" y="213"/>
                  </a:lnTo>
                  <a:lnTo>
                    <a:pt x="59" y="59"/>
                  </a:lnTo>
                  <a:lnTo>
                    <a:pt x="59" y="1"/>
                  </a:ln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79" name="Google Shape;879;p45"/>
            <p:cNvSpPr/>
            <p:nvPr/>
          </p:nvSpPr>
          <p:spPr>
            <a:xfrm>
              <a:off x="6341946" y="4201225"/>
              <a:ext cx="4939" cy="22388"/>
            </a:xfrm>
            <a:custGeom>
              <a:avLst/>
              <a:gdLst/>
              <a:ahLst/>
              <a:cxnLst/>
              <a:rect l="l" t="t" r="r" b="b"/>
              <a:pathLst>
                <a:path w="60" h="272" extrusionOk="0">
                  <a:moveTo>
                    <a:pt x="30" y="0"/>
                  </a:moveTo>
                  <a:lnTo>
                    <a:pt x="1" y="271"/>
                  </a:lnTo>
                  <a:lnTo>
                    <a:pt x="59" y="59"/>
                  </a:lnTo>
                  <a:cubicBezTo>
                    <a:pt x="59" y="29"/>
                    <a:pt x="30" y="29"/>
                    <a:pt x="3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0" name="Google Shape;880;p45"/>
            <p:cNvSpPr/>
            <p:nvPr/>
          </p:nvSpPr>
          <p:spPr>
            <a:xfrm>
              <a:off x="6188271" y="3743737"/>
              <a:ext cx="424390" cy="752231"/>
            </a:xfrm>
            <a:custGeom>
              <a:avLst/>
              <a:gdLst/>
              <a:ahLst/>
              <a:cxnLst/>
              <a:rect l="l" t="t" r="r" b="b"/>
              <a:pathLst>
                <a:path w="5156" h="9139" extrusionOk="0">
                  <a:moveTo>
                    <a:pt x="3266" y="0"/>
                  </a:moveTo>
                  <a:cubicBezTo>
                    <a:pt x="2417" y="96"/>
                    <a:pt x="1619" y="308"/>
                    <a:pt x="799" y="520"/>
                  </a:cubicBezTo>
                  <a:cubicBezTo>
                    <a:pt x="1348" y="2929"/>
                    <a:pt x="1985" y="5492"/>
                    <a:pt x="2505" y="6957"/>
                  </a:cubicBezTo>
                  <a:cubicBezTo>
                    <a:pt x="2505" y="6957"/>
                    <a:pt x="1" y="8487"/>
                    <a:pt x="96" y="9007"/>
                  </a:cubicBezTo>
                  <a:cubicBezTo>
                    <a:pt x="120" y="9101"/>
                    <a:pt x="254" y="9139"/>
                    <a:pt x="455" y="9139"/>
                  </a:cubicBezTo>
                  <a:cubicBezTo>
                    <a:pt x="1288" y="9139"/>
                    <a:pt x="3266" y="8487"/>
                    <a:pt x="3266" y="8487"/>
                  </a:cubicBezTo>
                  <a:cubicBezTo>
                    <a:pt x="3266" y="8487"/>
                    <a:pt x="3288" y="8488"/>
                    <a:pt x="3325" y="8488"/>
                  </a:cubicBezTo>
                  <a:cubicBezTo>
                    <a:pt x="3646" y="8488"/>
                    <a:pt x="5156" y="8417"/>
                    <a:pt x="4335" y="7052"/>
                  </a:cubicBezTo>
                  <a:lnTo>
                    <a:pt x="32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1" name="Google Shape;881;p45"/>
            <p:cNvSpPr/>
            <p:nvPr/>
          </p:nvSpPr>
          <p:spPr>
            <a:xfrm>
              <a:off x="6183415" y="3737893"/>
              <a:ext cx="391878" cy="762355"/>
            </a:xfrm>
            <a:custGeom>
              <a:avLst/>
              <a:gdLst/>
              <a:ahLst/>
              <a:cxnLst/>
              <a:rect l="l" t="t" r="r" b="b"/>
              <a:pathLst>
                <a:path w="4761" h="9262" extrusionOk="0">
                  <a:moveTo>
                    <a:pt x="3296" y="137"/>
                  </a:moveTo>
                  <a:lnTo>
                    <a:pt x="4336" y="7123"/>
                  </a:lnTo>
                  <a:lnTo>
                    <a:pt x="4336" y="7152"/>
                  </a:lnTo>
                  <a:cubicBezTo>
                    <a:pt x="4577" y="7548"/>
                    <a:pt x="4636" y="7855"/>
                    <a:pt x="4519" y="8097"/>
                  </a:cubicBezTo>
                  <a:cubicBezTo>
                    <a:pt x="4281" y="8466"/>
                    <a:pt x="3577" y="8493"/>
                    <a:pt x="3378" y="8493"/>
                  </a:cubicBezTo>
                  <a:cubicBezTo>
                    <a:pt x="3345" y="8493"/>
                    <a:pt x="3325" y="8492"/>
                    <a:pt x="3325" y="8492"/>
                  </a:cubicBezTo>
                  <a:lnTo>
                    <a:pt x="3296" y="8492"/>
                  </a:lnTo>
                  <a:cubicBezTo>
                    <a:pt x="2699" y="8704"/>
                    <a:pt x="1203" y="9153"/>
                    <a:pt x="542" y="9153"/>
                  </a:cubicBezTo>
                  <a:cubicBezTo>
                    <a:pt x="425" y="9153"/>
                    <a:pt x="334" y="9139"/>
                    <a:pt x="279" y="9107"/>
                  </a:cubicBezTo>
                  <a:cubicBezTo>
                    <a:pt x="243" y="9078"/>
                    <a:pt x="213" y="9078"/>
                    <a:pt x="213" y="9041"/>
                  </a:cubicBezTo>
                  <a:cubicBezTo>
                    <a:pt x="155" y="8712"/>
                    <a:pt x="1648" y="7672"/>
                    <a:pt x="2593" y="7094"/>
                  </a:cubicBezTo>
                  <a:cubicBezTo>
                    <a:pt x="2622" y="7064"/>
                    <a:pt x="2622" y="7028"/>
                    <a:pt x="2622" y="6998"/>
                  </a:cubicBezTo>
                  <a:cubicBezTo>
                    <a:pt x="2168" y="5783"/>
                    <a:pt x="1619" y="3645"/>
                    <a:pt x="916" y="657"/>
                  </a:cubicBezTo>
                  <a:cubicBezTo>
                    <a:pt x="1678" y="438"/>
                    <a:pt x="2476" y="225"/>
                    <a:pt x="3296" y="137"/>
                  </a:cubicBezTo>
                  <a:close/>
                  <a:moveTo>
                    <a:pt x="3352" y="1"/>
                  </a:moveTo>
                  <a:cubicBezTo>
                    <a:pt x="3343" y="1"/>
                    <a:pt x="3334" y="4"/>
                    <a:pt x="3325" y="13"/>
                  </a:cubicBezTo>
                  <a:cubicBezTo>
                    <a:pt x="2439" y="108"/>
                    <a:pt x="1619" y="320"/>
                    <a:pt x="828" y="533"/>
                  </a:cubicBezTo>
                  <a:cubicBezTo>
                    <a:pt x="792" y="562"/>
                    <a:pt x="792" y="591"/>
                    <a:pt x="792" y="621"/>
                  </a:cubicBezTo>
                  <a:cubicBezTo>
                    <a:pt x="1465" y="3615"/>
                    <a:pt x="2044" y="5746"/>
                    <a:pt x="2505" y="6998"/>
                  </a:cubicBezTo>
                  <a:cubicBezTo>
                    <a:pt x="2073" y="7247"/>
                    <a:pt x="1" y="8558"/>
                    <a:pt x="96" y="9078"/>
                  </a:cubicBezTo>
                  <a:cubicBezTo>
                    <a:pt x="125" y="9137"/>
                    <a:pt x="125" y="9166"/>
                    <a:pt x="213" y="9224"/>
                  </a:cubicBezTo>
                  <a:cubicBezTo>
                    <a:pt x="279" y="9261"/>
                    <a:pt x="396" y="9261"/>
                    <a:pt x="550" y="9261"/>
                  </a:cubicBezTo>
                  <a:cubicBezTo>
                    <a:pt x="1341" y="9261"/>
                    <a:pt x="3054" y="8712"/>
                    <a:pt x="3325" y="8617"/>
                  </a:cubicBezTo>
                  <a:cubicBezTo>
                    <a:pt x="3339" y="8617"/>
                    <a:pt x="3361" y="8617"/>
                    <a:pt x="3391" y="8617"/>
                  </a:cubicBezTo>
                  <a:cubicBezTo>
                    <a:pt x="3634" y="8617"/>
                    <a:pt x="4365" y="8594"/>
                    <a:pt x="4607" y="8163"/>
                  </a:cubicBezTo>
                  <a:cubicBezTo>
                    <a:pt x="4761" y="7884"/>
                    <a:pt x="4731" y="7518"/>
                    <a:pt x="4453" y="7094"/>
                  </a:cubicBezTo>
                  <a:lnTo>
                    <a:pt x="3391" y="42"/>
                  </a:lnTo>
                  <a:cubicBezTo>
                    <a:pt x="3391" y="21"/>
                    <a:pt x="3373" y="1"/>
                    <a:pt x="3352"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2" name="Google Shape;882;p45"/>
            <p:cNvSpPr/>
            <p:nvPr/>
          </p:nvSpPr>
          <p:spPr>
            <a:xfrm>
              <a:off x="6185884" y="4397044"/>
              <a:ext cx="103134" cy="85520"/>
            </a:xfrm>
            <a:custGeom>
              <a:avLst/>
              <a:gdLst/>
              <a:ahLst/>
              <a:cxnLst/>
              <a:rect l="l" t="t" r="r" b="b"/>
              <a:pathLst>
                <a:path w="1253" h="1039" extrusionOk="0">
                  <a:moveTo>
                    <a:pt x="916" y="1"/>
                  </a:moveTo>
                  <a:cubicBezTo>
                    <a:pt x="154" y="579"/>
                    <a:pt x="0" y="1004"/>
                    <a:pt x="0" y="1004"/>
                  </a:cubicBezTo>
                  <a:cubicBezTo>
                    <a:pt x="0" y="1004"/>
                    <a:pt x="24" y="1039"/>
                    <a:pt x="306" y="1039"/>
                  </a:cubicBezTo>
                  <a:cubicBezTo>
                    <a:pt x="490" y="1039"/>
                    <a:pt x="783" y="1024"/>
                    <a:pt x="1252" y="975"/>
                  </a:cubicBezTo>
                  <a:cubicBezTo>
                    <a:pt x="1252" y="609"/>
                    <a:pt x="1128" y="272"/>
                    <a:pt x="9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3" name="Google Shape;883;p45"/>
            <p:cNvSpPr/>
            <p:nvPr/>
          </p:nvSpPr>
          <p:spPr>
            <a:xfrm>
              <a:off x="6178641" y="4392435"/>
              <a:ext cx="115152" cy="95150"/>
            </a:xfrm>
            <a:custGeom>
              <a:avLst/>
              <a:gdLst/>
              <a:ahLst/>
              <a:cxnLst/>
              <a:rect l="l" t="t" r="r" b="b"/>
              <a:pathLst>
                <a:path w="1399" h="1156" extrusionOk="0">
                  <a:moveTo>
                    <a:pt x="974" y="145"/>
                  </a:moveTo>
                  <a:cubicBezTo>
                    <a:pt x="1157" y="394"/>
                    <a:pt x="1252" y="665"/>
                    <a:pt x="1282" y="972"/>
                  </a:cubicBezTo>
                  <a:cubicBezTo>
                    <a:pt x="916" y="1016"/>
                    <a:pt x="663" y="1031"/>
                    <a:pt x="487" y="1031"/>
                  </a:cubicBezTo>
                  <a:cubicBezTo>
                    <a:pt x="312" y="1031"/>
                    <a:pt x="213" y="1016"/>
                    <a:pt x="154" y="1002"/>
                  </a:cubicBezTo>
                  <a:cubicBezTo>
                    <a:pt x="242" y="877"/>
                    <a:pt x="454" y="540"/>
                    <a:pt x="974" y="145"/>
                  </a:cubicBezTo>
                  <a:close/>
                  <a:moveTo>
                    <a:pt x="1004" y="0"/>
                  </a:moveTo>
                  <a:cubicBezTo>
                    <a:pt x="989" y="0"/>
                    <a:pt x="974" y="9"/>
                    <a:pt x="974" y="28"/>
                  </a:cubicBezTo>
                  <a:cubicBezTo>
                    <a:pt x="213" y="577"/>
                    <a:pt x="30" y="1002"/>
                    <a:pt x="30" y="1031"/>
                  </a:cubicBezTo>
                  <a:cubicBezTo>
                    <a:pt x="0" y="1031"/>
                    <a:pt x="30" y="1060"/>
                    <a:pt x="30" y="1089"/>
                  </a:cubicBezTo>
                  <a:cubicBezTo>
                    <a:pt x="59" y="1126"/>
                    <a:pt x="213" y="1155"/>
                    <a:pt x="396" y="1155"/>
                  </a:cubicBezTo>
                  <a:cubicBezTo>
                    <a:pt x="667" y="1155"/>
                    <a:pt x="1033" y="1126"/>
                    <a:pt x="1340" y="1089"/>
                  </a:cubicBezTo>
                  <a:cubicBezTo>
                    <a:pt x="1370" y="1089"/>
                    <a:pt x="1399" y="1060"/>
                    <a:pt x="1399" y="1031"/>
                  </a:cubicBezTo>
                  <a:cubicBezTo>
                    <a:pt x="1399" y="665"/>
                    <a:pt x="1282" y="299"/>
                    <a:pt x="1033" y="28"/>
                  </a:cubicBezTo>
                  <a:cubicBezTo>
                    <a:pt x="1033" y="9"/>
                    <a:pt x="1018" y="0"/>
                    <a:pt x="100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4" name="Google Shape;884;p45"/>
            <p:cNvSpPr/>
            <p:nvPr/>
          </p:nvSpPr>
          <p:spPr>
            <a:xfrm>
              <a:off x="6261199" y="4309053"/>
              <a:ext cx="311708" cy="168242"/>
            </a:xfrm>
            <a:custGeom>
              <a:avLst/>
              <a:gdLst/>
              <a:ahLst/>
              <a:cxnLst/>
              <a:rect l="l" t="t" r="r" b="b"/>
              <a:pathLst>
                <a:path w="3787" h="2044" extrusionOk="0">
                  <a:moveTo>
                    <a:pt x="3420" y="1"/>
                  </a:moveTo>
                  <a:cubicBezTo>
                    <a:pt x="2939" y="418"/>
                    <a:pt x="2331" y="521"/>
                    <a:pt x="1850" y="521"/>
                  </a:cubicBezTo>
                  <a:cubicBezTo>
                    <a:pt x="1386" y="521"/>
                    <a:pt x="1040" y="426"/>
                    <a:pt x="1040" y="426"/>
                  </a:cubicBezTo>
                  <a:cubicBezTo>
                    <a:pt x="616" y="638"/>
                    <a:pt x="279" y="887"/>
                    <a:pt x="1" y="1070"/>
                  </a:cubicBezTo>
                  <a:cubicBezTo>
                    <a:pt x="213" y="1341"/>
                    <a:pt x="337" y="1678"/>
                    <a:pt x="337" y="2044"/>
                  </a:cubicBezTo>
                  <a:cubicBezTo>
                    <a:pt x="645" y="2015"/>
                    <a:pt x="1011" y="1956"/>
                    <a:pt x="1494" y="1890"/>
                  </a:cubicBezTo>
                  <a:cubicBezTo>
                    <a:pt x="3786" y="1524"/>
                    <a:pt x="3757" y="916"/>
                    <a:pt x="3757" y="916"/>
                  </a:cubicBezTo>
                  <a:cubicBezTo>
                    <a:pt x="3662" y="338"/>
                    <a:pt x="3420" y="30"/>
                    <a:pt x="34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5" name="Google Shape;885;p45"/>
            <p:cNvSpPr/>
            <p:nvPr/>
          </p:nvSpPr>
          <p:spPr>
            <a:xfrm>
              <a:off x="6256343" y="4304279"/>
              <a:ext cx="318951" cy="177872"/>
            </a:xfrm>
            <a:custGeom>
              <a:avLst/>
              <a:gdLst/>
              <a:ahLst/>
              <a:cxnLst/>
              <a:rect l="l" t="t" r="r" b="b"/>
              <a:pathLst>
                <a:path w="3875" h="2161" extrusionOk="0">
                  <a:moveTo>
                    <a:pt x="3479" y="147"/>
                  </a:moveTo>
                  <a:cubicBezTo>
                    <a:pt x="3538" y="271"/>
                    <a:pt x="3691" y="549"/>
                    <a:pt x="3750" y="974"/>
                  </a:cubicBezTo>
                  <a:cubicBezTo>
                    <a:pt x="3750" y="974"/>
                    <a:pt x="3721" y="1553"/>
                    <a:pt x="1524" y="1889"/>
                  </a:cubicBezTo>
                  <a:cubicBezTo>
                    <a:pt x="1129" y="1948"/>
                    <a:pt x="762" y="1977"/>
                    <a:pt x="455" y="2014"/>
                  </a:cubicBezTo>
                  <a:cubicBezTo>
                    <a:pt x="426" y="1706"/>
                    <a:pt x="338" y="1399"/>
                    <a:pt x="155" y="1157"/>
                  </a:cubicBezTo>
                  <a:cubicBezTo>
                    <a:pt x="426" y="945"/>
                    <a:pt x="733" y="733"/>
                    <a:pt x="1099" y="549"/>
                  </a:cubicBezTo>
                  <a:cubicBezTo>
                    <a:pt x="1183" y="576"/>
                    <a:pt x="1494" y="647"/>
                    <a:pt x="1894" y="647"/>
                  </a:cubicBezTo>
                  <a:cubicBezTo>
                    <a:pt x="2373" y="647"/>
                    <a:pt x="2980" y="546"/>
                    <a:pt x="3479" y="147"/>
                  </a:cubicBezTo>
                  <a:close/>
                  <a:moveTo>
                    <a:pt x="3450" y="0"/>
                  </a:moveTo>
                  <a:cubicBezTo>
                    <a:pt x="2975" y="411"/>
                    <a:pt x="2367" y="510"/>
                    <a:pt x="1889" y="510"/>
                  </a:cubicBezTo>
                  <a:cubicBezTo>
                    <a:pt x="1446" y="510"/>
                    <a:pt x="1113" y="425"/>
                    <a:pt x="1099" y="425"/>
                  </a:cubicBezTo>
                  <a:lnTo>
                    <a:pt x="1070" y="425"/>
                  </a:lnTo>
                  <a:cubicBezTo>
                    <a:pt x="675" y="637"/>
                    <a:pt x="308" y="850"/>
                    <a:pt x="30" y="1099"/>
                  </a:cubicBezTo>
                  <a:cubicBezTo>
                    <a:pt x="1" y="1099"/>
                    <a:pt x="1" y="1099"/>
                    <a:pt x="1" y="1128"/>
                  </a:cubicBezTo>
                  <a:lnTo>
                    <a:pt x="1" y="1157"/>
                  </a:lnTo>
                  <a:cubicBezTo>
                    <a:pt x="213" y="1428"/>
                    <a:pt x="338" y="1736"/>
                    <a:pt x="338" y="2102"/>
                  </a:cubicBezTo>
                  <a:lnTo>
                    <a:pt x="338" y="2131"/>
                  </a:lnTo>
                  <a:cubicBezTo>
                    <a:pt x="367" y="2160"/>
                    <a:pt x="367" y="2160"/>
                    <a:pt x="396" y="2160"/>
                  </a:cubicBezTo>
                  <a:cubicBezTo>
                    <a:pt x="733" y="2102"/>
                    <a:pt x="1129" y="2073"/>
                    <a:pt x="1553" y="2014"/>
                  </a:cubicBezTo>
                  <a:cubicBezTo>
                    <a:pt x="3845" y="1648"/>
                    <a:pt x="3875" y="1033"/>
                    <a:pt x="3875" y="974"/>
                  </a:cubicBezTo>
                  <a:cubicBezTo>
                    <a:pt x="3787" y="513"/>
                    <a:pt x="3633" y="213"/>
                    <a:pt x="3567" y="88"/>
                  </a:cubicBezTo>
                  <a:cubicBezTo>
                    <a:pt x="3567" y="59"/>
                    <a:pt x="3538" y="59"/>
                    <a:pt x="3538" y="59"/>
                  </a:cubicBezTo>
                  <a:cubicBezTo>
                    <a:pt x="3538" y="30"/>
                    <a:pt x="3538" y="0"/>
                    <a:pt x="350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6" name="Google Shape;886;p45"/>
            <p:cNvSpPr/>
            <p:nvPr/>
          </p:nvSpPr>
          <p:spPr>
            <a:xfrm>
              <a:off x="6183415" y="4384450"/>
              <a:ext cx="389491" cy="118691"/>
            </a:xfrm>
            <a:custGeom>
              <a:avLst/>
              <a:gdLst/>
              <a:ahLst/>
              <a:cxnLst/>
              <a:rect l="l" t="t" r="r" b="b"/>
              <a:pathLst>
                <a:path w="4732" h="1442" extrusionOk="0">
                  <a:moveTo>
                    <a:pt x="4702" y="0"/>
                  </a:moveTo>
                  <a:cubicBezTo>
                    <a:pt x="3845" y="425"/>
                    <a:pt x="2227" y="1069"/>
                    <a:pt x="30" y="1157"/>
                  </a:cubicBezTo>
                  <a:cubicBezTo>
                    <a:pt x="1" y="1282"/>
                    <a:pt x="30" y="1406"/>
                    <a:pt x="30" y="1406"/>
                  </a:cubicBezTo>
                  <a:cubicBezTo>
                    <a:pt x="30" y="1406"/>
                    <a:pt x="96" y="1442"/>
                    <a:pt x="342" y="1442"/>
                  </a:cubicBezTo>
                  <a:cubicBezTo>
                    <a:pt x="651" y="1442"/>
                    <a:pt x="1245" y="1385"/>
                    <a:pt x="2351" y="1128"/>
                  </a:cubicBezTo>
                  <a:cubicBezTo>
                    <a:pt x="4153" y="732"/>
                    <a:pt x="4731" y="366"/>
                    <a:pt x="4731" y="366"/>
                  </a:cubicBezTo>
                  <a:cubicBezTo>
                    <a:pt x="4731" y="242"/>
                    <a:pt x="4731" y="125"/>
                    <a:pt x="4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7" name="Google Shape;887;p45"/>
            <p:cNvSpPr/>
            <p:nvPr/>
          </p:nvSpPr>
          <p:spPr>
            <a:xfrm>
              <a:off x="6178641" y="4379594"/>
              <a:ext cx="399039" cy="127827"/>
            </a:xfrm>
            <a:custGeom>
              <a:avLst/>
              <a:gdLst/>
              <a:ahLst/>
              <a:cxnLst/>
              <a:rect l="l" t="t" r="r" b="b"/>
              <a:pathLst>
                <a:path w="4848" h="1553" extrusionOk="0">
                  <a:moveTo>
                    <a:pt x="4731" y="147"/>
                  </a:moveTo>
                  <a:lnTo>
                    <a:pt x="4731" y="396"/>
                  </a:lnTo>
                  <a:cubicBezTo>
                    <a:pt x="4606" y="455"/>
                    <a:pt x="3932" y="791"/>
                    <a:pt x="2409" y="1128"/>
                  </a:cubicBezTo>
                  <a:cubicBezTo>
                    <a:pt x="1346" y="1375"/>
                    <a:pt x="766" y="1431"/>
                    <a:pt x="459" y="1431"/>
                  </a:cubicBezTo>
                  <a:cubicBezTo>
                    <a:pt x="273" y="1431"/>
                    <a:pt x="187" y="1410"/>
                    <a:pt x="154" y="1399"/>
                  </a:cubicBezTo>
                  <a:cubicBezTo>
                    <a:pt x="154" y="1370"/>
                    <a:pt x="118" y="1341"/>
                    <a:pt x="118" y="1245"/>
                  </a:cubicBezTo>
                  <a:cubicBezTo>
                    <a:pt x="2285" y="1187"/>
                    <a:pt x="3903" y="550"/>
                    <a:pt x="4731" y="147"/>
                  </a:cubicBezTo>
                  <a:close/>
                  <a:moveTo>
                    <a:pt x="4731" y="1"/>
                  </a:moveTo>
                  <a:cubicBezTo>
                    <a:pt x="3962" y="396"/>
                    <a:pt x="2314" y="1062"/>
                    <a:pt x="59" y="1158"/>
                  </a:cubicBezTo>
                  <a:cubicBezTo>
                    <a:pt x="30" y="1158"/>
                    <a:pt x="30" y="1158"/>
                    <a:pt x="30" y="1187"/>
                  </a:cubicBezTo>
                  <a:cubicBezTo>
                    <a:pt x="0" y="1370"/>
                    <a:pt x="30" y="1465"/>
                    <a:pt x="30" y="1465"/>
                  </a:cubicBezTo>
                  <a:lnTo>
                    <a:pt x="59" y="1494"/>
                  </a:lnTo>
                  <a:cubicBezTo>
                    <a:pt x="88" y="1524"/>
                    <a:pt x="183" y="1553"/>
                    <a:pt x="454" y="1553"/>
                  </a:cubicBezTo>
                  <a:cubicBezTo>
                    <a:pt x="762" y="1553"/>
                    <a:pt x="1370" y="1494"/>
                    <a:pt x="2409" y="1245"/>
                  </a:cubicBezTo>
                  <a:cubicBezTo>
                    <a:pt x="4211" y="850"/>
                    <a:pt x="4819" y="484"/>
                    <a:pt x="4819" y="484"/>
                  </a:cubicBezTo>
                  <a:cubicBezTo>
                    <a:pt x="4848" y="455"/>
                    <a:pt x="4848" y="455"/>
                    <a:pt x="4848" y="425"/>
                  </a:cubicBezTo>
                  <a:cubicBezTo>
                    <a:pt x="4848" y="301"/>
                    <a:pt x="4848" y="184"/>
                    <a:pt x="4819" y="59"/>
                  </a:cubicBezTo>
                  <a:cubicBezTo>
                    <a:pt x="4819" y="30"/>
                    <a:pt x="4819" y="30"/>
                    <a:pt x="4789"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8" name="Google Shape;888;p45"/>
            <p:cNvSpPr/>
            <p:nvPr/>
          </p:nvSpPr>
          <p:spPr>
            <a:xfrm>
              <a:off x="6293712" y="4369387"/>
              <a:ext cx="42884" cy="56547"/>
            </a:xfrm>
            <a:custGeom>
              <a:avLst/>
              <a:gdLst/>
              <a:ahLst/>
              <a:cxnLst/>
              <a:rect l="l" t="t" r="r" b="b"/>
              <a:pathLst>
                <a:path w="521" h="687" extrusionOk="0">
                  <a:moveTo>
                    <a:pt x="38" y="0"/>
                  </a:moveTo>
                  <a:lnTo>
                    <a:pt x="1" y="29"/>
                  </a:lnTo>
                  <a:cubicBezTo>
                    <a:pt x="1" y="59"/>
                    <a:pt x="1" y="59"/>
                    <a:pt x="38" y="59"/>
                  </a:cubicBezTo>
                  <a:cubicBezTo>
                    <a:pt x="38" y="59"/>
                    <a:pt x="404" y="212"/>
                    <a:pt x="462" y="674"/>
                  </a:cubicBezTo>
                  <a:cubicBezTo>
                    <a:pt x="462" y="674"/>
                    <a:pt x="475" y="687"/>
                    <a:pt x="484" y="687"/>
                  </a:cubicBezTo>
                  <a:cubicBezTo>
                    <a:pt x="488" y="687"/>
                    <a:pt x="492" y="684"/>
                    <a:pt x="492" y="674"/>
                  </a:cubicBezTo>
                  <a:cubicBezTo>
                    <a:pt x="521" y="674"/>
                    <a:pt x="521" y="674"/>
                    <a:pt x="521" y="637"/>
                  </a:cubicBezTo>
                  <a:cubicBezTo>
                    <a:pt x="462" y="154"/>
                    <a:pt x="38" y="29"/>
                    <a:pt x="3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89" name="Google Shape;889;p45"/>
            <p:cNvSpPr/>
            <p:nvPr/>
          </p:nvSpPr>
          <p:spPr>
            <a:xfrm>
              <a:off x="6323920" y="4351855"/>
              <a:ext cx="42801" cy="54983"/>
            </a:xfrm>
            <a:custGeom>
              <a:avLst/>
              <a:gdLst/>
              <a:ahLst/>
              <a:cxnLst/>
              <a:rect l="l" t="t" r="r" b="b"/>
              <a:pathLst>
                <a:path w="520" h="668" extrusionOk="0">
                  <a:moveTo>
                    <a:pt x="66" y="1"/>
                  </a:moveTo>
                  <a:cubicBezTo>
                    <a:pt x="37" y="1"/>
                    <a:pt x="37" y="1"/>
                    <a:pt x="0" y="30"/>
                  </a:cubicBezTo>
                  <a:cubicBezTo>
                    <a:pt x="0" y="30"/>
                    <a:pt x="0" y="59"/>
                    <a:pt x="37" y="59"/>
                  </a:cubicBezTo>
                  <a:cubicBezTo>
                    <a:pt x="37" y="59"/>
                    <a:pt x="366" y="184"/>
                    <a:pt x="461" y="667"/>
                  </a:cubicBezTo>
                  <a:lnTo>
                    <a:pt x="491" y="667"/>
                  </a:lnTo>
                  <a:cubicBezTo>
                    <a:pt x="520" y="667"/>
                    <a:pt x="520" y="667"/>
                    <a:pt x="520" y="638"/>
                  </a:cubicBezTo>
                  <a:cubicBezTo>
                    <a:pt x="403" y="118"/>
                    <a:pt x="66" y="1"/>
                    <a:pt x="6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0" name="Google Shape;890;p45"/>
            <p:cNvSpPr/>
            <p:nvPr/>
          </p:nvSpPr>
          <p:spPr>
            <a:xfrm>
              <a:off x="6319064" y="4312922"/>
              <a:ext cx="32595" cy="54078"/>
            </a:xfrm>
            <a:custGeom>
              <a:avLst/>
              <a:gdLst/>
              <a:ahLst/>
              <a:cxnLst/>
              <a:rect l="l" t="t" r="r" b="b"/>
              <a:pathLst>
                <a:path w="396" h="657" extrusionOk="0">
                  <a:moveTo>
                    <a:pt x="204" y="62"/>
                  </a:moveTo>
                  <a:cubicBezTo>
                    <a:pt x="213" y="62"/>
                    <a:pt x="213" y="78"/>
                    <a:pt x="213" y="78"/>
                  </a:cubicBezTo>
                  <a:cubicBezTo>
                    <a:pt x="308" y="137"/>
                    <a:pt x="279" y="408"/>
                    <a:pt x="279" y="562"/>
                  </a:cubicBezTo>
                  <a:cubicBezTo>
                    <a:pt x="184" y="444"/>
                    <a:pt x="59" y="225"/>
                    <a:pt x="96" y="108"/>
                  </a:cubicBezTo>
                  <a:cubicBezTo>
                    <a:pt x="125" y="78"/>
                    <a:pt x="125" y="78"/>
                    <a:pt x="154" y="78"/>
                  </a:cubicBezTo>
                  <a:lnTo>
                    <a:pt x="184" y="78"/>
                  </a:lnTo>
                  <a:cubicBezTo>
                    <a:pt x="193" y="66"/>
                    <a:pt x="200" y="62"/>
                    <a:pt x="204" y="62"/>
                  </a:cubicBezTo>
                  <a:close/>
                  <a:moveTo>
                    <a:pt x="199" y="0"/>
                  </a:moveTo>
                  <a:cubicBezTo>
                    <a:pt x="186" y="0"/>
                    <a:pt x="171" y="4"/>
                    <a:pt x="154" y="12"/>
                  </a:cubicBezTo>
                  <a:cubicBezTo>
                    <a:pt x="96" y="12"/>
                    <a:pt x="59" y="42"/>
                    <a:pt x="59" y="108"/>
                  </a:cubicBezTo>
                  <a:cubicBezTo>
                    <a:pt x="0" y="261"/>
                    <a:pt x="242" y="591"/>
                    <a:pt x="279" y="657"/>
                  </a:cubicBezTo>
                  <a:lnTo>
                    <a:pt x="308" y="657"/>
                  </a:lnTo>
                  <a:lnTo>
                    <a:pt x="308" y="628"/>
                  </a:lnTo>
                  <a:cubicBezTo>
                    <a:pt x="308" y="591"/>
                    <a:pt x="396" y="166"/>
                    <a:pt x="279" y="42"/>
                  </a:cubicBezTo>
                  <a:cubicBezTo>
                    <a:pt x="253" y="21"/>
                    <a:pt x="231" y="0"/>
                    <a:pt x="199"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1" name="Google Shape;891;p45"/>
            <p:cNvSpPr/>
            <p:nvPr/>
          </p:nvSpPr>
          <p:spPr>
            <a:xfrm>
              <a:off x="6341946" y="4327985"/>
              <a:ext cx="45271" cy="39015"/>
            </a:xfrm>
            <a:custGeom>
              <a:avLst/>
              <a:gdLst/>
              <a:ahLst/>
              <a:cxnLst/>
              <a:rect l="l" t="t" r="r" b="b"/>
              <a:pathLst>
                <a:path w="550" h="472" extrusionOk="0">
                  <a:moveTo>
                    <a:pt x="396" y="42"/>
                  </a:moveTo>
                  <a:cubicBezTo>
                    <a:pt x="396" y="42"/>
                    <a:pt x="425" y="78"/>
                    <a:pt x="455" y="78"/>
                  </a:cubicBezTo>
                  <a:cubicBezTo>
                    <a:pt x="484" y="108"/>
                    <a:pt x="484" y="137"/>
                    <a:pt x="455" y="166"/>
                  </a:cubicBezTo>
                  <a:cubicBezTo>
                    <a:pt x="455" y="261"/>
                    <a:pt x="213" y="349"/>
                    <a:pt x="59" y="408"/>
                  </a:cubicBezTo>
                  <a:cubicBezTo>
                    <a:pt x="147" y="291"/>
                    <a:pt x="272" y="78"/>
                    <a:pt x="367" y="42"/>
                  </a:cubicBezTo>
                  <a:close/>
                  <a:moveTo>
                    <a:pt x="412" y="0"/>
                  </a:moveTo>
                  <a:cubicBezTo>
                    <a:pt x="399" y="0"/>
                    <a:pt x="384" y="4"/>
                    <a:pt x="367" y="12"/>
                  </a:cubicBezTo>
                  <a:cubicBezTo>
                    <a:pt x="213" y="12"/>
                    <a:pt x="1" y="379"/>
                    <a:pt x="1" y="445"/>
                  </a:cubicBezTo>
                  <a:lnTo>
                    <a:pt x="1" y="474"/>
                  </a:lnTo>
                  <a:lnTo>
                    <a:pt x="30" y="474"/>
                  </a:lnTo>
                  <a:cubicBezTo>
                    <a:pt x="59" y="474"/>
                    <a:pt x="484" y="320"/>
                    <a:pt x="513" y="166"/>
                  </a:cubicBezTo>
                  <a:cubicBezTo>
                    <a:pt x="550" y="137"/>
                    <a:pt x="550" y="108"/>
                    <a:pt x="484" y="42"/>
                  </a:cubicBezTo>
                  <a:cubicBezTo>
                    <a:pt x="463" y="21"/>
                    <a:pt x="443" y="0"/>
                    <a:pt x="412"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2" name="Google Shape;892;p45"/>
            <p:cNvSpPr/>
            <p:nvPr/>
          </p:nvSpPr>
          <p:spPr>
            <a:xfrm>
              <a:off x="6193704" y="3561417"/>
              <a:ext cx="371383" cy="717743"/>
            </a:xfrm>
            <a:custGeom>
              <a:avLst/>
              <a:gdLst/>
              <a:ahLst/>
              <a:cxnLst/>
              <a:rect l="l" t="t" r="r" b="b"/>
              <a:pathLst>
                <a:path w="4512" h="8720" extrusionOk="0">
                  <a:moveTo>
                    <a:pt x="1860" y="1"/>
                  </a:moveTo>
                  <a:cubicBezTo>
                    <a:pt x="1765" y="1"/>
                    <a:pt x="1671" y="7"/>
                    <a:pt x="1582" y="19"/>
                  </a:cubicBezTo>
                  <a:lnTo>
                    <a:pt x="1523" y="55"/>
                  </a:lnTo>
                  <a:cubicBezTo>
                    <a:pt x="608" y="173"/>
                    <a:pt x="0" y="1117"/>
                    <a:pt x="271" y="2003"/>
                  </a:cubicBezTo>
                  <a:cubicBezTo>
                    <a:pt x="1069" y="4749"/>
                    <a:pt x="2168" y="8718"/>
                    <a:pt x="2168" y="8718"/>
                  </a:cubicBezTo>
                  <a:cubicBezTo>
                    <a:pt x="2168" y="8718"/>
                    <a:pt x="2189" y="8719"/>
                    <a:pt x="2233" y="8719"/>
                  </a:cubicBezTo>
                  <a:cubicBezTo>
                    <a:pt x="2448" y="8719"/>
                    <a:pt x="3196" y="8679"/>
                    <a:pt x="4511" y="8198"/>
                  </a:cubicBezTo>
                  <a:lnTo>
                    <a:pt x="3779" y="1212"/>
                  </a:lnTo>
                  <a:cubicBezTo>
                    <a:pt x="3674" y="445"/>
                    <a:pt x="2682" y="1"/>
                    <a:pt x="186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3" name="Google Shape;893;p45"/>
            <p:cNvSpPr/>
            <p:nvPr/>
          </p:nvSpPr>
          <p:spPr>
            <a:xfrm>
              <a:off x="6200947" y="3560512"/>
              <a:ext cx="176061" cy="718484"/>
            </a:xfrm>
            <a:custGeom>
              <a:avLst/>
              <a:gdLst/>
              <a:ahLst/>
              <a:cxnLst/>
              <a:rect l="l" t="t" r="r" b="b"/>
              <a:pathLst>
                <a:path w="2139" h="8729" extrusionOk="0">
                  <a:moveTo>
                    <a:pt x="1435" y="0"/>
                  </a:moveTo>
                  <a:cubicBezTo>
                    <a:pt x="981" y="66"/>
                    <a:pt x="549" y="337"/>
                    <a:pt x="308" y="733"/>
                  </a:cubicBezTo>
                  <a:cubicBezTo>
                    <a:pt x="66" y="1099"/>
                    <a:pt x="0" y="1589"/>
                    <a:pt x="125" y="2043"/>
                  </a:cubicBezTo>
                  <a:cubicBezTo>
                    <a:pt x="916" y="4731"/>
                    <a:pt x="1985" y="8699"/>
                    <a:pt x="2014" y="8729"/>
                  </a:cubicBezTo>
                  <a:lnTo>
                    <a:pt x="2138" y="8699"/>
                  </a:lnTo>
                  <a:cubicBezTo>
                    <a:pt x="2109" y="8670"/>
                    <a:pt x="1040" y="4701"/>
                    <a:pt x="249" y="2014"/>
                  </a:cubicBezTo>
                  <a:cubicBezTo>
                    <a:pt x="125" y="1589"/>
                    <a:pt x="183" y="1165"/>
                    <a:pt x="432" y="799"/>
                  </a:cubicBezTo>
                  <a:cubicBezTo>
                    <a:pt x="645" y="432"/>
                    <a:pt x="1011" y="184"/>
                    <a:pt x="1435" y="125"/>
                  </a:cubicBezTo>
                  <a:lnTo>
                    <a:pt x="14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4" name="Google Shape;894;p45"/>
            <p:cNvSpPr/>
            <p:nvPr/>
          </p:nvSpPr>
          <p:spPr>
            <a:xfrm>
              <a:off x="6369109" y="4278927"/>
              <a:ext cx="5515" cy="2552"/>
            </a:xfrm>
            <a:custGeom>
              <a:avLst/>
              <a:gdLst/>
              <a:ahLst/>
              <a:cxnLst/>
              <a:rect l="l" t="t" r="r" b="b"/>
              <a:pathLst>
                <a:path w="67" h="31" extrusionOk="0">
                  <a:moveTo>
                    <a:pt x="0" y="1"/>
                  </a:moveTo>
                  <a:lnTo>
                    <a:pt x="0" y="30"/>
                  </a:lnTo>
                  <a:lnTo>
                    <a:pt x="66" y="30"/>
                  </a:lnTo>
                  <a:lnTo>
                    <a:pt x="66" y="1"/>
                  </a:ln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5" name="Google Shape;895;p45"/>
            <p:cNvSpPr/>
            <p:nvPr/>
          </p:nvSpPr>
          <p:spPr>
            <a:xfrm>
              <a:off x="6374542" y="4278927"/>
              <a:ext cx="2469" cy="2552"/>
            </a:xfrm>
            <a:custGeom>
              <a:avLst/>
              <a:gdLst/>
              <a:ahLst/>
              <a:cxnLst/>
              <a:rect l="l" t="t" r="r" b="b"/>
              <a:pathLst>
                <a:path w="30" h="31" extrusionOk="0">
                  <a:moveTo>
                    <a:pt x="0" y="1"/>
                  </a:moveTo>
                  <a:lnTo>
                    <a:pt x="0" y="30"/>
                  </a:lnTo>
                  <a:lnTo>
                    <a:pt x="29" y="30"/>
                  </a:lnTo>
                  <a:lnTo>
                    <a:pt x="29" y="1"/>
                  </a:lnTo>
                  <a:close/>
                </a:path>
              </a:pathLst>
            </a:custGeom>
            <a:solidFill>
              <a:srgbClr val="1B131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6" name="Google Shape;896;p45"/>
            <p:cNvSpPr/>
            <p:nvPr/>
          </p:nvSpPr>
          <p:spPr>
            <a:xfrm>
              <a:off x="6387135" y="4274153"/>
              <a:ext cx="37451" cy="7326"/>
            </a:xfrm>
            <a:custGeom>
              <a:avLst/>
              <a:gdLst/>
              <a:ahLst/>
              <a:cxnLst/>
              <a:rect l="l" t="t" r="r" b="b"/>
              <a:pathLst>
                <a:path w="455" h="89" extrusionOk="0">
                  <a:moveTo>
                    <a:pt x="426" y="0"/>
                  </a:moveTo>
                  <a:cubicBezTo>
                    <a:pt x="243" y="29"/>
                    <a:pt x="89" y="59"/>
                    <a:pt x="1" y="59"/>
                  </a:cubicBezTo>
                  <a:lnTo>
                    <a:pt x="1" y="88"/>
                  </a:lnTo>
                  <a:cubicBezTo>
                    <a:pt x="118" y="59"/>
                    <a:pt x="243" y="59"/>
                    <a:pt x="455" y="29"/>
                  </a:cubicBezTo>
                  <a:lnTo>
                    <a:pt x="426" y="0"/>
                  </a:ln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7" name="Google Shape;897;p45"/>
            <p:cNvSpPr/>
            <p:nvPr/>
          </p:nvSpPr>
          <p:spPr>
            <a:xfrm>
              <a:off x="6376929" y="4278927"/>
              <a:ext cx="10289" cy="2552"/>
            </a:xfrm>
            <a:custGeom>
              <a:avLst/>
              <a:gdLst/>
              <a:ahLst/>
              <a:cxnLst/>
              <a:rect l="l" t="t" r="r" b="b"/>
              <a:pathLst>
                <a:path w="125" h="31" extrusionOk="0">
                  <a:moveTo>
                    <a:pt x="0" y="1"/>
                  </a:moveTo>
                  <a:lnTo>
                    <a:pt x="0" y="30"/>
                  </a:lnTo>
                  <a:lnTo>
                    <a:pt x="125" y="30"/>
                  </a:lnTo>
                  <a:lnTo>
                    <a:pt x="125" y="1"/>
                  </a:lnTo>
                  <a:close/>
                </a:path>
              </a:pathLst>
            </a:custGeom>
            <a:solidFill>
              <a:srgbClr val="1B131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8" name="Google Shape;898;p45"/>
            <p:cNvSpPr/>
            <p:nvPr/>
          </p:nvSpPr>
          <p:spPr>
            <a:xfrm>
              <a:off x="6372072" y="4274153"/>
              <a:ext cx="50127" cy="4856"/>
            </a:xfrm>
            <a:custGeom>
              <a:avLst/>
              <a:gdLst/>
              <a:ahLst/>
              <a:cxnLst/>
              <a:rect l="l" t="t" r="r" b="b"/>
              <a:pathLst>
                <a:path w="609" h="59" extrusionOk="0">
                  <a:moveTo>
                    <a:pt x="609" y="0"/>
                  </a:moveTo>
                  <a:cubicBezTo>
                    <a:pt x="367" y="29"/>
                    <a:pt x="184" y="29"/>
                    <a:pt x="89" y="29"/>
                  </a:cubicBezTo>
                  <a:lnTo>
                    <a:pt x="59" y="29"/>
                  </a:lnTo>
                  <a:lnTo>
                    <a:pt x="1" y="59"/>
                  </a:lnTo>
                  <a:lnTo>
                    <a:pt x="184" y="59"/>
                  </a:lnTo>
                  <a:cubicBezTo>
                    <a:pt x="272" y="59"/>
                    <a:pt x="426" y="29"/>
                    <a:pt x="609"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899" name="Google Shape;899;p45"/>
            <p:cNvSpPr/>
            <p:nvPr/>
          </p:nvSpPr>
          <p:spPr>
            <a:xfrm>
              <a:off x="6301614" y="4035449"/>
              <a:ext cx="75396" cy="243555"/>
            </a:xfrm>
            <a:custGeom>
              <a:avLst/>
              <a:gdLst/>
              <a:ahLst/>
              <a:cxnLst/>
              <a:rect l="l" t="t" r="r" b="b"/>
              <a:pathLst>
                <a:path w="916" h="2959" extrusionOk="0">
                  <a:moveTo>
                    <a:pt x="59" y="0"/>
                  </a:moveTo>
                  <a:lnTo>
                    <a:pt x="0" y="30"/>
                  </a:lnTo>
                  <a:cubicBezTo>
                    <a:pt x="454" y="1648"/>
                    <a:pt x="820" y="2959"/>
                    <a:pt x="820" y="2959"/>
                  </a:cubicBezTo>
                  <a:lnTo>
                    <a:pt x="857" y="2959"/>
                  </a:lnTo>
                  <a:lnTo>
                    <a:pt x="915" y="2929"/>
                  </a:lnTo>
                  <a:lnTo>
                    <a:pt x="857" y="2929"/>
                  </a:lnTo>
                  <a:cubicBezTo>
                    <a:pt x="820" y="2776"/>
                    <a:pt x="491" y="1524"/>
                    <a:pt x="59" y="0"/>
                  </a:cubicBez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0" name="Google Shape;900;p45"/>
            <p:cNvSpPr/>
            <p:nvPr/>
          </p:nvSpPr>
          <p:spPr>
            <a:xfrm>
              <a:off x="6545091" y="4037836"/>
              <a:ext cx="15145" cy="145936"/>
            </a:xfrm>
            <a:custGeom>
              <a:avLst/>
              <a:gdLst/>
              <a:ahLst/>
              <a:cxnLst/>
              <a:rect l="l" t="t" r="r" b="b"/>
              <a:pathLst>
                <a:path w="184" h="1773" extrusionOk="0">
                  <a:moveTo>
                    <a:pt x="0" y="1"/>
                  </a:moveTo>
                  <a:lnTo>
                    <a:pt x="183" y="1773"/>
                  </a:lnTo>
                  <a:lnTo>
                    <a:pt x="183" y="1707"/>
                  </a:lnTo>
                  <a:lnTo>
                    <a:pt x="0" y="1"/>
                  </a:ln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1" name="Google Shape;901;p45"/>
            <p:cNvSpPr/>
            <p:nvPr/>
          </p:nvSpPr>
          <p:spPr>
            <a:xfrm>
              <a:off x="6560154" y="4178260"/>
              <a:ext cx="2469" cy="23047"/>
            </a:xfrm>
            <a:custGeom>
              <a:avLst/>
              <a:gdLst/>
              <a:ahLst/>
              <a:cxnLst/>
              <a:rect l="l" t="t" r="r" b="b"/>
              <a:pathLst>
                <a:path w="30" h="280" extrusionOk="0">
                  <a:moveTo>
                    <a:pt x="0" y="1"/>
                  </a:moveTo>
                  <a:lnTo>
                    <a:pt x="0" y="67"/>
                  </a:lnTo>
                  <a:lnTo>
                    <a:pt x="0" y="279"/>
                  </a:lnTo>
                  <a:lnTo>
                    <a:pt x="30" y="250"/>
                  </a:lnTo>
                  <a:lnTo>
                    <a:pt x="0" y="1"/>
                  </a:lnTo>
                  <a:close/>
                </a:path>
              </a:pathLst>
            </a:custGeom>
            <a:solidFill>
              <a:srgbClr val="1B131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2" name="Google Shape;902;p45"/>
            <p:cNvSpPr/>
            <p:nvPr/>
          </p:nvSpPr>
          <p:spPr>
            <a:xfrm>
              <a:off x="6510108" y="3693692"/>
              <a:ext cx="35064" cy="334014"/>
            </a:xfrm>
            <a:custGeom>
              <a:avLst/>
              <a:gdLst/>
              <a:ahLst/>
              <a:cxnLst/>
              <a:rect l="l" t="t" r="r" b="b"/>
              <a:pathLst>
                <a:path w="426" h="4058" extrusionOk="0">
                  <a:moveTo>
                    <a:pt x="1" y="1"/>
                  </a:moveTo>
                  <a:cubicBezTo>
                    <a:pt x="1" y="1"/>
                    <a:pt x="1" y="2"/>
                    <a:pt x="1" y="5"/>
                  </a:cubicBezTo>
                  <a:lnTo>
                    <a:pt x="1" y="5"/>
                  </a:lnTo>
                  <a:lnTo>
                    <a:pt x="1" y="1"/>
                  </a:lnTo>
                  <a:close/>
                  <a:moveTo>
                    <a:pt x="1" y="5"/>
                  </a:moveTo>
                  <a:lnTo>
                    <a:pt x="396" y="4057"/>
                  </a:lnTo>
                  <a:lnTo>
                    <a:pt x="425" y="4057"/>
                  </a:lnTo>
                  <a:lnTo>
                    <a:pt x="30" y="30"/>
                  </a:lnTo>
                  <a:cubicBezTo>
                    <a:pt x="8" y="30"/>
                    <a:pt x="2" y="13"/>
                    <a:pt x="1" y="5"/>
                  </a:cubicBezTo>
                  <a:close/>
                </a:path>
              </a:pathLst>
            </a:custGeom>
            <a:solidFill>
              <a:srgbClr val="F4ADA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3" name="Google Shape;903;p45"/>
            <p:cNvSpPr/>
            <p:nvPr/>
          </p:nvSpPr>
          <p:spPr>
            <a:xfrm>
              <a:off x="6542704" y="4027630"/>
              <a:ext cx="2469" cy="10289"/>
            </a:xfrm>
            <a:custGeom>
              <a:avLst/>
              <a:gdLst/>
              <a:ahLst/>
              <a:cxnLst/>
              <a:rect l="l" t="t" r="r" b="b"/>
              <a:pathLst>
                <a:path w="30" h="125" extrusionOk="0">
                  <a:moveTo>
                    <a:pt x="0" y="0"/>
                  </a:moveTo>
                  <a:lnTo>
                    <a:pt x="29" y="125"/>
                  </a:lnTo>
                  <a:lnTo>
                    <a:pt x="29" y="0"/>
                  </a:lnTo>
                  <a:close/>
                </a:path>
              </a:pathLst>
            </a:custGeom>
            <a:solidFill>
              <a:srgbClr val="1B131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4" name="Google Shape;904;p45"/>
            <p:cNvSpPr/>
            <p:nvPr/>
          </p:nvSpPr>
          <p:spPr>
            <a:xfrm>
              <a:off x="6477595" y="3608088"/>
              <a:ext cx="34982" cy="88072"/>
            </a:xfrm>
            <a:custGeom>
              <a:avLst/>
              <a:gdLst/>
              <a:ahLst/>
              <a:cxnLst/>
              <a:rect l="l" t="t" r="r" b="b"/>
              <a:pathLst>
                <a:path w="425" h="1070" extrusionOk="0">
                  <a:moveTo>
                    <a:pt x="0" y="1"/>
                  </a:moveTo>
                  <a:cubicBezTo>
                    <a:pt x="183" y="184"/>
                    <a:pt x="300" y="404"/>
                    <a:pt x="330" y="645"/>
                  </a:cubicBezTo>
                  <a:lnTo>
                    <a:pt x="396" y="1041"/>
                  </a:lnTo>
                  <a:cubicBezTo>
                    <a:pt x="396" y="1041"/>
                    <a:pt x="396" y="1070"/>
                    <a:pt x="425" y="1070"/>
                  </a:cubicBezTo>
                  <a:lnTo>
                    <a:pt x="366" y="645"/>
                  </a:lnTo>
                  <a:cubicBezTo>
                    <a:pt x="330" y="404"/>
                    <a:pt x="213" y="184"/>
                    <a:pt x="3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5" name="Google Shape;905;p45"/>
            <p:cNvSpPr/>
            <p:nvPr/>
          </p:nvSpPr>
          <p:spPr>
            <a:xfrm>
              <a:off x="6477595" y="3608088"/>
              <a:ext cx="82639" cy="593208"/>
            </a:xfrm>
            <a:custGeom>
              <a:avLst/>
              <a:gdLst/>
              <a:ahLst/>
              <a:cxnLst/>
              <a:rect l="l" t="t" r="r" b="b"/>
              <a:pathLst>
                <a:path w="1004" h="7207" extrusionOk="0">
                  <a:moveTo>
                    <a:pt x="0" y="1"/>
                  </a:moveTo>
                  <a:lnTo>
                    <a:pt x="0" y="38"/>
                  </a:lnTo>
                  <a:cubicBezTo>
                    <a:pt x="183" y="221"/>
                    <a:pt x="300" y="433"/>
                    <a:pt x="330" y="645"/>
                  </a:cubicBezTo>
                  <a:cubicBezTo>
                    <a:pt x="300" y="404"/>
                    <a:pt x="183" y="184"/>
                    <a:pt x="0" y="1"/>
                  </a:cubicBezTo>
                  <a:close/>
                  <a:moveTo>
                    <a:pt x="330" y="645"/>
                  </a:moveTo>
                  <a:lnTo>
                    <a:pt x="974" y="7206"/>
                  </a:lnTo>
                  <a:lnTo>
                    <a:pt x="1003" y="7206"/>
                  </a:lnTo>
                  <a:lnTo>
                    <a:pt x="1003" y="6994"/>
                  </a:lnTo>
                  <a:lnTo>
                    <a:pt x="820" y="5222"/>
                  </a:lnTo>
                  <a:lnTo>
                    <a:pt x="791" y="5097"/>
                  </a:lnTo>
                  <a:lnTo>
                    <a:pt x="396" y="1041"/>
                  </a:lnTo>
                  <a:lnTo>
                    <a:pt x="330" y="645"/>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6" name="Google Shape;906;p45"/>
            <p:cNvSpPr/>
            <p:nvPr/>
          </p:nvSpPr>
          <p:spPr>
            <a:xfrm>
              <a:off x="6319064" y="3543556"/>
              <a:ext cx="417147" cy="298456"/>
            </a:xfrm>
            <a:custGeom>
              <a:avLst/>
              <a:gdLst/>
              <a:ahLst/>
              <a:cxnLst/>
              <a:rect l="l" t="t" r="r" b="b"/>
              <a:pathLst>
                <a:path w="5068" h="3626" extrusionOk="0">
                  <a:moveTo>
                    <a:pt x="3631" y="0"/>
                  </a:moveTo>
                  <a:cubicBezTo>
                    <a:pt x="1540" y="0"/>
                    <a:pt x="0" y="272"/>
                    <a:pt x="0" y="272"/>
                  </a:cubicBezTo>
                  <a:lnTo>
                    <a:pt x="1560" y="3626"/>
                  </a:lnTo>
                  <a:lnTo>
                    <a:pt x="5068" y="2652"/>
                  </a:lnTo>
                  <a:lnTo>
                    <a:pt x="4672" y="23"/>
                  </a:lnTo>
                  <a:cubicBezTo>
                    <a:pt x="4314" y="7"/>
                    <a:pt x="3965" y="0"/>
                    <a:pt x="363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7" name="Google Shape;907;p45"/>
            <p:cNvSpPr/>
            <p:nvPr/>
          </p:nvSpPr>
          <p:spPr>
            <a:xfrm>
              <a:off x="6319064" y="3540592"/>
              <a:ext cx="193511" cy="30208"/>
            </a:xfrm>
            <a:custGeom>
              <a:avLst/>
              <a:gdLst/>
              <a:ahLst/>
              <a:cxnLst/>
              <a:rect l="l" t="t" r="r" b="b"/>
              <a:pathLst>
                <a:path w="2351" h="367" extrusionOk="0">
                  <a:moveTo>
                    <a:pt x="2351" y="1"/>
                  </a:moveTo>
                  <a:cubicBezTo>
                    <a:pt x="1194" y="30"/>
                    <a:pt x="0" y="242"/>
                    <a:pt x="0" y="242"/>
                  </a:cubicBezTo>
                  <a:lnTo>
                    <a:pt x="0" y="367"/>
                  </a:lnTo>
                  <a:cubicBezTo>
                    <a:pt x="30" y="367"/>
                    <a:pt x="1223" y="155"/>
                    <a:pt x="2351" y="125"/>
                  </a:cubicBezTo>
                  <a:lnTo>
                    <a:pt x="23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8" name="Google Shape;908;p45"/>
            <p:cNvSpPr/>
            <p:nvPr/>
          </p:nvSpPr>
          <p:spPr>
            <a:xfrm>
              <a:off x="6452243" y="2809501"/>
              <a:ext cx="861374" cy="1231358"/>
            </a:xfrm>
            <a:custGeom>
              <a:avLst/>
              <a:gdLst/>
              <a:ahLst/>
              <a:cxnLst/>
              <a:rect l="l" t="t" r="r" b="b"/>
              <a:pathLst>
                <a:path w="10465" h="14960" extrusionOk="0">
                  <a:moveTo>
                    <a:pt x="7872" y="1"/>
                  </a:moveTo>
                  <a:lnTo>
                    <a:pt x="7872" y="1"/>
                  </a:lnTo>
                  <a:cubicBezTo>
                    <a:pt x="8788" y="616"/>
                    <a:pt x="9915" y="1897"/>
                    <a:pt x="9520" y="4306"/>
                  </a:cubicBezTo>
                  <a:cubicBezTo>
                    <a:pt x="8876" y="7872"/>
                    <a:pt x="6466" y="8971"/>
                    <a:pt x="5676" y="9037"/>
                  </a:cubicBezTo>
                  <a:cubicBezTo>
                    <a:pt x="5594" y="9041"/>
                    <a:pt x="5509" y="9043"/>
                    <a:pt x="5422" y="9043"/>
                  </a:cubicBezTo>
                  <a:cubicBezTo>
                    <a:pt x="4775" y="9043"/>
                    <a:pt x="3988" y="8935"/>
                    <a:pt x="3231" y="8935"/>
                  </a:cubicBezTo>
                  <a:cubicBezTo>
                    <a:pt x="2071" y="8935"/>
                    <a:pt x="983" y="9188"/>
                    <a:pt x="579" y="10472"/>
                  </a:cubicBezTo>
                  <a:cubicBezTo>
                    <a:pt x="1" y="12207"/>
                    <a:pt x="272" y="14038"/>
                    <a:pt x="396" y="14770"/>
                  </a:cubicBezTo>
                  <a:lnTo>
                    <a:pt x="425" y="14770"/>
                  </a:lnTo>
                  <a:cubicBezTo>
                    <a:pt x="425" y="14770"/>
                    <a:pt x="1348" y="14960"/>
                    <a:pt x="2870" y="14960"/>
                  </a:cubicBezTo>
                  <a:cubicBezTo>
                    <a:pt x="4455" y="14960"/>
                    <a:pt x="6691" y="14754"/>
                    <a:pt x="9212" y="13913"/>
                  </a:cubicBezTo>
                  <a:cubicBezTo>
                    <a:pt x="9212" y="13913"/>
                    <a:pt x="10252" y="8788"/>
                    <a:pt x="10377" y="5742"/>
                  </a:cubicBezTo>
                  <a:cubicBezTo>
                    <a:pt x="10464" y="3208"/>
                    <a:pt x="9827" y="799"/>
                    <a:pt x="78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09" name="Google Shape;909;p45"/>
            <p:cNvSpPr/>
            <p:nvPr/>
          </p:nvSpPr>
          <p:spPr>
            <a:xfrm>
              <a:off x="6447469" y="2804727"/>
              <a:ext cx="873968" cy="1240412"/>
            </a:xfrm>
            <a:custGeom>
              <a:avLst/>
              <a:gdLst/>
              <a:ahLst/>
              <a:cxnLst/>
              <a:rect l="l" t="t" r="r" b="b"/>
              <a:pathLst>
                <a:path w="10618" h="15070" extrusionOk="0">
                  <a:moveTo>
                    <a:pt x="8509" y="462"/>
                  </a:moveTo>
                  <a:cubicBezTo>
                    <a:pt x="9790" y="1377"/>
                    <a:pt x="10464" y="3266"/>
                    <a:pt x="10369" y="5770"/>
                  </a:cubicBezTo>
                  <a:cubicBezTo>
                    <a:pt x="10252" y="8663"/>
                    <a:pt x="9300" y="13459"/>
                    <a:pt x="9212" y="13913"/>
                  </a:cubicBezTo>
                  <a:cubicBezTo>
                    <a:pt x="6720" y="14740"/>
                    <a:pt x="4499" y="14938"/>
                    <a:pt x="2925" y="14938"/>
                  </a:cubicBezTo>
                  <a:cubicBezTo>
                    <a:pt x="1474" y="14938"/>
                    <a:pt x="572" y="14769"/>
                    <a:pt x="513" y="14769"/>
                  </a:cubicBezTo>
                  <a:cubicBezTo>
                    <a:pt x="396" y="14037"/>
                    <a:pt x="147" y="12236"/>
                    <a:pt x="666" y="10559"/>
                  </a:cubicBezTo>
                  <a:cubicBezTo>
                    <a:pt x="1073" y="9318"/>
                    <a:pt x="2117" y="9060"/>
                    <a:pt x="3250" y="9060"/>
                  </a:cubicBezTo>
                  <a:cubicBezTo>
                    <a:pt x="3648" y="9060"/>
                    <a:pt x="4056" y="9092"/>
                    <a:pt x="4452" y="9124"/>
                  </a:cubicBezTo>
                  <a:cubicBezTo>
                    <a:pt x="4773" y="9145"/>
                    <a:pt x="5098" y="9165"/>
                    <a:pt x="5390" y="9165"/>
                  </a:cubicBezTo>
                  <a:cubicBezTo>
                    <a:pt x="5511" y="9165"/>
                    <a:pt x="5626" y="9162"/>
                    <a:pt x="5734" y="9153"/>
                  </a:cubicBezTo>
                  <a:cubicBezTo>
                    <a:pt x="6707" y="9095"/>
                    <a:pt x="9029" y="7813"/>
                    <a:pt x="9636" y="4394"/>
                  </a:cubicBezTo>
                  <a:cubicBezTo>
                    <a:pt x="9973" y="2439"/>
                    <a:pt x="9300" y="1194"/>
                    <a:pt x="8509" y="462"/>
                  </a:cubicBezTo>
                  <a:close/>
                  <a:moveTo>
                    <a:pt x="7930" y="0"/>
                  </a:moveTo>
                  <a:cubicBezTo>
                    <a:pt x="7901" y="0"/>
                    <a:pt x="7872" y="0"/>
                    <a:pt x="7872" y="29"/>
                  </a:cubicBezTo>
                  <a:cubicBezTo>
                    <a:pt x="7835" y="59"/>
                    <a:pt x="7872" y="95"/>
                    <a:pt x="7872" y="125"/>
                  </a:cubicBezTo>
                  <a:cubicBezTo>
                    <a:pt x="8846" y="762"/>
                    <a:pt x="9915" y="2014"/>
                    <a:pt x="9519" y="4364"/>
                  </a:cubicBezTo>
                  <a:cubicBezTo>
                    <a:pt x="8875" y="8055"/>
                    <a:pt x="6312" y="8999"/>
                    <a:pt x="5734" y="9029"/>
                  </a:cubicBezTo>
                  <a:cubicBezTo>
                    <a:pt x="5624" y="9040"/>
                    <a:pt x="5509" y="9044"/>
                    <a:pt x="5389" y="9044"/>
                  </a:cubicBezTo>
                  <a:cubicBezTo>
                    <a:pt x="5107" y="9044"/>
                    <a:pt x="4796" y="9020"/>
                    <a:pt x="4452" y="8999"/>
                  </a:cubicBezTo>
                  <a:cubicBezTo>
                    <a:pt x="4055" y="8970"/>
                    <a:pt x="3645" y="8939"/>
                    <a:pt x="3245" y="8939"/>
                  </a:cubicBezTo>
                  <a:cubicBezTo>
                    <a:pt x="2073" y="8939"/>
                    <a:pt x="988" y="9199"/>
                    <a:pt x="579" y="10493"/>
                  </a:cubicBezTo>
                  <a:cubicBezTo>
                    <a:pt x="0" y="12265"/>
                    <a:pt x="271" y="14125"/>
                    <a:pt x="396" y="14828"/>
                  </a:cubicBezTo>
                  <a:cubicBezTo>
                    <a:pt x="425" y="14857"/>
                    <a:pt x="425" y="14887"/>
                    <a:pt x="454" y="14887"/>
                  </a:cubicBezTo>
                  <a:lnTo>
                    <a:pt x="483" y="14887"/>
                  </a:lnTo>
                  <a:cubicBezTo>
                    <a:pt x="579" y="14887"/>
                    <a:pt x="1494" y="15070"/>
                    <a:pt x="2929" y="15070"/>
                  </a:cubicBezTo>
                  <a:cubicBezTo>
                    <a:pt x="4511" y="15070"/>
                    <a:pt x="6773" y="14857"/>
                    <a:pt x="9270" y="14008"/>
                  </a:cubicBezTo>
                  <a:cubicBezTo>
                    <a:pt x="9300" y="14008"/>
                    <a:pt x="9300" y="14008"/>
                    <a:pt x="9336" y="13971"/>
                  </a:cubicBezTo>
                  <a:cubicBezTo>
                    <a:pt x="9336" y="13913"/>
                    <a:pt x="10369" y="8816"/>
                    <a:pt x="10493" y="5800"/>
                  </a:cubicBezTo>
                  <a:cubicBezTo>
                    <a:pt x="10618" y="2805"/>
                    <a:pt x="9666" y="703"/>
                    <a:pt x="793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0" name="Google Shape;910;p45"/>
            <p:cNvSpPr/>
            <p:nvPr/>
          </p:nvSpPr>
          <p:spPr>
            <a:xfrm>
              <a:off x="6482369" y="3573188"/>
              <a:ext cx="218286" cy="419534"/>
            </a:xfrm>
            <a:custGeom>
              <a:avLst/>
              <a:gdLst/>
              <a:ahLst/>
              <a:cxnLst/>
              <a:rect l="l" t="t" r="r" b="b"/>
              <a:pathLst>
                <a:path w="2652" h="5097" extrusionOk="0">
                  <a:moveTo>
                    <a:pt x="2622" y="0"/>
                  </a:moveTo>
                  <a:cubicBezTo>
                    <a:pt x="1524" y="59"/>
                    <a:pt x="858" y="462"/>
                    <a:pt x="638" y="1128"/>
                  </a:cubicBezTo>
                  <a:cubicBezTo>
                    <a:pt x="1" y="2958"/>
                    <a:pt x="272" y="4855"/>
                    <a:pt x="338" y="5067"/>
                  </a:cubicBezTo>
                  <a:cubicBezTo>
                    <a:pt x="338" y="5067"/>
                    <a:pt x="338" y="5097"/>
                    <a:pt x="367" y="5097"/>
                  </a:cubicBezTo>
                  <a:cubicBezTo>
                    <a:pt x="367" y="5067"/>
                    <a:pt x="396" y="5067"/>
                    <a:pt x="396" y="5038"/>
                  </a:cubicBezTo>
                  <a:cubicBezTo>
                    <a:pt x="338" y="4855"/>
                    <a:pt x="59" y="2988"/>
                    <a:pt x="704" y="1128"/>
                  </a:cubicBezTo>
                  <a:cubicBezTo>
                    <a:pt x="916" y="491"/>
                    <a:pt x="1553" y="125"/>
                    <a:pt x="2622" y="59"/>
                  </a:cubicBezTo>
                  <a:cubicBezTo>
                    <a:pt x="2652" y="59"/>
                    <a:pt x="2652" y="59"/>
                    <a:pt x="2652" y="30"/>
                  </a:cubicBezTo>
                  <a:lnTo>
                    <a:pt x="262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1" name="Google Shape;911;p45"/>
            <p:cNvSpPr/>
            <p:nvPr/>
          </p:nvSpPr>
          <p:spPr>
            <a:xfrm>
              <a:off x="6758442" y="3394736"/>
              <a:ext cx="434597" cy="195980"/>
            </a:xfrm>
            <a:custGeom>
              <a:avLst/>
              <a:gdLst/>
              <a:ahLst/>
              <a:cxnLst/>
              <a:rect l="l" t="t" r="r" b="b"/>
              <a:pathLst>
                <a:path w="5280" h="2381" extrusionOk="0">
                  <a:moveTo>
                    <a:pt x="5221" y="1"/>
                  </a:moveTo>
                  <a:cubicBezTo>
                    <a:pt x="3849" y="2018"/>
                    <a:pt x="2267" y="2305"/>
                    <a:pt x="1427" y="2305"/>
                  </a:cubicBezTo>
                  <a:cubicBezTo>
                    <a:pt x="1313" y="2305"/>
                    <a:pt x="1213" y="2300"/>
                    <a:pt x="1128" y="2293"/>
                  </a:cubicBezTo>
                  <a:cubicBezTo>
                    <a:pt x="1099" y="2293"/>
                    <a:pt x="1040" y="2293"/>
                    <a:pt x="945" y="2263"/>
                  </a:cubicBezTo>
                  <a:cubicBezTo>
                    <a:pt x="733" y="2227"/>
                    <a:pt x="396" y="2198"/>
                    <a:pt x="30" y="2168"/>
                  </a:cubicBezTo>
                  <a:cubicBezTo>
                    <a:pt x="1" y="2168"/>
                    <a:pt x="1" y="2198"/>
                    <a:pt x="1" y="2198"/>
                  </a:cubicBezTo>
                  <a:lnTo>
                    <a:pt x="1" y="2227"/>
                  </a:lnTo>
                  <a:cubicBezTo>
                    <a:pt x="396" y="2263"/>
                    <a:pt x="733" y="2293"/>
                    <a:pt x="945" y="2322"/>
                  </a:cubicBezTo>
                  <a:cubicBezTo>
                    <a:pt x="1011" y="2351"/>
                    <a:pt x="1070" y="2351"/>
                    <a:pt x="1128" y="2351"/>
                  </a:cubicBezTo>
                  <a:cubicBezTo>
                    <a:pt x="1223" y="2351"/>
                    <a:pt x="1348" y="2381"/>
                    <a:pt x="1465" y="2381"/>
                  </a:cubicBezTo>
                  <a:cubicBezTo>
                    <a:pt x="2322" y="2381"/>
                    <a:pt x="3911" y="2044"/>
                    <a:pt x="5251" y="30"/>
                  </a:cubicBezTo>
                  <a:cubicBezTo>
                    <a:pt x="5280" y="30"/>
                    <a:pt x="5280" y="1"/>
                    <a:pt x="525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2" name="Google Shape;912;p45"/>
            <p:cNvSpPr/>
            <p:nvPr/>
          </p:nvSpPr>
          <p:spPr>
            <a:xfrm>
              <a:off x="7185802" y="2937907"/>
              <a:ext cx="168242" cy="462335"/>
            </a:xfrm>
            <a:custGeom>
              <a:avLst/>
              <a:gdLst/>
              <a:ahLst/>
              <a:cxnLst/>
              <a:rect l="l" t="t" r="r" b="b"/>
              <a:pathLst>
                <a:path w="2044" h="5617" extrusionOk="0">
                  <a:moveTo>
                    <a:pt x="608" y="0"/>
                  </a:moveTo>
                  <a:lnTo>
                    <a:pt x="608" y="59"/>
                  </a:lnTo>
                  <a:cubicBezTo>
                    <a:pt x="608" y="88"/>
                    <a:pt x="1948" y="2688"/>
                    <a:pt x="29" y="5551"/>
                  </a:cubicBezTo>
                  <a:cubicBezTo>
                    <a:pt x="0" y="5580"/>
                    <a:pt x="29" y="5580"/>
                    <a:pt x="29" y="5617"/>
                  </a:cubicBezTo>
                  <a:lnTo>
                    <a:pt x="59" y="5617"/>
                  </a:lnTo>
                  <a:lnTo>
                    <a:pt x="59" y="5580"/>
                  </a:lnTo>
                  <a:cubicBezTo>
                    <a:pt x="2043" y="2688"/>
                    <a:pt x="666" y="59"/>
                    <a:pt x="666" y="30"/>
                  </a:cubicBezTo>
                  <a:cubicBezTo>
                    <a:pt x="637" y="0"/>
                    <a:pt x="637" y="0"/>
                    <a:pt x="6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3" name="Google Shape;913;p45"/>
            <p:cNvSpPr/>
            <p:nvPr/>
          </p:nvSpPr>
          <p:spPr>
            <a:xfrm>
              <a:off x="6203334" y="2380411"/>
              <a:ext cx="276726" cy="805897"/>
            </a:xfrm>
            <a:custGeom>
              <a:avLst/>
              <a:gdLst/>
              <a:ahLst/>
              <a:cxnLst/>
              <a:rect l="l" t="t" r="r" b="b"/>
              <a:pathLst>
                <a:path w="3362" h="9791" extrusionOk="0">
                  <a:moveTo>
                    <a:pt x="3296" y="0"/>
                  </a:moveTo>
                  <a:cubicBezTo>
                    <a:pt x="3237" y="549"/>
                    <a:pt x="2812" y="974"/>
                    <a:pt x="2417" y="1370"/>
                  </a:cubicBezTo>
                  <a:cubicBezTo>
                    <a:pt x="2263" y="1523"/>
                    <a:pt x="2109" y="1648"/>
                    <a:pt x="1985" y="1802"/>
                  </a:cubicBezTo>
                  <a:cubicBezTo>
                    <a:pt x="1348" y="2534"/>
                    <a:pt x="1011" y="3508"/>
                    <a:pt x="1070" y="4482"/>
                  </a:cubicBezTo>
                  <a:cubicBezTo>
                    <a:pt x="1070" y="4701"/>
                    <a:pt x="1099" y="4884"/>
                    <a:pt x="1136" y="5067"/>
                  </a:cubicBezTo>
                  <a:cubicBezTo>
                    <a:pt x="1194" y="5433"/>
                    <a:pt x="1253" y="5829"/>
                    <a:pt x="1165" y="6224"/>
                  </a:cubicBezTo>
                  <a:cubicBezTo>
                    <a:pt x="1099" y="6649"/>
                    <a:pt x="857" y="7015"/>
                    <a:pt x="616" y="7381"/>
                  </a:cubicBezTo>
                  <a:cubicBezTo>
                    <a:pt x="403" y="7747"/>
                    <a:pt x="154" y="8143"/>
                    <a:pt x="66" y="8604"/>
                  </a:cubicBezTo>
                  <a:cubicBezTo>
                    <a:pt x="1" y="9029"/>
                    <a:pt x="96" y="9549"/>
                    <a:pt x="491" y="9790"/>
                  </a:cubicBezTo>
                  <a:lnTo>
                    <a:pt x="520" y="9761"/>
                  </a:lnTo>
                  <a:cubicBezTo>
                    <a:pt x="154" y="9519"/>
                    <a:pt x="37" y="8999"/>
                    <a:pt x="125" y="8604"/>
                  </a:cubicBezTo>
                  <a:cubicBezTo>
                    <a:pt x="184" y="8179"/>
                    <a:pt x="433" y="7777"/>
                    <a:pt x="645" y="7410"/>
                  </a:cubicBezTo>
                  <a:cubicBezTo>
                    <a:pt x="887" y="7044"/>
                    <a:pt x="1136" y="6649"/>
                    <a:pt x="1223" y="6224"/>
                  </a:cubicBezTo>
                  <a:cubicBezTo>
                    <a:pt x="1282" y="5829"/>
                    <a:pt x="1253" y="5433"/>
                    <a:pt x="1194" y="5067"/>
                  </a:cubicBezTo>
                  <a:cubicBezTo>
                    <a:pt x="1165" y="4884"/>
                    <a:pt x="1136" y="4665"/>
                    <a:pt x="1136" y="4482"/>
                  </a:cubicBezTo>
                  <a:cubicBezTo>
                    <a:pt x="1040" y="3537"/>
                    <a:pt x="1377" y="2563"/>
                    <a:pt x="2014" y="1831"/>
                  </a:cubicBezTo>
                  <a:cubicBezTo>
                    <a:pt x="2168" y="1677"/>
                    <a:pt x="2292" y="1553"/>
                    <a:pt x="2446" y="1406"/>
                  </a:cubicBezTo>
                  <a:cubicBezTo>
                    <a:pt x="2871" y="1003"/>
                    <a:pt x="3296" y="579"/>
                    <a:pt x="3362"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4" name="Google Shape;914;p45"/>
            <p:cNvSpPr/>
            <p:nvPr/>
          </p:nvSpPr>
          <p:spPr>
            <a:xfrm>
              <a:off x="6193704" y="2430374"/>
              <a:ext cx="1104847" cy="899319"/>
            </a:xfrm>
            <a:custGeom>
              <a:avLst/>
              <a:gdLst/>
              <a:ahLst/>
              <a:cxnLst/>
              <a:rect l="l" t="t" r="r" b="b"/>
              <a:pathLst>
                <a:path w="13423" h="10926" extrusionOk="0">
                  <a:moveTo>
                    <a:pt x="11013" y="1"/>
                  </a:moveTo>
                  <a:lnTo>
                    <a:pt x="2929" y="30"/>
                  </a:lnTo>
                  <a:cubicBezTo>
                    <a:pt x="2929" y="30"/>
                    <a:pt x="2988" y="462"/>
                    <a:pt x="2073" y="1531"/>
                  </a:cubicBezTo>
                  <a:cubicBezTo>
                    <a:pt x="821" y="3054"/>
                    <a:pt x="1619" y="4153"/>
                    <a:pt x="1523" y="5039"/>
                  </a:cubicBezTo>
                  <a:cubicBezTo>
                    <a:pt x="1494" y="5493"/>
                    <a:pt x="1157" y="6225"/>
                    <a:pt x="733" y="6840"/>
                  </a:cubicBezTo>
                  <a:cubicBezTo>
                    <a:pt x="0" y="7938"/>
                    <a:pt x="88" y="8883"/>
                    <a:pt x="213" y="9037"/>
                  </a:cubicBezTo>
                  <a:cubicBezTo>
                    <a:pt x="589" y="9493"/>
                    <a:pt x="1064" y="9565"/>
                    <a:pt x="1326" y="9565"/>
                  </a:cubicBezTo>
                  <a:cubicBezTo>
                    <a:pt x="1448" y="9565"/>
                    <a:pt x="1523" y="9549"/>
                    <a:pt x="1523" y="9549"/>
                  </a:cubicBezTo>
                  <a:lnTo>
                    <a:pt x="1553" y="9520"/>
                  </a:lnTo>
                  <a:cubicBezTo>
                    <a:pt x="1436" y="8759"/>
                    <a:pt x="1523" y="8026"/>
                    <a:pt x="1831" y="7323"/>
                  </a:cubicBezTo>
                  <a:cubicBezTo>
                    <a:pt x="2131" y="6657"/>
                    <a:pt x="2805" y="6137"/>
                    <a:pt x="3083" y="5522"/>
                  </a:cubicBezTo>
                  <a:cubicBezTo>
                    <a:pt x="3566" y="4607"/>
                    <a:pt x="2776" y="3508"/>
                    <a:pt x="3325" y="2688"/>
                  </a:cubicBezTo>
                  <a:cubicBezTo>
                    <a:pt x="3596" y="2227"/>
                    <a:pt x="4240" y="2139"/>
                    <a:pt x="4731" y="2015"/>
                  </a:cubicBezTo>
                  <a:cubicBezTo>
                    <a:pt x="5911" y="1596"/>
                    <a:pt x="7049" y="981"/>
                    <a:pt x="8293" y="981"/>
                  </a:cubicBezTo>
                  <a:cubicBezTo>
                    <a:pt x="8593" y="981"/>
                    <a:pt x="8898" y="1017"/>
                    <a:pt x="9212" y="1099"/>
                  </a:cubicBezTo>
                  <a:cubicBezTo>
                    <a:pt x="10340" y="1436"/>
                    <a:pt x="11350" y="2659"/>
                    <a:pt x="10860" y="4028"/>
                  </a:cubicBezTo>
                  <a:cubicBezTo>
                    <a:pt x="10127" y="5859"/>
                    <a:pt x="10552" y="7660"/>
                    <a:pt x="11196" y="9462"/>
                  </a:cubicBezTo>
                  <a:cubicBezTo>
                    <a:pt x="11350" y="9886"/>
                    <a:pt x="11284" y="10435"/>
                    <a:pt x="11043" y="10926"/>
                  </a:cubicBezTo>
                  <a:cubicBezTo>
                    <a:pt x="11196" y="10926"/>
                    <a:pt x="11350" y="10897"/>
                    <a:pt x="11467" y="10867"/>
                  </a:cubicBezTo>
                  <a:cubicBezTo>
                    <a:pt x="11592" y="10831"/>
                    <a:pt x="11746" y="10069"/>
                    <a:pt x="11870" y="10040"/>
                  </a:cubicBezTo>
                  <a:lnTo>
                    <a:pt x="11929" y="10714"/>
                  </a:lnTo>
                  <a:cubicBezTo>
                    <a:pt x="12236" y="10560"/>
                    <a:pt x="12602" y="10377"/>
                    <a:pt x="12602" y="10377"/>
                  </a:cubicBezTo>
                  <a:cubicBezTo>
                    <a:pt x="13210" y="8883"/>
                    <a:pt x="13422" y="8209"/>
                    <a:pt x="13027" y="7572"/>
                  </a:cubicBezTo>
                  <a:cubicBezTo>
                    <a:pt x="12661" y="6899"/>
                    <a:pt x="11929" y="5742"/>
                    <a:pt x="12353" y="4577"/>
                  </a:cubicBezTo>
                  <a:cubicBezTo>
                    <a:pt x="12873" y="3208"/>
                    <a:pt x="12082" y="2659"/>
                    <a:pt x="11621" y="1985"/>
                  </a:cubicBezTo>
                  <a:cubicBezTo>
                    <a:pt x="11167" y="1282"/>
                    <a:pt x="11013" y="1"/>
                    <a:pt x="1101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5" name="Google Shape;915;p45"/>
            <p:cNvSpPr/>
            <p:nvPr/>
          </p:nvSpPr>
          <p:spPr>
            <a:xfrm>
              <a:off x="6311820" y="2511122"/>
              <a:ext cx="816186" cy="821536"/>
            </a:xfrm>
            <a:custGeom>
              <a:avLst/>
              <a:gdLst/>
              <a:ahLst/>
              <a:cxnLst/>
              <a:rect l="l" t="t" r="r" b="b"/>
              <a:pathLst>
                <a:path w="9916" h="9981" extrusionOk="0">
                  <a:moveTo>
                    <a:pt x="6858" y="0"/>
                  </a:moveTo>
                  <a:cubicBezTo>
                    <a:pt x="5614" y="0"/>
                    <a:pt x="4476" y="615"/>
                    <a:pt x="3296" y="1034"/>
                  </a:cubicBezTo>
                  <a:cubicBezTo>
                    <a:pt x="2805" y="1158"/>
                    <a:pt x="2161" y="1246"/>
                    <a:pt x="1890" y="1707"/>
                  </a:cubicBezTo>
                  <a:cubicBezTo>
                    <a:pt x="1341" y="2527"/>
                    <a:pt x="2131" y="3626"/>
                    <a:pt x="1648" y="4541"/>
                  </a:cubicBezTo>
                  <a:cubicBezTo>
                    <a:pt x="1370" y="5156"/>
                    <a:pt x="696" y="5676"/>
                    <a:pt x="396" y="6342"/>
                  </a:cubicBezTo>
                  <a:cubicBezTo>
                    <a:pt x="88" y="7045"/>
                    <a:pt x="1" y="7778"/>
                    <a:pt x="118" y="8539"/>
                  </a:cubicBezTo>
                  <a:lnTo>
                    <a:pt x="1465" y="6284"/>
                  </a:lnTo>
                  <a:lnTo>
                    <a:pt x="1465" y="6284"/>
                  </a:lnTo>
                  <a:cubicBezTo>
                    <a:pt x="1465" y="6284"/>
                    <a:pt x="791" y="8019"/>
                    <a:pt x="974" y="8539"/>
                  </a:cubicBezTo>
                  <a:cubicBezTo>
                    <a:pt x="1187" y="9059"/>
                    <a:pt x="1707" y="8605"/>
                    <a:pt x="4541" y="9454"/>
                  </a:cubicBezTo>
                  <a:cubicBezTo>
                    <a:pt x="5993" y="9877"/>
                    <a:pt x="6927" y="9981"/>
                    <a:pt x="7493" y="9981"/>
                  </a:cubicBezTo>
                  <a:cubicBezTo>
                    <a:pt x="8034" y="9981"/>
                    <a:pt x="8238" y="9886"/>
                    <a:pt x="8238" y="9886"/>
                  </a:cubicBezTo>
                  <a:lnTo>
                    <a:pt x="8692" y="8510"/>
                  </a:lnTo>
                  <a:lnTo>
                    <a:pt x="8817" y="9945"/>
                  </a:lnTo>
                  <a:cubicBezTo>
                    <a:pt x="8952" y="9960"/>
                    <a:pt x="9090" y="9967"/>
                    <a:pt x="9223" y="9967"/>
                  </a:cubicBezTo>
                  <a:cubicBezTo>
                    <a:pt x="9357" y="9967"/>
                    <a:pt x="9487" y="9960"/>
                    <a:pt x="9608" y="9945"/>
                  </a:cubicBezTo>
                  <a:cubicBezTo>
                    <a:pt x="9849" y="9454"/>
                    <a:pt x="9915" y="8905"/>
                    <a:pt x="9761" y="8481"/>
                  </a:cubicBezTo>
                  <a:cubicBezTo>
                    <a:pt x="9117" y="6679"/>
                    <a:pt x="8692" y="4878"/>
                    <a:pt x="9425" y="3047"/>
                  </a:cubicBezTo>
                  <a:cubicBezTo>
                    <a:pt x="9915" y="1678"/>
                    <a:pt x="8905" y="455"/>
                    <a:pt x="7777" y="118"/>
                  </a:cubicBezTo>
                  <a:cubicBezTo>
                    <a:pt x="7463" y="36"/>
                    <a:pt x="7158" y="0"/>
                    <a:pt x="685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6" name="Google Shape;916;p45"/>
            <p:cNvSpPr/>
            <p:nvPr/>
          </p:nvSpPr>
          <p:spPr>
            <a:xfrm>
              <a:off x="6663207" y="2761925"/>
              <a:ext cx="173098" cy="64119"/>
            </a:xfrm>
            <a:custGeom>
              <a:avLst/>
              <a:gdLst/>
              <a:ahLst/>
              <a:cxnLst/>
              <a:rect l="l" t="t" r="r" b="b"/>
              <a:pathLst>
                <a:path w="2103" h="779" extrusionOk="0">
                  <a:moveTo>
                    <a:pt x="30" y="0"/>
                  </a:moveTo>
                  <a:lnTo>
                    <a:pt x="1" y="674"/>
                  </a:lnTo>
                  <a:cubicBezTo>
                    <a:pt x="370" y="739"/>
                    <a:pt x="740" y="779"/>
                    <a:pt x="1109" y="779"/>
                  </a:cubicBezTo>
                  <a:cubicBezTo>
                    <a:pt x="1441" y="779"/>
                    <a:pt x="1772" y="747"/>
                    <a:pt x="2102" y="674"/>
                  </a:cubicBezTo>
                  <a:lnTo>
                    <a:pt x="2073" y="66"/>
                  </a:lnTo>
                  <a:lnTo>
                    <a:pt x="30" y="0"/>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7" name="Google Shape;917;p45"/>
            <p:cNvSpPr/>
            <p:nvPr/>
          </p:nvSpPr>
          <p:spPr>
            <a:xfrm>
              <a:off x="6497432" y="2782421"/>
              <a:ext cx="499786" cy="537073"/>
            </a:xfrm>
            <a:custGeom>
              <a:avLst/>
              <a:gdLst/>
              <a:ahLst/>
              <a:cxnLst/>
              <a:rect l="l" t="t" r="r" b="b"/>
              <a:pathLst>
                <a:path w="6072" h="6525" extrusionOk="0">
                  <a:moveTo>
                    <a:pt x="2015" y="0"/>
                  </a:moveTo>
                  <a:lnTo>
                    <a:pt x="1985" y="945"/>
                  </a:lnTo>
                  <a:lnTo>
                    <a:pt x="492" y="1157"/>
                  </a:lnTo>
                  <a:cubicBezTo>
                    <a:pt x="492" y="1157"/>
                    <a:pt x="1" y="3229"/>
                    <a:pt x="213" y="4760"/>
                  </a:cubicBezTo>
                  <a:cubicBezTo>
                    <a:pt x="272" y="5214"/>
                    <a:pt x="455" y="6525"/>
                    <a:pt x="455" y="6525"/>
                  </a:cubicBezTo>
                  <a:lnTo>
                    <a:pt x="5251" y="6437"/>
                  </a:lnTo>
                  <a:cubicBezTo>
                    <a:pt x="5368" y="5338"/>
                    <a:pt x="6071" y="2343"/>
                    <a:pt x="6071" y="1245"/>
                  </a:cubicBezTo>
                  <a:cubicBezTo>
                    <a:pt x="5830" y="1186"/>
                    <a:pt x="4153" y="879"/>
                    <a:pt x="4153" y="879"/>
                  </a:cubicBezTo>
                  <a:lnTo>
                    <a:pt x="4116" y="425"/>
                  </a:lnTo>
                  <a:cubicBezTo>
                    <a:pt x="3987" y="453"/>
                    <a:pt x="3846" y="466"/>
                    <a:pt x="3698" y="466"/>
                  </a:cubicBezTo>
                  <a:cubicBezTo>
                    <a:pt x="3050" y="466"/>
                    <a:pt x="2289" y="221"/>
                    <a:pt x="20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8" name="Google Shape;918;p45"/>
            <p:cNvSpPr/>
            <p:nvPr/>
          </p:nvSpPr>
          <p:spPr>
            <a:xfrm>
              <a:off x="6492658" y="2776988"/>
              <a:ext cx="509334" cy="547938"/>
            </a:xfrm>
            <a:custGeom>
              <a:avLst/>
              <a:gdLst/>
              <a:ahLst/>
              <a:cxnLst/>
              <a:rect l="l" t="t" r="r" b="b"/>
              <a:pathLst>
                <a:path w="6188" h="6657" extrusionOk="0">
                  <a:moveTo>
                    <a:pt x="2131" y="183"/>
                  </a:moveTo>
                  <a:cubicBezTo>
                    <a:pt x="2466" y="394"/>
                    <a:pt x="3201" y="600"/>
                    <a:pt x="3805" y="600"/>
                  </a:cubicBezTo>
                  <a:cubicBezTo>
                    <a:pt x="3914" y="600"/>
                    <a:pt x="4018" y="593"/>
                    <a:pt x="4116" y="579"/>
                  </a:cubicBezTo>
                  <a:lnTo>
                    <a:pt x="4145" y="945"/>
                  </a:lnTo>
                  <a:cubicBezTo>
                    <a:pt x="4145" y="982"/>
                    <a:pt x="4174" y="982"/>
                    <a:pt x="4211" y="1011"/>
                  </a:cubicBezTo>
                  <a:cubicBezTo>
                    <a:pt x="4211" y="1011"/>
                    <a:pt x="5705" y="1282"/>
                    <a:pt x="6071" y="1377"/>
                  </a:cubicBezTo>
                  <a:cubicBezTo>
                    <a:pt x="6071" y="2043"/>
                    <a:pt x="5822" y="3325"/>
                    <a:pt x="5609" y="4460"/>
                  </a:cubicBezTo>
                  <a:cubicBezTo>
                    <a:pt x="5456" y="5251"/>
                    <a:pt x="5309" y="5983"/>
                    <a:pt x="5272" y="6437"/>
                  </a:cubicBezTo>
                  <a:lnTo>
                    <a:pt x="550" y="6532"/>
                  </a:lnTo>
                  <a:cubicBezTo>
                    <a:pt x="513" y="6290"/>
                    <a:pt x="396" y="5221"/>
                    <a:pt x="330" y="4789"/>
                  </a:cubicBezTo>
                  <a:cubicBezTo>
                    <a:pt x="147" y="3449"/>
                    <a:pt x="513" y="1589"/>
                    <a:pt x="579" y="1282"/>
                  </a:cubicBezTo>
                  <a:lnTo>
                    <a:pt x="2043" y="1069"/>
                  </a:lnTo>
                  <a:cubicBezTo>
                    <a:pt x="2073" y="1069"/>
                    <a:pt x="2102" y="1040"/>
                    <a:pt x="2102" y="1011"/>
                  </a:cubicBezTo>
                  <a:lnTo>
                    <a:pt x="2131" y="183"/>
                  </a:lnTo>
                  <a:close/>
                  <a:moveTo>
                    <a:pt x="2043" y="0"/>
                  </a:moveTo>
                  <a:cubicBezTo>
                    <a:pt x="2043" y="30"/>
                    <a:pt x="2014" y="30"/>
                    <a:pt x="2014" y="66"/>
                  </a:cubicBezTo>
                  <a:lnTo>
                    <a:pt x="1977" y="945"/>
                  </a:lnTo>
                  <a:lnTo>
                    <a:pt x="513" y="1165"/>
                  </a:lnTo>
                  <a:cubicBezTo>
                    <a:pt x="484" y="1165"/>
                    <a:pt x="484" y="1194"/>
                    <a:pt x="484" y="1223"/>
                  </a:cubicBezTo>
                  <a:cubicBezTo>
                    <a:pt x="454" y="1223"/>
                    <a:pt x="0" y="3325"/>
                    <a:pt x="213" y="4826"/>
                  </a:cubicBezTo>
                  <a:cubicBezTo>
                    <a:pt x="271" y="5280"/>
                    <a:pt x="454" y="6591"/>
                    <a:pt x="454" y="6591"/>
                  </a:cubicBezTo>
                  <a:cubicBezTo>
                    <a:pt x="454" y="6620"/>
                    <a:pt x="484" y="6656"/>
                    <a:pt x="513" y="6656"/>
                  </a:cubicBezTo>
                  <a:lnTo>
                    <a:pt x="5309" y="6561"/>
                  </a:lnTo>
                  <a:cubicBezTo>
                    <a:pt x="5338" y="6561"/>
                    <a:pt x="5368" y="6532"/>
                    <a:pt x="5368" y="6503"/>
                  </a:cubicBezTo>
                  <a:cubicBezTo>
                    <a:pt x="5426" y="6071"/>
                    <a:pt x="5580" y="5280"/>
                    <a:pt x="5734" y="4489"/>
                  </a:cubicBezTo>
                  <a:cubicBezTo>
                    <a:pt x="5946" y="3295"/>
                    <a:pt x="6188" y="1985"/>
                    <a:pt x="6188" y="1311"/>
                  </a:cubicBezTo>
                  <a:cubicBezTo>
                    <a:pt x="6188" y="1282"/>
                    <a:pt x="6158" y="1282"/>
                    <a:pt x="6129" y="1252"/>
                  </a:cubicBezTo>
                  <a:cubicBezTo>
                    <a:pt x="5917" y="1223"/>
                    <a:pt x="4540" y="945"/>
                    <a:pt x="4269" y="886"/>
                  </a:cubicBezTo>
                  <a:lnTo>
                    <a:pt x="4240" y="491"/>
                  </a:lnTo>
                  <a:cubicBezTo>
                    <a:pt x="4240" y="491"/>
                    <a:pt x="4240" y="462"/>
                    <a:pt x="4211" y="462"/>
                  </a:cubicBezTo>
                  <a:cubicBezTo>
                    <a:pt x="4211" y="462"/>
                    <a:pt x="4194" y="449"/>
                    <a:pt x="4184" y="449"/>
                  </a:cubicBezTo>
                  <a:cubicBezTo>
                    <a:pt x="4178" y="449"/>
                    <a:pt x="4174" y="452"/>
                    <a:pt x="4174" y="462"/>
                  </a:cubicBezTo>
                  <a:cubicBezTo>
                    <a:pt x="4067" y="480"/>
                    <a:pt x="3952" y="488"/>
                    <a:pt x="3833" y="488"/>
                  </a:cubicBezTo>
                  <a:cubicBezTo>
                    <a:pt x="3176" y="488"/>
                    <a:pt x="2391" y="240"/>
                    <a:pt x="2131" y="30"/>
                  </a:cubicBezTo>
                  <a:cubicBezTo>
                    <a:pt x="2102" y="0"/>
                    <a:pt x="2073" y="0"/>
                    <a:pt x="204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19" name="Google Shape;919;p45"/>
            <p:cNvSpPr/>
            <p:nvPr/>
          </p:nvSpPr>
          <p:spPr>
            <a:xfrm>
              <a:off x="6408783" y="2507994"/>
              <a:ext cx="134001" cy="147253"/>
            </a:xfrm>
            <a:custGeom>
              <a:avLst/>
              <a:gdLst/>
              <a:ahLst/>
              <a:cxnLst/>
              <a:rect l="l" t="t" r="r" b="b"/>
              <a:pathLst>
                <a:path w="1628" h="1789" extrusionOk="0">
                  <a:moveTo>
                    <a:pt x="953" y="1"/>
                  </a:moveTo>
                  <a:cubicBezTo>
                    <a:pt x="690" y="1"/>
                    <a:pt x="411" y="136"/>
                    <a:pt x="250" y="618"/>
                  </a:cubicBezTo>
                  <a:cubicBezTo>
                    <a:pt x="1" y="1367"/>
                    <a:pt x="463" y="1789"/>
                    <a:pt x="965" y="1789"/>
                  </a:cubicBezTo>
                  <a:cubicBezTo>
                    <a:pt x="1200" y="1789"/>
                    <a:pt x="1443" y="1697"/>
                    <a:pt x="1627" y="1504"/>
                  </a:cubicBezTo>
                  <a:lnTo>
                    <a:pt x="1598" y="222"/>
                  </a:lnTo>
                  <a:cubicBezTo>
                    <a:pt x="1598" y="222"/>
                    <a:pt x="1289"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0" name="Google Shape;920;p45"/>
            <p:cNvSpPr/>
            <p:nvPr/>
          </p:nvSpPr>
          <p:spPr>
            <a:xfrm>
              <a:off x="6411911" y="2502479"/>
              <a:ext cx="135647" cy="156471"/>
            </a:xfrm>
            <a:custGeom>
              <a:avLst/>
              <a:gdLst/>
              <a:ahLst/>
              <a:cxnLst/>
              <a:rect l="l" t="t" r="r" b="b"/>
              <a:pathLst>
                <a:path w="1648" h="1901" extrusionOk="0">
                  <a:moveTo>
                    <a:pt x="915" y="135"/>
                  </a:moveTo>
                  <a:cubicBezTo>
                    <a:pt x="1194" y="135"/>
                    <a:pt x="1435" y="253"/>
                    <a:pt x="1494" y="319"/>
                  </a:cubicBezTo>
                  <a:lnTo>
                    <a:pt x="1531" y="1534"/>
                  </a:lnTo>
                  <a:cubicBezTo>
                    <a:pt x="1360" y="1705"/>
                    <a:pt x="1133" y="1793"/>
                    <a:pt x="913" y="1793"/>
                  </a:cubicBezTo>
                  <a:cubicBezTo>
                    <a:pt x="775" y="1793"/>
                    <a:pt x="639" y="1758"/>
                    <a:pt x="520" y="1688"/>
                  </a:cubicBezTo>
                  <a:cubicBezTo>
                    <a:pt x="212" y="1505"/>
                    <a:pt x="125" y="1139"/>
                    <a:pt x="278" y="685"/>
                  </a:cubicBezTo>
                  <a:cubicBezTo>
                    <a:pt x="366" y="406"/>
                    <a:pt x="549" y="223"/>
                    <a:pt x="732" y="135"/>
                  </a:cubicBezTo>
                  <a:close/>
                  <a:moveTo>
                    <a:pt x="941" y="0"/>
                  </a:moveTo>
                  <a:cubicBezTo>
                    <a:pt x="862" y="0"/>
                    <a:pt x="782" y="12"/>
                    <a:pt x="703" y="40"/>
                  </a:cubicBezTo>
                  <a:cubicBezTo>
                    <a:pt x="461" y="106"/>
                    <a:pt x="278" y="319"/>
                    <a:pt x="154" y="655"/>
                  </a:cubicBezTo>
                  <a:cubicBezTo>
                    <a:pt x="0" y="1139"/>
                    <a:pt x="125" y="1571"/>
                    <a:pt x="461" y="1783"/>
                  </a:cubicBezTo>
                  <a:cubicBezTo>
                    <a:pt x="615" y="1871"/>
                    <a:pt x="762" y="1900"/>
                    <a:pt x="915" y="1900"/>
                  </a:cubicBezTo>
                  <a:cubicBezTo>
                    <a:pt x="1194" y="1900"/>
                    <a:pt x="1435" y="1812"/>
                    <a:pt x="1618" y="1600"/>
                  </a:cubicBezTo>
                  <a:lnTo>
                    <a:pt x="1648" y="1571"/>
                  </a:lnTo>
                  <a:lnTo>
                    <a:pt x="1618" y="289"/>
                  </a:lnTo>
                  <a:lnTo>
                    <a:pt x="1618" y="223"/>
                  </a:lnTo>
                  <a:cubicBezTo>
                    <a:pt x="1595" y="223"/>
                    <a:pt x="1284" y="0"/>
                    <a:pt x="94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1" name="Google Shape;921;p45"/>
            <p:cNvSpPr/>
            <p:nvPr/>
          </p:nvSpPr>
          <p:spPr>
            <a:xfrm>
              <a:off x="6447469" y="2535651"/>
              <a:ext cx="97702" cy="90706"/>
            </a:xfrm>
            <a:custGeom>
              <a:avLst/>
              <a:gdLst/>
              <a:ahLst/>
              <a:cxnLst/>
              <a:rect l="l" t="t" r="r" b="b"/>
              <a:pathLst>
                <a:path w="1187" h="1102" extrusionOk="0">
                  <a:moveTo>
                    <a:pt x="401" y="0"/>
                  </a:moveTo>
                  <a:cubicBezTo>
                    <a:pt x="186" y="0"/>
                    <a:pt x="29" y="157"/>
                    <a:pt x="29" y="157"/>
                  </a:cubicBezTo>
                  <a:lnTo>
                    <a:pt x="0" y="216"/>
                  </a:lnTo>
                  <a:lnTo>
                    <a:pt x="59" y="216"/>
                  </a:lnTo>
                  <a:cubicBezTo>
                    <a:pt x="59" y="216"/>
                    <a:pt x="242" y="33"/>
                    <a:pt x="454" y="33"/>
                  </a:cubicBezTo>
                  <a:cubicBezTo>
                    <a:pt x="608" y="69"/>
                    <a:pt x="732" y="128"/>
                    <a:pt x="820" y="252"/>
                  </a:cubicBezTo>
                  <a:cubicBezTo>
                    <a:pt x="1128" y="618"/>
                    <a:pt x="732" y="1072"/>
                    <a:pt x="732" y="1072"/>
                  </a:cubicBezTo>
                  <a:lnTo>
                    <a:pt x="732" y="1102"/>
                  </a:lnTo>
                  <a:lnTo>
                    <a:pt x="762" y="1102"/>
                  </a:lnTo>
                  <a:cubicBezTo>
                    <a:pt x="762" y="1102"/>
                    <a:pt x="1186" y="618"/>
                    <a:pt x="850" y="216"/>
                  </a:cubicBezTo>
                  <a:cubicBezTo>
                    <a:pt x="732" y="99"/>
                    <a:pt x="608" y="3"/>
                    <a:pt x="454" y="3"/>
                  </a:cubicBezTo>
                  <a:cubicBezTo>
                    <a:pt x="436" y="1"/>
                    <a:pt x="419" y="0"/>
                    <a:pt x="40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2" name="Google Shape;922;p45"/>
            <p:cNvSpPr/>
            <p:nvPr/>
          </p:nvSpPr>
          <p:spPr>
            <a:xfrm>
              <a:off x="6447469" y="2533510"/>
              <a:ext cx="100089" cy="95315"/>
            </a:xfrm>
            <a:custGeom>
              <a:avLst/>
              <a:gdLst/>
              <a:ahLst/>
              <a:cxnLst/>
              <a:rect l="l" t="t" r="r" b="b"/>
              <a:pathLst>
                <a:path w="1216" h="1158" extrusionOk="0">
                  <a:moveTo>
                    <a:pt x="425" y="0"/>
                  </a:moveTo>
                  <a:cubicBezTo>
                    <a:pt x="213" y="0"/>
                    <a:pt x="0" y="183"/>
                    <a:pt x="0" y="183"/>
                  </a:cubicBezTo>
                  <a:lnTo>
                    <a:pt x="0" y="212"/>
                  </a:lnTo>
                  <a:lnTo>
                    <a:pt x="0" y="242"/>
                  </a:lnTo>
                  <a:lnTo>
                    <a:pt x="59" y="242"/>
                  </a:lnTo>
                  <a:cubicBezTo>
                    <a:pt x="59" y="242"/>
                    <a:pt x="242" y="95"/>
                    <a:pt x="425" y="95"/>
                  </a:cubicBezTo>
                  <a:lnTo>
                    <a:pt x="454" y="95"/>
                  </a:lnTo>
                  <a:cubicBezTo>
                    <a:pt x="579" y="95"/>
                    <a:pt x="696" y="154"/>
                    <a:pt x="820" y="278"/>
                  </a:cubicBezTo>
                  <a:cubicBezTo>
                    <a:pt x="732" y="125"/>
                    <a:pt x="608" y="59"/>
                    <a:pt x="454" y="59"/>
                  </a:cubicBezTo>
                  <a:lnTo>
                    <a:pt x="425" y="59"/>
                  </a:lnTo>
                  <a:cubicBezTo>
                    <a:pt x="213" y="59"/>
                    <a:pt x="59" y="212"/>
                    <a:pt x="29" y="212"/>
                  </a:cubicBezTo>
                  <a:cubicBezTo>
                    <a:pt x="29" y="212"/>
                    <a:pt x="213" y="29"/>
                    <a:pt x="425" y="29"/>
                  </a:cubicBezTo>
                  <a:lnTo>
                    <a:pt x="454" y="29"/>
                  </a:lnTo>
                  <a:cubicBezTo>
                    <a:pt x="608" y="59"/>
                    <a:pt x="732" y="125"/>
                    <a:pt x="850" y="242"/>
                  </a:cubicBezTo>
                  <a:cubicBezTo>
                    <a:pt x="1157" y="644"/>
                    <a:pt x="762" y="1128"/>
                    <a:pt x="762" y="1128"/>
                  </a:cubicBezTo>
                  <a:cubicBezTo>
                    <a:pt x="762" y="1098"/>
                    <a:pt x="1157" y="608"/>
                    <a:pt x="820" y="278"/>
                  </a:cubicBezTo>
                  <a:lnTo>
                    <a:pt x="820" y="278"/>
                  </a:lnTo>
                  <a:cubicBezTo>
                    <a:pt x="1099" y="608"/>
                    <a:pt x="732" y="1069"/>
                    <a:pt x="732" y="1098"/>
                  </a:cubicBezTo>
                  <a:cubicBezTo>
                    <a:pt x="696" y="1098"/>
                    <a:pt x="696" y="1128"/>
                    <a:pt x="732" y="1157"/>
                  </a:cubicBezTo>
                  <a:lnTo>
                    <a:pt x="762" y="1157"/>
                  </a:lnTo>
                  <a:lnTo>
                    <a:pt x="791" y="1128"/>
                  </a:lnTo>
                  <a:cubicBezTo>
                    <a:pt x="791" y="1128"/>
                    <a:pt x="1216" y="644"/>
                    <a:pt x="879" y="242"/>
                  </a:cubicBezTo>
                  <a:cubicBezTo>
                    <a:pt x="762" y="95"/>
                    <a:pt x="608" y="29"/>
                    <a:pt x="45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3" name="Google Shape;923;p45"/>
            <p:cNvSpPr/>
            <p:nvPr/>
          </p:nvSpPr>
          <p:spPr>
            <a:xfrm>
              <a:off x="6472163" y="2571621"/>
              <a:ext cx="55559" cy="22224"/>
            </a:xfrm>
            <a:custGeom>
              <a:avLst/>
              <a:gdLst/>
              <a:ahLst/>
              <a:cxnLst/>
              <a:rect l="l" t="t" r="r" b="b"/>
              <a:pathLst>
                <a:path w="675" h="270" extrusionOk="0">
                  <a:moveTo>
                    <a:pt x="253" y="0"/>
                  </a:moveTo>
                  <a:cubicBezTo>
                    <a:pt x="122" y="0"/>
                    <a:pt x="14" y="43"/>
                    <a:pt x="0" y="57"/>
                  </a:cubicBezTo>
                  <a:lnTo>
                    <a:pt x="0" y="86"/>
                  </a:lnTo>
                  <a:lnTo>
                    <a:pt x="30" y="86"/>
                  </a:lnTo>
                  <a:cubicBezTo>
                    <a:pt x="30" y="86"/>
                    <a:pt x="138" y="48"/>
                    <a:pt x="269" y="48"/>
                  </a:cubicBezTo>
                  <a:cubicBezTo>
                    <a:pt x="399" y="48"/>
                    <a:pt x="553" y="86"/>
                    <a:pt x="645" y="240"/>
                  </a:cubicBezTo>
                  <a:cubicBezTo>
                    <a:pt x="645" y="269"/>
                    <a:pt x="645" y="269"/>
                    <a:pt x="674" y="269"/>
                  </a:cubicBezTo>
                  <a:lnTo>
                    <a:pt x="674" y="240"/>
                  </a:lnTo>
                  <a:cubicBezTo>
                    <a:pt x="564" y="50"/>
                    <a:pt x="394" y="0"/>
                    <a:pt x="253"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4" name="Google Shape;924;p45"/>
            <p:cNvSpPr/>
            <p:nvPr/>
          </p:nvSpPr>
          <p:spPr>
            <a:xfrm>
              <a:off x="6472163" y="2570057"/>
              <a:ext cx="57946" cy="23788"/>
            </a:xfrm>
            <a:custGeom>
              <a:avLst/>
              <a:gdLst/>
              <a:ahLst/>
              <a:cxnLst/>
              <a:rect l="l" t="t" r="r" b="b"/>
              <a:pathLst>
                <a:path w="704" h="289" extrusionOk="0">
                  <a:moveTo>
                    <a:pt x="0" y="76"/>
                  </a:moveTo>
                  <a:lnTo>
                    <a:pt x="0" y="105"/>
                  </a:lnTo>
                  <a:lnTo>
                    <a:pt x="30" y="105"/>
                  </a:lnTo>
                  <a:lnTo>
                    <a:pt x="0" y="76"/>
                  </a:lnTo>
                  <a:close/>
                  <a:moveTo>
                    <a:pt x="269" y="1"/>
                  </a:moveTo>
                  <a:cubicBezTo>
                    <a:pt x="123" y="1"/>
                    <a:pt x="0" y="47"/>
                    <a:pt x="0" y="47"/>
                  </a:cubicBezTo>
                  <a:lnTo>
                    <a:pt x="0" y="76"/>
                  </a:lnTo>
                  <a:lnTo>
                    <a:pt x="30" y="76"/>
                  </a:lnTo>
                  <a:cubicBezTo>
                    <a:pt x="30" y="76"/>
                    <a:pt x="128" y="41"/>
                    <a:pt x="254" y="41"/>
                  </a:cubicBezTo>
                  <a:cubicBezTo>
                    <a:pt x="392" y="41"/>
                    <a:pt x="563" y="83"/>
                    <a:pt x="674" y="259"/>
                  </a:cubicBezTo>
                  <a:lnTo>
                    <a:pt x="645" y="259"/>
                  </a:lnTo>
                  <a:cubicBezTo>
                    <a:pt x="550" y="105"/>
                    <a:pt x="396" y="47"/>
                    <a:pt x="249" y="47"/>
                  </a:cubicBezTo>
                  <a:cubicBezTo>
                    <a:pt x="125" y="47"/>
                    <a:pt x="30" y="76"/>
                    <a:pt x="30" y="105"/>
                  </a:cubicBezTo>
                  <a:cubicBezTo>
                    <a:pt x="46" y="105"/>
                    <a:pt x="134" y="80"/>
                    <a:pt x="240" y="80"/>
                  </a:cubicBezTo>
                  <a:cubicBezTo>
                    <a:pt x="372" y="80"/>
                    <a:pt x="530" y="118"/>
                    <a:pt x="615" y="288"/>
                  </a:cubicBezTo>
                  <a:lnTo>
                    <a:pt x="674" y="288"/>
                  </a:lnTo>
                  <a:cubicBezTo>
                    <a:pt x="703" y="288"/>
                    <a:pt x="703" y="259"/>
                    <a:pt x="674" y="230"/>
                  </a:cubicBezTo>
                  <a:cubicBezTo>
                    <a:pt x="583" y="47"/>
                    <a:pt x="414" y="1"/>
                    <a:pt x="26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5" name="Google Shape;925;p45"/>
            <p:cNvSpPr/>
            <p:nvPr/>
          </p:nvSpPr>
          <p:spPr>
            <a:xfrm>
              <a:off x="6474550" y="2204840"/>
              <a:ext cx="570244" cy="583907"/>
            </a:xfrm>
            <a:custGeom>
              <a:avLst/>
              <a:gdLst/>
              <a:ahLst/>
              <a:cxnLst/>
              <a:rect l="l" t="t" r="r" b="b"/>
              <a:pathLst>
                <a:path w="6926" h="7094" extrusionOk="0">
                  <a:moveTo>
                    <a:pt x="2914" y="0"/>
                  </a:moveTo>
                  <a:cubicBezTo>
                    <a:pt x="1876" y="0"/>
                    <a:pt x="1120" y="466"/>
                    <a:pt x="770" y="1342"/>
                  </a:cubicBezTo>
                  <a:cubicBezTo>
                    <a:pt x="770" y="1342"/>
                    <a:pt x="250" y="2470"/>
                    <a:pt x="96" y="4147"/>
                  </a:cubicBezTo>
                  <a:cubicBezTo>
                    <a:pt x="1" y="5458"/>
                    <a:pt x="953" y="6798"/>
                    <a:pt x="2534" y="7047"/>
                  </a:cubicBezTo>
                  <a:cubicBezTo>
                    <a:pt x="2748" y="7077"/>
                    <a:pt x="2964" y="7094"/>
                    <a:pt x="3179" y="7094"/>
                  </a:cubicBezTo>
                  <a:cubicBezTo>
                    <a:pt x="4464" y="7094"/>
                    <a:pt x="5709" y="6501"/>
                    <a:pt x="6261" y="4725"/>
                  </a:cubicBezTo>
                  <a:cubicBezTo>
                    <a:pt x="6928" y="2653"/>
                    <a:pt x="6378" y="940"/>
                    <a:pt x="4519" y="303"/>
                  </a:cubicBezTo>
                  <a:cubicBezTo>
                    <a:pt x="3931" y="99"/>
                    <a:pt x="3392" y="0"/>
                    <a:pt x="29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6" name="Google Shape;926;p45"/>
            <p:cNvSpPr/>
            <p:nvPr/>
          </p:nvSpPr>
          <p:spPr>
            <a:xfrm>
              <a:off x="6469776" y="2200396"/>
              <a:ext cx="582837" cy="594114"/>
            </a:xfrm>
            <a:custGeom>
              <a:avLst/>
              <a:gdLst/>
              <a:ahLst/>
              <a:cxnLst/>
              <a:rect l="l" t="t" r="r" b="b"/>
              <a:pathLst>
                <a:path w="7081" h="7218" extrusionOk="0">
                  <a:moveTo>
                    <a:pt x="2958" y="115"/>
                  </a:moveTo>
                  <a:cubicBezTo>
                    <a:pt x="3449" y="115"/>
                    <a:pt x="3969" y="203"/>
                    <a:pt x="4547" y="415"/>
                  </a:cubicBezTo>
                  <a:cubicBezTo>
                    <a:pt x="6283" y="994"/>
                    <a:pt x="6927" y="2612"/>
                    <a:pt x="6283" y="4750"/>
                  </a:cubicBezTo>
                  <a:cubicBezTo>
                    <a:pt x="5688" y="6684"/>
                    <a:pt x="4329" y="7085"/>
                    <a:pt x="3267" y="7085"/>
                  </a:cubicBezTo>
                  <a:cubicBezTo>
                    <a:pt x="3022" y="7085"/>
                    <a:pt x="2793" y="7063"/>
                    <a:pt x="2592" y="7035"/>
                  </a:cubicBezTo>
                  <a:cubicBezTo>
                    <a:pt x="974" y="6793"/>
                    <a:pt x="125" y="5424"/>
                    <a:pt x="212" y="4201"/>
                  </a:cubicBezTo>
                  <a:cubicBezTo>
                    <a:pt x="366" y="2553"/>
                    <a:pt x="886" y="1426"/>
                    <a:pt x="886" y="1426"/>
                  </a:cubicBezTo>
                  <a:cubicBezTo>
                    <a:pt x="1223" y="569"/>
                    <a:pt x="1955" y="115"/>
                    <a:pt x="2958" y="115"/>
                  </a:cubicBezTo>
                  <a:close/>
                  <a:moveTo>
                    <a:pt x="2990" y="1"/>
                  </a:moveTo>
                  <a:cubicBezTo>
                    <a:pt x="1915" y="1"/>
                    <a:pt x="1129" y="477"/>
                    <a:pt x="791" y="1360"/>
                  </a:cubicBezTo>
                  <a:cubicBezTo>
                    <a:pt x="762" y="1426"/>
                    <a:pt x="242" y="2553"/>
                    <a:pt x="95" y="4201"/>
                  </a:cubicBezTo>
                  <a:cubicBezTo>
                    <a:pt x="0" y="5453"/>
                    <a:pt x="886" y="6917"/>
                    <a:pt x="2563" y="7159"/>
                  </a:cubicBezTo>
                  <a:cubicBezTo>
                    <a:pt x="2805" y="7188"/>
                    <a:pt x="3024" y="7218"/>
                    <a:pt x="3237" y="7218"/>
                  </a:cubicBezTo>
                  <a:cubicBezTo>
                    <a:pt x="4789" y="7218"/>
                    <a:pt x="5917" y="6368"/>
                    <a:pt x="6378" y="4809"/>
                  </a:cubicBezTo>
                  <a:cubicBezTo>
                    <a:pt x="7081" y="2583"/>
                    <a:pt x="6407" y="906"/>
                    <a:pt x="4606" y="298"/>
                  </a:cubicBezTo>
                  <a:cubicBezTo>
                    <a:pt x="4018" y="98"/>
                    <a:pt x="3475" y="1"/>
                    <a:pt x="29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7" name="Google Shape;927;p45"/>
            <p:cNvSpPr/>
            <p:nvPr/>
          </p:nvSpPr>
          <p:spPr>
            <a:xfrm>
              <a:off x="6775892" y="2439264"/>
              <a:ext cx="105604" cy="57699"/>
            </a:xfrm>
            <a:custGeom>
              <a:avLst/>
              <a:gdLst/>
              <a:ahLst/>
              <a:cxnLst/>
              <a:rect l="l" t="t" r="r" b="b"/>
              <a:pathLst>
                <a:path w="1283" h="701" extrusionOk="0">
                  <a:moveTo>
                    <a:pt x="282" y="1"/>
                  </a:moveTo>
                  <a:cubicBezTo>
                    <a:pt x="171" y="1"/>
                    <a:pt x="111" y="47"/>
                    <a:pt x="67" y="105"/>
                  </a:cubicBezTo>
                  <a:cubicBezTo>
                    <a:pt x="1" y="230"/>
                    <a:pt x="96" y="413"/>
                    <a:pt x="404" y="537"/>
                  </a:cubicBezTo>
                  <a:cubicBezTo>
                    <a:pt x="600" y="646"/>
                    <a:pt x="757" y="701"/>
                    <a:pt x="877" y="701"/>
                  </a:cubicBezTo>
                  <a:cubicBezTo>
                    <a:pt x="958" y="701"/>
                    <a:pt x="1023" y="676"/>
                    <a:pt x="1070" y="625"/>
                  </a:cubicBezTo>
                  <a:cubicBezTo>
                    <a:pt x="1070" y="625"/>
                    <a:pt x="1282" y="413"/>
                    <a:pt x="799" y="171"/>
                  </a:cubicBezTo>
                  <a:cubicBezTo>
                    <a:pt x="554" y="47"/>
                    <a:pt x="393" y="1"/>
                    <a:pt x="282"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8" name="Google Shape;928;p45"/>
            <p:cNvSpPr/>
            <p:nvPr/>
          </p:nvSpPr>
          <p:spPr>
            <a:xfrm>
              <a:off x="6522784" y="2436301"/>
              <a:ext cx="110378" cy="50950"/>
            </a:xfrm>
            <a:custGeom>
              <a:avLst/>
              <a:gdLst/>
              <a:ahLst/>
              <a:cxnLst/>
              <a:rect l="l" t="t" r="r" b="b"/>
              <a:pathLst>
                <a:path w="1341" h="619" extrusionOk="0">
                  <a:moveTo>
                    <a:pt x="1058" y="1"/>
                  </a:moveTo>
                  <a:cubicBezTo>
                    <a:pt x="948" y="1"/>
                    <a:pt x="786" y="33"/>
                    <a:pt x="550" y="112"/>
                  </a:cubicBezTo>
                  <a:cubicBezTo>
                    <a:pt x="0" y="295"/>
                    <a:pt x="184" y="544"/>
                    <a:pt x="184" y="544"/>
                  </a:cubicBezTo>
                  <a:cubicBezTo>
                    <a:pt x="222" y="595"/>
                    <a:pt x="288" y="618"/>
                    <a:pt x="382" y="618"/>
                  </a:cubicBezTo>
                  <a:cubicBezTo>
                    <a:pt x="504" y="618"/>
                    <a:pt x="671" y="578"/>
                    <a:pt x="879" y="507"/>
                  </a:cubicBezTo>
                  <a:cubicBezTo>
                    <a:pt x="1187" y="420"/>
                    <a:pt x="1340" y="266"/>
                    <a:pt x="1282" y="141"/>
                  </a:cubicBezTo>
                  <a:cubicBezTo>
                    <a:pt x="1261" y="58"/>
                    <a:pt x="1205" y="1"/>
                    <a:pt x="1058"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29" name="Google Shape;929;p45"/>
            <p:cNvSpPr/>
            <p:nvPr/>
          </p:nvSpPr>
          <p:spPr>
            <a:xfrm>
              <a:off x="6570360" y="2528325"/>
              <a:ext cx="37451" cy="43213"/>
            </a:xfrm>
            <a:custGeom>
              <a:avLst/>
              <a:gdLst/>
              <a:ahLst/>
              <a:cxnLst/>
              <a:rect l="l" t="t" r="r" b="b"/>
              <a:pathLst>
                <a:path w="455" h="525" extrusionOk="0">
                  <a:moveTo>
                    <a:pt x="273" y="0"/>
                  </a:moveTo>
                  <a:cubicBezTo>
                    <a:pt x="263" y="0"/>
                    <a:pt x="252" y="1"/>
                    <a:pt x="243" y="5"/>
                  </a:cubicBezTo>
                  <a:cubicBezTo>
                    <a:pt x="118" y="5"/>
                    <a:pt x="1" y="122"/>
                    <a:pt x="30" y="246"/>
                  </a:cubicBezTo>
                  <a:cubicBezTo>
                    <a:pt x="30" y="400"/>
                    <a:pt x="118" y="524"/>
                    <a:pt x="243" y="524"/>
                  </a:cubicBezTo>
                  <a:cubicBezTo>
                    <a:pt x="367" y="524"/>
                    <a:pt x="455" y="400"/>
                    <a:pt x="455" y="246"/>
                  </a:cubicBezTo>
                  <a:cubicBezTo>
                    <a:pt x="455" y="108"/>
                    <a:pt x="361" y="0"/>
                    <a:pt x="2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0" name="Google Shape;930;p45"/>
            <p:cNvSpPr/>
            <p:nvPr/>
          </p:nvSpPr>
          <p:spPr>
            <a:xfrm>
              <a:off x="6775892" y="2533510"/>
              <a:ext cx="38110" cy="45271"/>
            </a:xfrm>
            <a:custGeom>
              <a:avLst/>
              <a:gdLst/>
              <a:ahLst/>
              <a:cxnLst/>
              <a:rect l="l" t="t" r="r" b="b"/>
              <a:pathLst>
                <a:path w="462" h="550" extrusionOk="0">
                  <a:moveTo>
                    <a:pt x="250" y="0"/>
                  </a:moveTo>
                  <a:cubicBezTo>
                    <a:pt x="125" y="0"/>
                    <a:pt x="1" y="125"/>
                    <a:pt x="37" y="278"/>
                  </a:cubicBezTo>
                  <a:cubicBezTo>
                    <a:pt x="37" y="425"/>
                    <a:pt x="125" y="549"/>
                    <a:pt x="250" y="549"/>
                  </a:cubicBezTo>
                  <a:cubicBezTo>
                    <a:pt x="367" y="549"/>
                    <a:pt x="462" y="425"/>
                    <a:pt x="462" y="278"/>
                  </a:cubicBezTo>
                  <a:cubicBezTo>
                    <a:pt x="462" y="125"/>
                    <a:pt x="338" y="0"/>
                    <a:pt x="2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1" name="Google Shape;931;p45"/>
            <p:cNvSpPr/>
            <p:nvPr/>
          </p:nvSpPr>
          <p:spPr>
            <a:xfrm>
              <a:off x="6648144" y="2405681"/>
              <a:ext cx="77865" cy="195980"/>
            </a:xfrm>
            <a:custGeom>
              <a:avLst/>
              <a:gdLst/>
              <a:ahLst/>
              <a:cxnLst/>
              <a:rect l="l" t="t" r="r" b="b"/>
              <a:pathLst>
                <a:path w="944" h="2381" extrusionOk="0">
                  <a:moveTo>
                    <a:pt x="791" y="1"/>
                  </a:moveTo>
                  <a:cubicBezTo>
                    <a:pt x="791" y="1"/>
                    <a:pt x="762" y="1"/>
                    <a:pt x="762" y="30"/>
                  </a:cubicBezTo>
                  <a:cubicBezTo>
                    <a:pt x="821" y="425"/>
                    <a:pt x="887" y="1495"/>
                    <a:pt x="791" y="1648"/>
                  </a:cubicBezTo>
                  <a:cubicBezTo>
                    <a:pt x="765" y="1688"/>
                    <a:pt x="724" y="1710"/>
                    <a:pt x="668" y="1710"/>
                  </a:cubicBezTo>
                  <a:cubicBezTo>
                    <a:pt x="601" y="1710"/>
                    <a:pt x="511" y="1679"/>
                    <a:pt x="396" y="1612"/>
                  </a:cubicBezTo>
                  <a:cubicBezTo>
                    <a:pt x="349" y="1590"/>
                    <a:pt x="308" y="1580"/>
                    <a:pt x="271" y="1580"/>
                  </a:cubicBezTo>
                  <a:cubicBezTo>
                    <a:pt x="210" y="1580"/>
                    <a:pt x="162" y="1607"/>
                    <a:pt x="125" y="1648"/>
                  </a:cubicBezTo>
                  <a:cubicBezTo>
                    <a:pt x="30" y="1736"/>
                    <a:pt x="1" y="1949"/>
                    <a:pt x="88" y="2102"/>
                  </a:cubicBezTo>
                  <a:cubicBezTo>
                    <a:pt x="184" y="2285"/>
                    <a:pt x="367" y="2381"/>
                    <a:pt x="367" y="2381"/>
                  </a:cubicBezTo>
                  <a:lnTo>
                    <a:pt x="396" y="2381"/>
                  </a:lnTo>
                  <a:lnTo>
                    <a:pt x="396" y="2344"/>
                  </a:lnTo>
                  <a:cubicBezTo>
                    <a:pt x="425" y="2344"/>
                    <a:pt x="396" y="2344"/>
                    <a:pt x="396" y="2315"/>
                  </a:cubicBezTo>
                  <a:cubicBezTo>
                    <a:pt x="396" y="2315"/>
                    <a:pt x="213" y="2256"/>
                    <a:pt x="125" y="2073"/>
                  </a:cubicBezTo>
                  <a:cubicBezTo>
                    <a:pt x="59" y="1949"/>
                    <a:pt x="59" y="1765"/>
                    <a:pt x="154" y="1678"/>
                  </a:cubicBezTo>
                  <a:cubicBezTo>
                    <a:pt x="188" y="1640"/>
                    <a:pt x="221" y="1624"/>
                    <a:pt x="262" y="1624"/>
                  </a:cubicBezTo>
                  <a:cubicBezTo>
                    <a:pt x="292" y="1624"/>
                    <a:pt x="326" y="1633"/>
                    <a:pt x="367" y="1648"/>
                  </a:cubicBezTo>
                  <a:lnTo>
                    <a:pt x="367" y="1678"/>
                  </a:lnTo>
                  <a:cubicBezTo>
                    <a:pt x="485" y="1737"/>
                    <a:pt x="575" y="1759"/>
                    <a:pt x="645" y="1759"/>
                  </a:cubicBezTo>
                  <a:cubicBezTo>
                    <a:pt x="757" y="1759"/>
                    <a:pt x="817" y="1702"/>
                    <a:pt x="857" y="1648"/>
                  </a:cubicBezTo>
                  <a:cubicBezTo>
                    <a:pt x="945" y="1495"/>
                    <a:pt x="821" y="184"/>
                    <a:pt x="821" y="30"/>
                  </a:cubicBezTo>
                  <a:cubicBezTo>
                    <a:pt x="821" y="1"/>
                    <a:pt x="791" y="1"/>
                    <a:pt x="791"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2" name="Google Shape;932;p45"/>
            <p:cNvSpPr/>
            <p:nvPr/>
          </p:nvSpPr>
          <p:spPr>
            <a:xfrm>
              <a:off x="6648144" y="2402717"/>
              <a:ext cx="77865" cy="198943"/>
            </a:xfrm>
            <a:custGeom>
              <a:avLst/>
              <a:gdLst/>
              <a:ahLst/>
              <a:cxnLst/>
              <a:rect l="l" t="t" r="r" b="b"/>
              <a:pathLst>
                <a:path w="944" h="2417" extrusionOk="0">
                  <a:moveTo>
                    <a:pt x="791" y="66"/>
                  </a:moveTo>
                  <a:cubicBezTo>
                    <a:pt x="857" y="586"/>
                    <a:pt x="916" y="1560"/>
                    <a:pt x="821" y="1684"/>
                  </a:cubicBezTo>
                  <a:cubicBezTo>
                    <a:pt x="916" y="1501"/>
                    <a:pt x="791" y="67"/>
                    <a:pt x="791" y="66"/>
                  </a:cubicBezTo>
                  <a:close/>
                  <a:moveTo>
                    <a:pt x="821" y="1684"/>
                  </a:moveTo>
                  <a:lnTo>
                    <a:pt x="821" y="1684"/>
                  </a:lnTo>
                  <a:cubicBezTo>
                    <a:pt x="791" y="1743"/>
                    <a:pt x="738" y="1772"/>
                    <a:pt x="666" y="1772"/>
                  </a:cubicBezTo>
                  <a:cubicBezTo>
                    <a:pt x="664" y="1772"/>
                    <a:pt x="662" y="1772"/>
                    <a:pt x="660" y="1772"/>
                  </a:cubicBezTo>
                  <a:lnTo>
                    <a:pt x="660" y="1772"/>
                  </a:lnTo>
                  <a:cubicBezTo>
                    <a:pt x="726" y="1771"/>
                    <a:pt x="778" y="1741"/>
                    <a:pt x="821" y="1684"/>
                  </a:cubicBezTo>
                  <a:close/>
                  <a:moveTo>
                    <a:pt x="259" y="1629"/>
                  </a:moveTo>
                  <a:cubicBezTo>
                    <a:pt x="292" y="1629"/>
                    <a:pt x="329" y="1636"/>
                    <a:pt x="367" y="1648"/>
                  </a:cubicBezTo>
                  <a:lnTo>
                    <a:pt x="396" y="1684"/>
                  </a:lnTo>
                  <a:lnTo>
                    <a:pt x="367" y="1684"/>
                  </a:lnTo>
                  <a:cubicBezTo>
                    <a:pt x="329" y="1658"/>
                    <a:pt x="297" y="1647"/>
                    <a:pt x="269" y="1647"/>
                  </a:cubicBezTo>
                  <a:cubicBezTo>
                    <a:pt x="225" y="1647"/>
                    <a:pt x="190" y="1674"/>
                    <a:pt x="154" y="1714"/>
                  </a:cubicBezTo>
                  <a:cubicBezTo>
                    <a:pt x="59" y="1801"/>
                    <a:pt x="30" y="1985"/>
                    <a:pt x="125" y="2138"/>
                  </a:cubicBezTo>
                  <a:cubicBezTo>
                    <a:pt x="184" y="2292"/>
                    <a:pt x="396" y="2380"/>
                    <a:pt x="396" y="2380"/>
                  </a:cubicBezTo>
                  <a:cubicBezTo>
                    <a:pt x="367" y="2380"/>
                    <a:pt x="184" y="2292"/>
                    <a:pt x="88" y="2138"/>
                  </a:cubicBezTo>
                  <a:cubicBezTo>
                    <a:pt x="30" y="1985"/>
                    <a:pt x="30" y="1772"/>
                    <a:pt x="154" y="1684"/>
                  </a:cubicBezTo>
                  <a:cubicBezTo>
                    <a:pt x="172" y="1645"/>
                    <a:pt x="211" y="1629"/>
                    <a:pt x="259" y="1629"/>
                  </a:cubicBezTo>
                  <a:close/>
                  <a:moveTo>
                    <a:pt x="791" y="0"/>
                  </a:moveTo>
                  <a:lnTo>
                    <a:pt x="762" y="37"/>
                  </a:lnTo>
                  <a:lnTo>
                    <a:pt x="762" y="66"/>
                  </a:lnTo>
                  <a:cubicBezTo>
                    <a:pt x="791" y="615"/>
                    <a:pt x="857" y="1560"/>
                    <a:pt x="791" y="1648"/>
                  </a:cubicBezTo>
                  <a:cubicBezTo>
                    <a:pt x="764" y="1706"/>
                    <a:pt x="722" y="1730"/>
                    <a:pt x="664" y="1730"/>
                  </a:cubicBezTo>
                  <a:cubicBezTo>
                    <a:pt x="597" y="1730"/>
                    <a:pt x="509" y="1698"/>
                    <a:pt x="396" y="1648"/>
                  </a:cubicBezTo>
                  <a:cubicBezTo>
                    <a:pt x="334" y="1618"/>
                    <a:pt x="281" y="1604"/>
                    <a:pt x="236" y="1604"/>
                  </a:cubicBezTo>
                  <a:cubicBezTo>
                    <a:pt x="191" y="1604"/>
                    <a:pt x="154" y="1618"/>
                    <a:pt x="125" y="1648"/>
                  </a:cubicBezTo>
                  <a:cubicBezTo>
                    <a:pt x="1" y="1772"/>
                    <a:pt x="1" y="1985"/>
                    <a:pt x="59" y="2138"/>
                  </a:cubicBezTo>
                  <a:cubicBezTo>
                    <a:pt x="154" y="2321"/>
                    <a:pt x="367" y="2417"/>
                    <a:pt x="367" y="2417"/>
                  </a:cubicBezTo>
                  <a:lnTo>
                    <a:pt x="425" y="2417"/>
                  </a:lnTo>
                  <a:cubicBezTo>
                    <a:pt x="425" y="2380"/>
                    <a:pt x="425" y="2351"/>
                    <a:pt x="396" y="2351"/>
                  </a:cubicBezTo>
                  <a:cubicBezTo>
                    <a:pt x="396" y="2351"/>
                    <a:pt x="213" y="2263"/>
                    <a:pt x="154" y="2109"/>
                  </a:cubicBezTo>
                  <a:cubicBezTo>
                    <a:pt x="59" y="1985"/>
                    <a:pt x="88" y="1801"/>
                    <a:pt x="184" y="1714"/>
                  </a:cubicBezTo>
                  <a:cubicBezTo>
                    <a:pt x="198" y="1699"/>
                    <a:pt x="220" y="1692"/>
                    <a:pt x="250" y="1692"/>
                  </a:cubicBezTo>
                  <a:cubicBezTo>
                    <a:pt x="281" y="1692"/>
                    <a:pt x="319" y="1699"/>
                    <a:pt x="367" y="1714"/>
                  </a:cubicBezTo>
                  <a:cubicBezTo>
                    <a:pt x="501" y="1781"/>
                    <a:pt x="598" y="1806"/>
                    <a:pt x="671" y="1806"/>
                  </a:cubicBezTo>
                  <a:cubicBezTo>
                    <a:pt x="766" y="1806"/>
                    <a:pt x="820" y="1763"/>
                    <a:pt x="857" y="1714"/>
                  </a:cubicBezTo>
                  <a:cubicBezTo>
                    <a:pt x="945" y="1531"/>
                    <a:pt x="857" y="308"/>
                    <a:pt x="821" y="66"/>
                  </a:cubicBezTo>
                  <a:cubicBezTo>
                    <a:pt x="821" y="37"/>
                    <a:pt x="821" y="0"/>
                    <a:pt x="79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3" name="Google Shape;933;p45"/>
            <p:cNvSpPr/>
            <p:nvPr/>
          </p:nvSpPr>
          <p:spPr>
            <a:xfrm>
              <a:off x="6683127" y="2634095"/>
              <a:ext cx="53090" cy="34241"/>
            </a:xfrm>
            <a:custGeom>
              <a:avLst/>
              <a:gdLst/>
              <a:ahLst/>
              <a:cxnLst/>
              <a:rect l="l" t="t" r="r" b="b"/>
              <a:pathLst>
                <a:path w="645" h="416" extrusionOk="0">
                  <a:moveTo>
                    <a:pt x="645" y="1"/>
                  </a:moveTo>
                  <a:lnTo>
                    <a:pt x="645" y="1"/>
                  </a:lnTo>
                  <a:cubicBezTo>
                    <a:pt x="432" y="60"/>
                    <a:pt x="183" y="155"/>
                    <a:pt x="0" y="272"/>
                  </a:cubicBezTo>
                  <a:cubicBezTo>
                    <a:pt x="74" y="346"/>
                    <a:pt x="161" y="415"/>
                    <a:pt x="268" y="415"/>
                  </a:cubicBezTo>
                  <a:cubicBezTo>
                    <a:pt x="299" y="415"/>
                    <a:pt x="332" y="409"/>
                    <a:pt x="366" y="396"/>
                  </a:cubicBezTo>
                  <a:cubicBezTo>
                    <a:pt x="549" y="338"/>
                    <a:pt x="615" y="155"/>
                    <a:pt x="64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4" name="Google Shape;934;p45"/>
            <p:cNvSpPr/>
            <p:nvPr/>
          </p:nvSpPr>
          <p:spPr>
            <a:xfrm>
              <a:off x="6680657" y="2631708"/>
              <a:ext cx="57946" cy="39838"/>
            </a:xfrm>
            <a:custGeom>
              <a:avLst/>
              <a:gdLst/>
              <a:ahLst/>
              <a:cxnLst/>
              <a:rect l="l" t="t" r="r" b="b"/>
              <a:pathLst>
                <a:path w="704" h="482" extrusionOk="0">
                  <a:moveTo>
                    <a:pt x="645" y="59"/>
                  </a:moveTo>
                  <a:lnTo>
                    <a:pt x="645" y="59"/>
                  </a:lnTo>
                  <a:cubicBezTo>
                    <a:pt x="609" y="213"/>
                    <a:pt x="521" y="330"/>
                    <a:pt x="367" y="396"/>
                  </a:cubicBezTo>
                  <a:cubicBezTo>
                    <a:pt x="345" y="403"/>
                    <a:pt x="323" y="407"/>
                    <a:pt x="301" y="407"/>
                  </a:cubicBezTo>
                  <a:cubicBezTo>
                    <a:pt x="233" y="407"/>
                    <a:pt x="162" y="373"/>
                    <a:pt x="96" y="301"/>
                  </a:cubicBezTo>
                  <a:cubicBezTo>
                    <a:pt x="213" y="213"/>
                    <a:pt x="396" y="147"/>
                    <a:pt x="645" y="59"/>
                  </a:cubicBezTo>
                  <a:close/>
                  <a:moveTo>
                    <a:pt x="675" y="1"/>
                  </a:moveTo>
                  <a:cubicBezTo>
                    <a:pt x="396" y="59"/>
                    <a:pt x="184" y="147"/>
                    <a:pt x="1" y="272"/>
                  </a:cubicBezTo>
                  <a:lnTo>
                    <a:pt x="1" y="301"/>
                  </a:lnTo>
                  <a:lnTo>
                    <a:pt x="1" y="330"/>
                  </a:lnTo>
                  <a:cubicBezTo>
                    <a:pt x="96" y="425"/>
                    <a:pt x="184" y="484"/>
                    <a:pt x="308" y="484"/>
                  </a:cubicBezTo>
                  <a:cubicBezTo>
                    <a:pt x="338" y="484"/>
                    <a:pt x="367" y="455"/>
                    <a:pt x="396" y="455"/>
                  </a:cubicBezTo>
                  <a:cubicBezTo>
                    <a:pt x="579" y="396"/>
                    <a:pt x="675" y="184"/>
                    <a:pt x="704" y="30"/>
                  </a:cubicBezTo>
                  <a:lnTo>
                    <a:pt x="70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5" name="Google Shape;935;p45"/>
            <p:cNvSpPr/>
            <p:nvPr/>
          </p:nvSpPr>
          <p:spPr>
            <a:xfrm>
              <a:off x="6670451" y="2619032"/>
              <a:ext cx="68153" cy="37451"/>
            </a:xfrm>
            <a:custGeom>
              <a:avLst/>
              <a:gdLst/>
              <a:ahLst/>
              <a:cxnLst/>
              <a:rect l="l" t="t" r="r" b="b"/>
              <a:pathLst>
                <a:path w="826" h="455" extrusionOk="0">
                  <a:moveTo>
                    <a:pt x="828" y="1"/>
                  </a:moveTo>
                  <a:cubicBezTo>
                    <a:pt x="828" y="1"/>
                    <a:pt x="279" y="30"/>
                    <a:pt x="0" y="243"/>
                  </a:cubicBezTo>
                  <a:cubicBezTo>
                    <a:pt x="0" y="243"/>
                    <a:pt x="66" y="367"/>
                    <a:pt x="154" y="455"/>
                  </a:cubicBezTo>
                  <a:cubicBezTo>
                    <a:pt x="337" y="338"/>
                    <a:pt x="586" y="243"/>
                    <a:pt x="799" y="184"/>
                  </a:cubicBezTo>
                  <a:cubicBezTo>
                    <a:pt x="828" y="89"/>
                    <a:pt x="828" y="1"/>
                    <a:pt x="8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6" name="Google Shape;936;p45"/>
            <p:cNvSpPr/>
            <p:nvPr/>
          </p:nvSpPr>
          <p:spPr>
            <a:xfrm>
              <a:off x="6668064" y="2616645"/>
              <a:ext cx="73009" cy="42307"/>
            </a:xfrm>
            <a:custGeom>
              <a:avLst/>
              <a:gdLst/>
              <a:ahLst/>
              <a:cxnLst/>
              <a:rect l="l" t="t" r="r" b="b"/>
              <a:pathLst>
                <a:path w="885" h="514" extrusionOk="0">
                  <a:moveTo>
                    <a:pt x="828" y="59"/>
                  </a:moveTo>
                  <a:lnTo>
                    <a:pt x="828" y="184"/>
                  </a:lnTo>
                  <a:cubicBezTo>
                    <a:pt x="549" y="242"/>
                    <a:pt x="337" y="330"/>
                    <a:pt x="183" y="455"/>
                  </a:cubicBezTo>
                  <a:cubicBezTo>
                    <a:pt x="125" y="396"/>
                    <a:pt x="95" y="301"/>
                    <a:pt x="95" y="272"/>
                  </a:cubicBezTo>
                  <a:cubicBezTo>
                    <a:pt x="308" y="118"/>
                    <a:pt x="703" y="88"/>
                    <a:pt x="828" y="59"/>
                  </a:cubicBezTo>
                  <a:close/>
                  <a:moveTo>
                    <a:pt x="857" y="1"/>
                  </a:moveTo>
                  <a:cubicBezTo>
                    <a:pt x="828" y="1"/>
                    <a:pt x="308" y="30"/>
                    <a:pt x="29" y="242"/>
                  </a:cubicBezTo>
                  <a:cubicBezTo>
                    <a:pt x="0" y="242"/>
                    <a:pt x="0" y="242"/>
                    <a:pt x="0" y="272"/>
                  </a:cubicBezTo>
                  <a:cubicBezTo>
                    <a:pt x="0" y="272"/>
                    <a:pt x="66" y="396"/>
                    <a:pt x="154" y="513"/>
                  </a:cubicBezTo>
                  <a:lnTo>
                    <a:pt x="213" y="513"/>
                  </a:lnTo>
                  <a:cubicBezTo>
                    <a:pt x="366" y="396"/>
                    <a:pt x="579" y="301"/>
                    <a:pt x="857" y="242"/>
                  </a:cubicBezTo>
                  <a:lnTo>
                    <a:pt x="857" y="213"/>
                  </a:lnTo>
                  <a:cubicBezTo>
                    <a:pt x="886" y="118"/>
                    <a:pt x="886" y="59"/>
                    <a:pt x="886" y="30"/>
                  </a:cubicBezTo>
                  <a:lnTo>
                    <a:pt x="85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7" name="Google Shape;937;p45"/>
            <p:cNvSpPr/>
            <p:nvPr/>
          </p:nvSpPr>
          <p:spPr>
            <a:xfrm>
              <a:off x="6402198" y="2151914"/>
              <a:ext cx="758404" cy="417476"/>
            </a:xfrm>
            <a:custGeom>
              <a:avLst/>
              <a:gdLst/>
              <a:ahLst/>
              <a:cxnLst/>
              <a:rect l="l" t="t" r="r" b="b"/>
              <a:pathLst>
                <a:path w="9214" h="5072" extrusionOk="0">
                  <a:moveTo>
                    <a:pt x="5301" y="0"/>
                  </a:moveTo>
                  <a:cubicBezTo>
                    <a:pt x="4862" y="0"/>
                    <a:pt x="4406" y="75"/>
                    <a:pt x="3875" y="155"/>
                  </a:cubicBezTo>
                  <a:cubicBezTo>
                    <a:pt x="3875" y="155"/>
                    <a:pt x="3683" y="106"/>
                    <a:pt x="3369" y="106"/>
                  </a:cubicBezTo>
                  <a:cubicBezTo>
                    <a:pt x="3018" y="106"/>
                    <a:pt x="2513" y="167"/>
                    <a:pt x="1949" y="426"/>
                  </a:cubicBezTo>
                  <a:cubicBezTo>
                    <a:pt x="1" y="1253"/>
                    <a:pt x="396" y="4182"/>
                    <a:pt x="396" y="4182"/>
                  </a:cubicBezTo>
                  <a:cubicBezTo>
                    <a:pt x="513" y="4299"/>
                    <a:pt x="652" y="4350"/>
                    <a:pt x="807" y="4350"/>
                  </a:cubicBezTo>
                  <a:cubicBezTo>
                    <a:pt x="1912" y="4350"/>
                    <a:pt x="3809" y="1766"/>
                    <a:pt x="3809" y="1766"/>
                  </a:cubicBezTo>
                  <a:cubicBezTo>
                    <a:pt x="4424" y="4182"/>
                    <a:pt x="7382" y="4973"/>
                    <a:pt x="7382" y="4973"/>
                  </a:cubicBezTo>
                  <a:cubicBezTo>
                    <a:pt x="7540" y="5040"/>
                    <a:pt x="7686" y="5072"/>
                    <a:pt x="7820" y="5072"/>
                  </a:cubicBezTo>
                  <a:cubicBezTo>
                    <a:pt x="9076" y="5072"/>
                    <a:pt x="9214" y="2308"/>
                    <a:pt x="7777" y="1070"/>
                  </a:cubicBezTo>
                  <a:cubicBezTo>
                    <a:pt x="6789" y="231"/>
                    <a:pt x="6070" y="0"/>
                    <a:pt x="530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8" name="Google Shape;938;p45"/>
            <p:cNvSpPr/>
            <p:nvPr/>
          </p:nvSpPr>
          <p:spPr>
            <a:xfrm>
              <a:off x="7092379" y="2412924"/>
              <a:ext cx="206187" cy="861374"/>
            </a:xfrm>
            <a:custGeom>
              <a:avLst/>
              <a:gdLst/>
              <a:ahLst/>
              <a:cxnLst/>
              <a:rect l="l" t="t" r="r" b="b"/>
              <a:pathLst>
                <a:path w="2505" h="10465" extrusionOk="0">
                  <a:moveTo>
                    <a:pt x="125" y="1"/>
                  </a:moveTo>
                  <a:cubicBezTo>
                    <a:pt x="0" y="608"/>
                    <a:pt x="183" y="1282"/>
                    <a:pt x="549" y="1802"/>
                  </a:cubicBezTo>
                  <a:cubicBezTo>
                    <a:pt x="674" y="1985"/>
                    <a:pt x="857" y="2139"/>
                    <a:pt x="1011" y="2322"/>
                  </a:cubicBezTo>
                  <a:cubicBezTo>
                    <a:pt x="1282" y="2593"/>
                    <a:pt x="1560" y="2871"/>
                    <a:pt x="1684" y="3237"/>
                  </a:cubicBezTo>
                  <a:cubicBezTo>
                    <a:pt x="1831" y="3691"/>
                    <a:pt x="1743" y="4152"/>
                    <a:pt x="1618" y="4636"/>
                  </a:cubicBezTo>
                  <a:cubicBezTo>
                    <a:pt x="1531" y="5002"/>
                    <a:pt x="1465" y="5368"/>
                    <a:pt x="1465" y="5734"/>
                  </a:cubicBezTo>
                  <a:cubicBezTo>
                    <a:pt x="1501" y="6166"/>
                    <a:pt x="1684" y="6591"/>
                    <a:pt x="1867" y="6957"/>
                  </a:cubicBezTo>
                  <a:cubicBezTo>
                    <a:pt x="1985" y="7199"/>
                    <a:pt x="2080" y="7448"/>
                    <a:pt x="2168" y="7689"/>
                  </a:cubicBezTo>
                  <a:cubicBezTo>
                    <a:pt x="2446" y="8634"/>
                    <a:pt x="2233" y="9674"/>
                    <a:pt x="1618" y="10435"/>
                  </a:cubicBezTo>
                  <a:lnTo>
                    <a:pt x="1684" y="10464"/>
                  </a:lnTo>
                  <a:cubicBezTo>
                    <a:pt x="2292" y="9703"/>
                    <a:pt x="2504" y="8634"/>
                    <a:pt x="2197" y="7689"/>
                  </a:cubicBezTo>
                  <a:cubicBezTo>
                    <a:pt x="2138" y="7418"/>
                    <a:pt x="2014" y="7169"/>
                    <a:pt x="1926" y="6957"/>
                  </a:cubicBezTo>
                  <a:cubicBezTo>
                    <a:pt x="1743" y="6561"/>
                    <a:pt x="1560" y="6166"/>
                    <a:pt x="1531" y="5734"/>
                  </a:cubicBezTo>
                  <a:cubicBezTo>
                    <a:pt x="1501" y="5368"/>
                    <a:pt x="1589" y="5002"/>
                    <a:pt x="1684" y="4672"/>
                  </a:cubicBezTo>
                  <a:cubicBezTo>
                    <a:pt x="1772" y="4182"/>
                    <a:pt x="1897" y="3691"/>
                    <a:pt x="1743" y="3237"/>
                  </a:cubicBezTo>
                  <a:cubicBezTo>
                    <a:pt x="1618" y="2842"/>
                    <a:pt x="1318" y="2563"/>
                    <a:pt x="1040" y="2256"/>
                  </a:cubicBezTo>
                  <a:cubicBezTo>
                    <a:pt x="886" y="2109"/>
                    <a:pt x="703" y="1956"/>
                    <a:pt x="586" y="1773"/>
                  </a:cubicBezTo>
                  <a:cubicBezTo>
                    <a:pt x="220" y="1282"/>
                    <a:pt x="66" y="608"/>
                    <a:pt x="154"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39" name="Google Shape;939;p45"/>
            <p:cNvSpPr/>
            <p:nvPr/>
          </p:nvSpPr>
          <p:spPr>
            <a:xfrm>
              <a:off x="6703622" y="2234555"/>
              <a:ext cx="434021" cy="354591"/>
            </a:xfrm>
            <a:custGeom>
              <a:avLst/>
              <a:gdLst/>
              <a:ahLst/>
              <a:cxnLst/>
              <a:rect l="l" t="t" r="r" b="b"/>
              <a:pathLst>
                <a:path w="5273" h="4308" extrusionOk="0">
                  <a:moveTo>
                    <a:pt x="0" y="0"/>
                  </a:moveTo>
                  <a:cubicBezTo>
                    <a:pt x="183" y="1223"/>
                    <a:pt x="850" y="2380"/>
                    <a:pt x="1794" y="3178"/>
                  </a:cubicBezTo>
                  <a:cubicBezTo>
                    <a:pt x="2715" y="3887"/>
                    <a:pt x="3856" y="4307"/>
                    <a:pt x="5010" y="4307"/>
                  </a:cubicBezTo>
                  <a:cubicBezTo>
                    <a:pt x="5048" y="4307"/>
                    <a:pt x="5087" y="4307"/>
                    <a:pt x="5126" y="4306"/>
                  </a:cubicBezTo>
                  <a:lnTo>
                    <a:pt x="5272" y="4306"/>
                  </a:lnTo>
                  <a:lnTo>
                    <a:pt x="5272" y="4240"/>
                  </a:lnTo>
                  <a:cubicBezTo>
                    <a:pt x="5183" y="4245"/>
                    <a:pt x="5093" y="4247"/>
                    <a:pt x="5004" y="4247"/>
                  </a:cubicBezTo>
                  <a:cubicBezTo>
                    <a:pt x="3853" y="4247"/>
                    <a:pt x="2735" y="3855"/>
                    <a:pt x="1831" y="3142"/>
                  </a:cubicBezTo>
                  <a:cubicBezTo>
                    <a:pt x="879" y="2351"/>
                    <a:pt x="242" y="1223"/>
                    <a:pt x="59"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0" name="Google Shape;940;p45"/>
            <p:cNvSpPr/>
            <p:nvPr/>
          </p:nvSpPr>
          <p:spPr>
            <a:xfrm>
              <a:off x="6449856" y="2179653"/>
              <a:ext cx="326112" cy="308663"/>
            </a:xfrm>
            <a:custGeom>
              <a:avLst/>
              <a:gdLst/>
              <a:ahLst/>
              <a:cxnLst/>
              <a:rect l="l" t="t" r="r" b="b"/>
              <a:pathLst>
                <a:path w="3962" h="3749" extrusionOk="0">
                  <a:moveTo>
                    <a:pt x="3903" y="1"/>
                  </a:moveTo>
                  <a:cubicBezTo>
                    <a:pt x="3354" y="1795"/>
                    <a:pt x="1831" y="3259"/>
                    <a:pt x="0" y="3721"/>
                  </a:cubicBezTo>
                  <a:lnTo>
                    <a:pt x="0" y="3750"/>
                  </a:lnTo>
                  <a:cubicBezTo>
                    <a:pt x="1860" y="3296"/>
                    <a:pt x="3413" y="1831"/>
                    <a:pt x="3962"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1" name="Google Shape;941;p45"/>
            <p:cNvSpPr/>
            <p:nvPr/>
          </p:nvSpPr>
          <p:spPr>
            <a:xfrm>
              <a:off x="6881415" y="2864979"/>
              <a:ext cx="268907" cy="475011"/>
            </a:xfrm>
            <a:custGeom>
              <a:avLst/>
              <a:gdLst/>
              <a:ahLst/>
              <a:cxnLst/>
              <a:rect l="l" t="t" r="r" b="b"/>
              <a:pathLst>
                <a:path w="3267" h="5771" extrusionOk="0">
                  <a:moveTo>
                    <a:pt x="1135" y="0"/>
                  </a:moveTo>
                  <a:cubicBezTo>
                    <a:pt x="1135" y="0"/>
                    <a:pt x="0" y="762"/>
                    <a:pt x="828" y="3391"/>
                  </a:cubicBezTo>
                  <a:cubicBezTo>
                    <a:pt x="952" y="3757"/>
                    <a:pt x="1252" y="4701"/>
                    <a:pt x="1589" y="5770"/>
                  </a:cubicBezTo>
                  <a:lnTo>
                    <a:pt x="3178" y="4943"/>
                  </a:lnTo>
                  <a:cubicBezTo>
                    <a:pt x="3266" y="4701"/>
                    <a:pt x="3208" y="4394"/>
                    <a:pt x="2966" y="3720"/>
                  </a:cubicBezTo>
                  <a:cubicBezTo>
                    <a:pt x="2234" y="1194"/>
                    <a:pt x="1501" y="367"/>
                    <a:pt x="11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2" name="Google Shape;942;p45"/>
            <p:cNvSpPr/>
            <p:nvPr/>
          </p:nvSpPr>
          <p:spPr>
            <a:xfrm>
              <a:off x="6876558" y="2860781"/>
              <a:ext cx="279113" cy="484065"/>
            </a:xfrm>
            <a:custGeom>
              <a:avLst/>
              <a:gdLst/>
              <a:ahLst/>
              <a:cxnLst/>
              <a:rect l="l" t="t" r="r" b="b"/>
              <a:pathLst>
                <a:path w="3391" h="5881" extrusionOk="0">
                  <a:moveTo>
                    <a:pt x="1204" y="0"/>
                  </a:moveTo>
                  <a:cubicBezTo>
                    <a:pt x="1192" y="0"/>
                    <a:pt x="1176" y="7"/>
                    <a:pt x="1158" y="22"/>
                  </a:cubicBezTo>
                  <a:cubicBezTo>
                    <a:pt x="1099" y="51"/>
                    <a:pt x="1" y="842"/>
                    <a:pt x="828" y="3471"/>
                  </a:cubicBezTo>
                  <a:cubicBezTo>
                    <a:pt x="945" y="3771"/>
                    <a:pt x="1194" y="4569"/>
                    <a:pt x="1590" y="5851"/>
                  </a:cubicBezTo>
                  <a:cubicBezTo>
                    <a:pt x="1590" y="5880"/>
                    <a:pt x="1619" y="5880"/>
                    <a:pt x="1648" y="5880"/>
                  </a:cubicBezTo>
                  <a:lnTo>
                    <a:pt x="1678" y="5880"/>
                  </a:lnTo>
                  <a:cubicBezTo>
                    <a:pt x="1707" y="5880"/>
                    <a:pt x="1707" y="5851"/>
                    <a:pt x="1707" y="5821"/>
                  </a:cubicBezTo>
                  <a:cubicBezTo>
                    <a:pt x="1311" y="4540"/>
                    <a:pt x="1070" y="3742"/>
                    <a:pt x="945" y="3442"/>
                  </a:cubicBezTo>
                  <a:cubicBezTo>
                    <a:pt x="213" y="1179"/>
                    <a:pt x="1011" y="330"/>
                    <a:pt x="1194" y="147"/>
                  </a:cubicBezTo>
                  <a:cubicBezTo>
                    <a:pt x="1648" y="601"/>
                    <a:pt x="2293" y="1457"/>
                    <a:pt x="2959" y="3771"/>
                  </a:cubicBezTo>
                  <a:cubicBezTo>
                    <a:pt x="3208" y="4445"/>
                    <a:pt x="3237" y="4723"/>
                    <a:pt x="3208" y="4965"/>
                  </a:cubicBezTo>
                  <a:cubicBezTo>
                    <a:pt x="3171" y="4994"/>
                    <a:pt x="3208" y="5023"/>
                    <a:pt x="3237" y="5053"/>
                  </a:cubicBezTo>
                  <a:cubicBezTo>
                    <a:pt x="3267" y="5053"/>
                    <a:pt x="3296" y="5023"/>
                    <a:pt x="3296" y="4994"/>
                  </a:cubicBezTo>
                  <a:cubicBezTo>
                    <a:pt x="3391" y="4723"/>
                    <a:pt x="3325" y="4416"/>
                    <a:pt x="3083" y="3742"/>
                  </a:cubicBezTo>
                  <a:cubicBezTo>
                    <a:pt x="2381" y="1333"/>
                    <a:pt x="1678" y="476"/>
                    <a:pt x="1224" y="22"/>
                  </a:cubicBezTo>
                  <a:cubicBezTo>
                    <a:pt x="1224" y="7"/>
                    <a:pt x="1216" y="0"/>
                    <a:pt x="12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3" name="Google Shape;943;p45"/>
            <p:cNvSpPr/>
            <p:nvPr/>
          </p:nvSpPr>
          <p:spPr>
            <a:xfrm>
              <a:off x="6821163" y="3254313"/>
              <a:ext cx="321914" cy="499786"/>
            </a:xfrm>
            <a:custGeom>
              <a:avLst/>
              <a:gdLst/>
              <a:ahLst/>
              <a:cxnLst/>
              <a:rect l="l" t="t" r="r" b="b"/>
              <a:pathLst>
                <a:path w="3911" h="6072" extrusionOk="0">
                  <a:moveTo>
                    <a:pt x="1984" y="1"/>
                  </a:moveTo>
                  <a:cubicBezTo>
                    <a:pt x="1465" y="1890"/>
                    <a:pt x="952" y="3633"/>
                    <a:pt x="952" y="3633"/>
                  </a:cubicBezTo>
                  <a:cubicBezTo>
                    <a:pt x="952" y="3633"/>
                    <a:pt x="154" y="4240"/>
                    <a:pt x="220" y="4519"/>
                  </a:cubicBezTo>
                  <a:cubicBezTo>
                    <a:pt x="227" y="4588"/>
                    <a:pt x="262" y="4613"/>
                    <a:pt x="311" y="4613"/>
                  </a:cubicBezTo>
                  <a:cubicBezTo>
                    <a:pt x="451" y="4613"/>
                    <a:pt x="703" y="4394"/>
                    <a:pt x="703" y="4394"/>
                  </a:cubicBezTo>
                  <a:lnTo>
                    <a:pt x="703" y="4394"/>
                  </a:lnTo>
                  <a:cubicBezTo>
                    <a:pt x="703" y="4394"/>
                    <a:pt x="0" y="5522"/>
                    <a:pt x="220" y="5580"/>
                  </a:cubicBezTo>
                  <a:cubicBezTo>
                    <a:pt x="229" y="5585"/>
                    <a:pt x="240" y="5588"/>
                    <a:pt x="251" y="5588"/>
                  </a:cubicBezTo>
                  <a:cubicBezTo>
                    <a:pt x="455" y="5588"/>
                    <a:pt x="915" y="4819"/>
                    <a:pt x="915" y="4819"/>
                  </a:cubicBezTo>
                  <a:lnTo>
                    <a:pt x="915" y="4819"/>
                  </a:lnTo>
                  <a:cubicBezTo>
                    <a:pt x="915" y="4819"/>
                    <a:pt x="432" y="5946"/>
                    <a:pt x="732" y="6012"/>
                  </a:cubicBezTo>
                  <a:cubicBezTo>
                    <a:pt x="886" y="6012"/>
                    <a:pt x="1223" y="5002"/>
                    <a:pt x="1223" y="5002"/>
                  </a:cubicBezTo>
                  <a:lnTo>
                    <a:pt x="1223" y="5002"/>
                  </a:lnTo>
                  <a:cubicBezTo>
                    <a:pt x="1223" y="5002"/>
                    <a:pt x="981" y="6042"/>
                    <a:pt x="1164" y="6071"/>
                  </a:cubicBezTo>
                  <a:cubicBezTo>
                    <a:pt x="1167" y="6071"/>
                    <a:pt x="1170" y="6072"/>
                    <a:pt x="1172" y="6072"/>
                  </a:cubicBezTo>
                  <a:cubicBezTo>
                    <a:pt x="1353" y="6072"/>
                    <a:pt x="1560" y="5098"/>
                    <a:pt x="1560" y="5097"/>
                  </a:cubicBezTo>
                  <a:lnTo>
                    <a:pt x="1560" y="5097"/>
                  </a:lnTo>
                  <a:cubicBezTo>
                    <a:pt x="1560" y="5098"/>
                    <a:pt x="1435" y="5917"/>
                    <a:pt x="1648" y="5946"/>
                  </a:cubicBezTo>
                  <a:cubicBezTo>
                    <a:pt x="1831" y="5946"/>
                    <a:pt x="2109" y="4760"/>
                    <a:pt x="2197" y="4182"/>
                  </a:cubicBezTo>
                  <a:cubicBezTo>
                    <a:pt x="2197" y="4182"/>
                    <a:pt x="3237" y="2139"/>
                    <a:pt x="3910" y="213"/>
                  </a:cubicBezTo>
                  <a:lnTo>
                    <a:pt x="19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4" name="Google Shape;944;p45"/>
            <p:cNvSpPr/>
            <p:nvPr/>
          </p:nvSpPr>
          <p:spPr>
            <a:xfrm>
              <a:off x="6826513" y="3249539"/>
              <a:ext cx="323808" cy="509334"/>
            </a:xfrm>
            <a:custGeom>
              <a:avLst/>
              <a:gdLst/>
              <a:ahLst/>
              <a:cxnLst/>
              <a:rect l="l" t="t" r="r" b="b"/>
              <a:pathLst>
                <a:path w="3934" h="6188" extrusionOk="0">
                  <a:moveTo>
                    <a:pt x="1949" y="0"/>
                  </a:moveTo>
                  <a:cubicBezTo>
                    <a:pt x="1919" y="0"/>
                    <a:pt x="1890" y="29"/>
                    <a:pt x="1890" y="59"/>
                  </a:cubicBezTo>
                  <a:cubicBezTo>
                    <a:pt x="1370" y="1794"/>
                    <a:pt x="887" y="3442"/>
                    <a:pt x="821" y="3661"/>
                  </a:cubicBezTo>
                  <a:cubicBezTo>
                    <a:pt x="667" y="3778"/>
                    <a:pt x="30" y="4298"/>
                    <a:pt x="89" y="4577"/>
                  </a:cubicBezTo>
                  <a:cubicBezTo>
                    <a:pt x="89" y="4664"/>
                    <a:pt x="155" y="4694"/>
                    <a:pt x="184" y="4723"/>
                  </a:cubicBezTo>
                  <a:cubicBezTo>
                    <a:pt x="200" y="4733"/>
                    <a:pt x="219" y="4738"/>
                    <a:pt x="240" y="4738"/>
                  </a:cubicBezTo>
                  <a:cubicBezTo>
                    <a:pt x="295" y="4738"/>
                    <a:pt x="362" y="4707"/>
                    <a:pt x="426" y="4664"/>
                  </a:cubicBezTo>
                  <a:lnTo>
                    <a:pt x="426" y="4664"/>
                  </a:lnTo>
                  <a:cubicBezTo>
                    <a:pt x="243" y="4972"/>
                    <a:pt x="1" y="5455"/>
                    <a:pt x="60" y="5638"/>
                  </a:cubicBezTo>
                  <a:cubicBezTo>
                    <a:pt x="60" y="5675"/>
                    <a:pt x="89" y="5704"/>
                    <a:pt x="118" y="5704"/>
                  </a:cubicBezTo>
                  <a:cubicBezTo>
                    <a:pt x="134" y="5712"/>
                    <a:pt x="151" y="5715"/>
                    <a:pt x="169" y="5715"/>
                  </a:cubicBezTo>
                  <a:cubicBezTo>
                    <a:pt x="290" y="5715"/>
                    <a:pt x="449" y="5552"/>
                    <a:pt x="609" y="5367"/>
                  </a:cubicBezTo>
                  <a:lnTo>
                    <a:pt x="609" y="5367"/>
                  </a:lnTo>
                  <a:cubicBezTo>
                    <a:pt x="521" y="5638"/>
                    <a:pt x="455" y="5917"/>
                    <a:pt x="550" y="6041"/>
                  </a:cubicBezTo>
                  <a:cubicBezTo>
                    <a:pt x="550" y="6070"/>
                    <a:pt x="609" y="6100"/>
                    <a:pt x="638" y="6129"/>
                  </a:cubicBezTo>
                  <a:cubicBezTo>
                    <a:pt x="762" y="6129"/>
                    <a:pt x="887" y="5946"/>
                    <a:pt x="975" y="5704"/>
                  </a:cubicBezTo>
                  <a:cubicBezTo>
                    <a:pt x="975" y="5887"/>
                    <a:pt x="975" y="6070"/>
                    <a:pt x="1004" y="6129"/>
                  </a:cubicBezTo>
                  <a:cubicBezTo>
                    <a:pt x="1033" y="6158"/>
                    <a:pt x="1070" y="6188"/>
                    <a:pt x="1099" y="6188"/>
                  </a:cubicBezTo>
                  <a:cubicBezTo>
                    <a:pt x="1216" y="6188"/>
                    <a:pt x="1312" y="5975"/>
                    <a:pt x="1400" y="5734"/>
                  </a:cubicBezTo>
                  <a:cubicBezTo>
                    <a:pt x="1400" y="5858"/>
                    <a:pt x="1436" y="5946"/>
                    <a:pt x="1495" y="6004"/>
                  </a:cubicBezTo>
                  <a:cubicBezTo>
                    <a:pt x="1524" y="6041"/>
                    <a:pt x="1553" y="6070"/>
                    <a:pt x="1583" y="6070"/>
                  </a:cubicBezTo>
                  <a:cubicBezTo>
                    <a:pt x="1890" y="6070"/>
                    <a:pt x="2168" y="4423"/>
                    <a:pt x="2198" y="4269"/>
                  </a:cubicBezTo>
                  <a:cubicBezTo>
                    <a:pt x="2256" y="4115"/>
                    <a:pt x="3267" y="2131"/>
                    <a:pt x="3904" y="271"/>
                  </a:cubicBezTo>
                  <a:cubicBezTo>
                    <a:pt x="3933" y="242"/>
                    <a:pt x="3904" y="212"/>
                    <a:pt x="3875" y="212"/>
                  </a:cubicBezTo>
                  <a:cubicBezTo>
                    <a:pt x="3866" y="204"/>
                    <a:pt x="3857" y="200"/>
                    <a:pt x="3850" y="200"/>
                  </a:cubicBezTo>
                  <a:cubicBezTo>
                    <a:pt x="3831" y="200"/>
                    <a:pt x="3816" y="221"/>
                    <a:pt x="3816" y="242"/>
                  </a:cubicBezTo>
                  <a:cubicBezTo>
                    <a:pt x="3113" y="2131"/>
                    <a:pt x="2073" y="4210"/>
                    <a:pt x="2073" y="4240"/>
                  </a:cubicBezTo>
                  <a:cubicBezTo>
                    <a:pt x="1949" y="5060"/>
                    <a:pt x="1707" y="5917"/>
                    <a:pt x="1583" y="5917"/>
                  </a:cubicBezTo>
                  <a:cubicBezTo>
                    <a:pt x="1495" y="5858"/>
                    <a:pt x="1524" y="5426"/>
                    <a:pt x="1553" y="5155"/>
                  </a:cubicBezTo>
                  <a:cubicBezTo>
                    <a:pt x="1553" y="5126"/>
                    <a:pt x="1524" y="5089"/>
                    <a:pt x="1495" y="5089"/>
                  </a:cubicBezTo>
                  <a:cubicBezTo>
                    <a:pt x="1486" y="5081"/>
                    <a:pt x="1478" y="5077"/>
                    <a:pt x="1470" y="5077"/>
                  </a:cubicBezTo>
                  <a:cubicBezTo>
                    <a:pt x="1451" y="5077"/>
                    <a:pt x="1436" y="5100"/>
                    <a:pt x="1436" y="5126"/>
                  </a:cubicBezTo>
                  <a:cubicBezTo>
                    <a:pt x="1341" y="5609"/>
                    <a:pt x="1187" y="6041"/>
                    <a:pt x="1099" y="6070"/>
                  </a:cubicBezTo>
                  <a:cubicBezTo>
                    <a:pt x="1070" y="6004"/>
                    <a:pt x="1099" y="5550"/>
                    <a:pt x="1216" y="5060"/>
                  </a:cubicBezTo>
                  <a:cubicBezTo>
                    <a:pt x="1216" y="5031"/>
                    <a:pt x="1216" y="5001"/>
                    <a:pt x="1187" y="5001"/>
                  </a:cubicBezTo>
                  <a:cubicBezTo>
                    <a:pt x="1158" y="5001"/>
                    <a:pt x="1129" y="5001"/>
                    <a:pt x="1099" y="5031"/>
                  </a:cubicBezTo>
                  <a:cubicBezTo>
                    <a:pt x="946" y="5550"/>
                    <a:pt x="733" y="5975"/>
                    <a:pt x="667" y="6004"/>
                  </a:cubicBezTo>
                  <a:cubicBezTo>
                    <a:pt x="638" y="6004"/>
                    <a:pt x="638" y="5975"/>
                    <a:pt x="638" y="5975"/>
                  </a:cubicBezTo>
                  <a:cubicBezTo>
                    <a:pt x="550" y="5821"/>
                    <a:pt x="762" y="5243"/>
                    <a:pt x="916" y="4906"/>
                  </a:cubicBezTo>
                  <a:cubicBezTo>
                    <a:pt x="946" y="4877"/>
                    <a:pt x="916" y="4848"/>
                    <a:pt x="887" y="4818"/>
                  </a:cubicBezTo>
                  <a:cubicBezTo>
                    <a:pt x="850" y="4818"/>
                    <a:pt x="821" y="4818"/>
                    <a:pt x="821" y="4848"/>
                  </a:cubicBezTo>
                  <a:cubicBezTo>
                    <a:pt x="560" y="5256"/>
                    <a:pt x="266" y="5611"/>
                    <a:pt x="192" y="5611"/>
                  </a:cubicBezTo>
                  <a:cubicBezTo>
                    <a:pt x="189" y="5611"/>
                    <a:pt x="186" y="5610"/>
                    <a:pt x="184" y="5609"/>
                  </a:cubicBezTo>
                  <a:cubicBezTo>
                    <a:pt x="118" y="5521"/>
                    <a:pt x="367" y="5031"/>
                    <a:pt x="667" y="4481"/>
                  </a:cubicBezTo>
                  <a:cubicBezTo>
                    <a:pt x="704" y="4452"/>
                    <a:pt x="704" y="4423"/>
                    <a:pt x="667" y="4423"/>
                  </a:cubicBezTo>
                  <a:cubicBezTo>
                    <a:pt x="653" y="4408"/>
                    <a:pt x="638" y="4401"/>
                    <a:pt x="623" y="4401"/>
                  </a:cubicBezTo>
                  <a:cubicBezTo>
                    <a:pt x="609" y="4401"/>
                    <a:pt x="594" y="4408"/>
                    <a:pt x="579" y="4423"/>
                  </a:cubicBezTo>
                  <a:cubicBezTo>
                    <a:pt x="494" y="4502"/>
                    <a:pt x="314" y="4610"/>
                    <a:pt x="236" y="4610"/>
                  </a:cubicBezTo>
                  <a:cubicBezTo>
                    <a:pt x="227" y="4610"/>
                    <a:pt x="219" y="4609"/>
                    <a:pt x="213" y="4606"/>
                  </a:cubicBezTo>
                  <a:lnTo>
                    <a:pt x="184" y="4577"/>
                  </a:lnTo>
                  <a:cubicBezTo>
                    <a:pt x="184" y="4423"/>
                    <a:pt x="609" y="3991"/>
                    <a:pt x="916" y="3720"/>
                  </a:cubicBezTo>
                  <a:cubicBezTo>
                    <a:pt x="946" y="3720"/>
                    <a:pt x="946" y="3720"/>
                    <a:pt x="946" y="3691"/>
                  </a:cubicBezTo>
                  <a:cubicBezTo>
                    <a:pt x="946" y="3691"/>
                    <a:pt x="1465" y="1948"/>
                    <a:pt x="1985" y="88"/>
                  </a:cubicBezTo>
                  <a:cubicBezTo>
                    <a:pt x="2015" y="59"/>
                    <a:pt x="1985" y="29"/>
                    <a:pt x="19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5" name="Google Shape;945;p45"/>
            <p:cNvSpPr/>
            <p:nvPr/>
          </p:nvSpPr>
          <p:spPr>
            <a:xfrm>
              <a:off x="6243749" y="2450458"/>
              <a:ext cx="158529" cy="233760"/>
            </a:xfrm>
            <a:custGeom>
              <a:avLst/>
              <a:gdLst/>
              <a:ahLst/>
              <a:cxnLst/>
              <a:rect l="l" t="t" r="r" b="b"/>
              <a:pathLst>
                <a:path w="1926" h="2840" extrusionOk="0">
                  <a:moveTo>
                    <a:pt x="1681" y="0"/>
                  </a:moveTo>
                  <a:cubicBezTo>
                    <a:pt x="1485" y="0"/>
                    <a:pt x="1377" y="1038"/>
                    <a:pt x="1377" y="1038"/>
                  </a:cubicBezTo>
                  <a:cubicBezTo>
                    <a:pt x="1377" y="1038"/>
                    <a:pt x="1067" y="549"/>
                    <a:pt x="659" y="549"/>
                  </a:cubicBezTo>
                  <a:cubicBezTo>
                    <a:pt x="539" y="549"/>
                    <a:pt x="410" y="592"/>
                    <a:pt x="278" y="702"/>
                  </a:cubicBezTo>
                  <a:cubicBezTo>
                    <a:pt x="154" y="797"/>
                    <a:pt x="125" y="980"/>
                    <a:pt x="95" y="1104"/>
                  </a:cubicBezTo>
                  <a:cubicBezTo>
                    <a:pt x="0" y="1434"/>
                    <a:pt x="59" y="1558"/>
                    <a:pt x="59" y="1741"/>
                  </a:cubicBezTo>
                  <a:cubicBezTo>
                    <a:pt x="59" y="1741"/>
                    <a:pt x="125" y="1983"/>
                    <a:pt x="95" y="2474"/>
                  </a:cubicBezTo>
                  <a:lnTo>
                    <a:pt x="1406" y="2840"/>
                  </a:lnTo>
                  <a:lnTo>
                    <a:pt x="1377" y="2474"/>
                  </a:lnTo>
                  <a:cubicBezTo>
                    <a:pt x="1377" y="2474"/>
                    <a:pt x="1560" y="1866"/>
                    <a:pt x="1618" y="1470"/>
                  </a:cubicBezTo>
                  <a:cubicBezTo>
                    <a:pt x="1618" y="1470"/>
                    <a:pt x="1926" y="94"/>
                    <a:pt x="1706" y="6"/>
                  </a:cubicBezTo>
                  <a:cubicBezTo>
                    <a:pt x="1698" y="2"/>
                    <a:pt x="1689"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6" name="Google Shape;946;p45"/>
            <p:cNvSpPr/>
            <p:nvPr/>
          </p:nvSpPr>
          <p:spPr>
            <a:xfrm>
              <a:off x="6241280" y="2445519"/>
              <a:ext cx="165855" cy="243555"/>
            </a:xfrm>
            <a:custGeom>
              <a:avLst/>
              <a:gdLst/>
              <a:ahLst/>
              <a:cxnLst/>
              <a:rect l="l" t="t" r="r" b="b"/>
              <a:pathLst>
                <a:path w="2015" h="2959" extrusionOk="0">
                  <a:moveTo>
                    <a:pt x="1773" y="0"/>
                  </a:moveTo>
                  <a:cubicBezTo>
                    <a:pt x="1736" y="0"/>
                    <a:pt x="1678" y="0"/>
                    <a:pt x="1648" y="29"/>
                  </a:cubicBezTo>
                  <a:cubicBezTo>
                    <a:pt x="1495" y="125"/>
                    <a:pt x="1407" y="644"/>
                    <a:pt x="1370" y="945"/>
                  </a:cubicBezTo>
                  <a:cubicBezTo>
                    <a:pt x="1253" y="798"/>
                    <a:pt x="1041" y="579"/>
                    <a:pt x="762" y="549"/>
                  </a:cubicBezTo>
                  <a:cubicBezTo>
                    <a:pt x="732" y="544"/>
                    <a:pt x="703" y="542"/>
                    <a:pt x="674" y="542"/>
                  </a:cubicBezTo>
                  <a:cubicBezTo>
                    <a:pt x="528" y="542"/>
                    <a:pt x="395" y="604"/>
                    <a:pt x="243" y="732"/>
                  </a:cubicBezTo>
                  <a:cubicBezTo>
                    <a:pt x="155" y="827"/>
                    <a:pt x="89" y="981"/>
                    <a:pt x="59" y="1164"/>
                  </a:cubicBezTo>
                  <a:cubicBezTo>
                    <a:pt x="1" y="1406"/>
                    <a:pt x="30" y="1530"/>
                    <a:pt x="30" y="1648"/>
                  </a:cubicBezTo>
                  <a:lnTo>
                    <a:pt x="30" y="1801"/>
                  </a:lnTo>
                  <a:lnTo>
                    <a:pt x="30" y="1831"/>
                  </a:lnTo>
                  <a:cubicBezTo>
                    <a:pt x="30" y="1831"/>
                    <a:pt x="89" y="2080"/>
                    <a:pt x="59" y="2534"/>
                  </a:cubicBezTo>
                  <a:cubicBezTo>
                    <a:pt x="59" y="2563"/>
                    <a:pt x="89" y="2592"/>
                    <a:pt x="125" y="2592"/>
                  </a:cubicBezTo>
                  <a:cubicBezTo>
                    <a:pt x="134" y="2603"/>
                    <a:pt x="143" y="2608"/>
                    <a:pt x="151" y="2608"/>
                  </a:cubicBezTo>
                  <a:cubicBezTo>
                    <a:pt x="170" y="2608"/>
                    <a:pt x="184" y="2583"/>
                    <a:pt x="184" y="2563"/>
                  </a:cubicBezTo>
                  <a:cubicBezTo>
                    <a:pt x="213" y="2109"/>
                    <a:pt x="155" y="1860"/>
                    <a:pt x="155" y="1801"/>
                  </a:cubicBezTo>
                  <a:lnTo>
                    <a:pt x="155" y="1648"/>
                  </a:lnTo>
                  <a:cubicBezTo>
                    <a:pt x="125" y="1530"/>
                    <a:pt x="125" y="1406"/>
                    <a:pt x="184" y="1194"/>
                  </a:cubicBezTo>
                  <a:cubicBezTo>
                    <a:pt x="213" y="1040"/>
                    <a:pt x="243" y="886"/>
                    <a:pt x="338" y="827"/>
                  </a:cubicBezTo>
                  <a:cubicBezTo>
                    <a:pt x="455" y="703"/>
                    <a:pt x="609" y="674"/>
                    <a:pt x="762" y="674"/>
                  </a:cubicBezTo>
                  <a:cubicBezTo>
                    <a:pt x="1099" y="732"/>
                    <a:pt x="1341" y="1128"/>
                    <a:pt x="1341" y="1128"/>
                  </a:cubicBezTo>
                  <a:cubicBezTo>
                    <a:pt x="1370" y="1128"/>
                    <a:pt x="1407" y="1164"/>
                    <a:pt x="1407" y="1164"/>
                  </a:cubicBezTo>
                  <a:cubicBezTo>
                    <a:pt x="1436" y="1128"/>
                    <a:pt x="1465" y="1128"/>
                    <a:pt x="1465" y="1098"/>
                  </a:cubicBezTo>
                  <a:cubicBezTo>
                    <a:pt x="1524" y="615"/>
                    <a:pt x="1648" y="125"/>
                    <a:pt x="1707" y="125"/>
                  </a:cubicBezTo>
                  <a:cubicBezTo>
                    <a:pt x="1802" y="183"/>
                    <a:pt x="1736" y="827"/>
                    <a:pt x="1590" y="1494"/>
                  </a:cubicBezTo>
                  <a:cubicBezTo>
                    <a:pt x="1524" y="1926"/>
                    <a:pt x="1370" y="2504"/>
                    <a:pt x="1370" y="2504"/>
                  </a:cubicBezTo>
                  <a:lnTo>
                    <a:pt x="1341" y="2534"/>
                  </a:lnTo>
                  <a:lnTo>
                    <a:pt x="1370" y="2900"/>
                  </a:lnTo>
                  <a:cubicBezTo>
                    <a:pt x="1370" y="2929"/>
                    <a:pt x="1407" y="2958"/>
                    <a:pt x="1436" y="2958"/>
                  </a:cubicBezTo>
                  <a:cubicBezTo>
                    <a:pt x="1465" y="2958"/>
                    <a:pt x="1495" y="2929"/>
                    <a:pt x="1495" y="2900"/>
                  </a:cubicBezTo>
                  <a:lnTo>
                    <a:pt x="1465" y="2534"/>
                  </a:lnTo>
                  <a:cubicBezTo>
                    <a:pt x="1495" y="2446"/>
                    <a:pt x="1648" y="1926"/>
                    <a:pt x="1707" y="1530"/>
                  </a:cubicBezTo>
                  <a:cubicBezTo>
                    <a:pt x="1802" y="1098"/>
                    <a:pt x="2015" y="95"/>
                    <a:pt x="17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7" name="Google Shape;947;p45"/>
            <p:cNvSpPr/>
            <p:nvPr/>
          </p:nvSpPr>
          <p:spPr>
            <a:xfrm>
              <a:off x="6299144" y="2526267"/>
              <a:ext cx="60416" cy="120584"/>
            </a:xfrm>
            <a:custGeom>
              <a:avLst/>
              <a:gdLst/>
              <a:ahLst/>
              <a:cxnLst/>
              <a:rect l="l" t="t" r="r" b="b"/>
              <a:pathLst>
                <a:path w="734" h="1465" extrusionOk="0">
                  <a:moveTo>
                    <a:pt x="272" y="0"/>
                  </a:moveTo>
                  <a:cubicBezTo>
                    <a:pt x="242" y="0"/>
                    <a:pt x="184" y="30"/>
                    <a:pt x="155" y="117"/>
                  </a:cubicBezTo>
                  <a:cubicBezTo>
                    <a:pt x="1" y="366"/>
                    <a:pt x="484" y="1245"/>
                    <a:pt x="579" y="1428"/>
                  </a:cubicBezTo>
                  <a:cubicBezTo>
                    <a:pt x="579" y="1428"/>
                    <a:pt x="609" y="1465"/>
                    <a:pt x="638" y="1465"/>
                  </a:cubicBezTo>
                  <a:lnTo>
                    <a:pt x="667" y="1465"/>
                  </a:lnTo>
                  <a:cubicBezTo>
                    <a:pt x="667" y="1428"/>
                    <a:pt x="704" y="1399"/>
                    <a:pt x="667" y="1370"/>
                  </a:cubicBezTo>
                  <a:cubicBezTo>
                    <a:pt x="455" y="974"/>
                    <a:pt x="184" y="330"/>
                    <a:pt x="242" y="147"/>
                  </a:cubicBezTo>
                  <a:cubicBezTo>
                    <a:pt x="272" y="117"/>
                    <a:pt x="272" y="117"/>
                    <a:pt x="301" y="117"/>
                  </a:cubicBezTo>
                  <a:cubicBezTo>
                    <a:pt x="367" y="117"/>
                    <a:pt x="521" y="271"/>
                    <a:pt x="609" y="425"/>
                  </a:cubicBezTo>
                  <a:cubicBezTo>
                    <a:pt x="609" y="446"/>
                    <a:pt x="638" y="466"/>
                    <a:pt x="668" y="466"/>
                  </a:cubicBezTo>
                  <a:cubicBezTo>
                    <a:pt x="680" y="466"/>
                    <a:pt x="693" y="463"/>
                    <a:pt x="704" y="454"/>
                  </a:cubicBezTo>
                  <a:cubicBezTo>
                    <a:pt x="733" y="425"/>
                    <a:pt x="733" y="396"/>
                    <a:pt x="704" y="366"/>
                  </a:cubicBezTo>
                  <a:cubicBezTo>
                    <a:pt x="667" y="300"/>
                    <a:pt x="455" y="0"/>
                    <a:pt x="3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8" name="Google Shape;948;p45"/>
            <p:cNvSpPr/>
            <p:nvPr/>
          </p:nvSpPr>
          <p:spPr>
            <a:xfrm>
              <a:off x="6273875" y="2561167"/>
              <a:ext cx="50127" cy="30290"/>
            </a:xfrm>
            <a:custGeom>
              <a:avLst/>
              <a:gdLst/>
              <a:ahLst/>
              <a:cxnLst/>
              <a:rect l="l" t="t" r="r" b="b"/>
              <a:pathLst>
                <a:path w="609" h="368" extrusionOk="0">
                  <a:moveTo>
                    <a:pt x="520" y="1"/>
                  </a:moveTo>
                  <a:cubicBezTo>
                    <a:pt x="520" y="1"/>
                    <a:pt x="242" y="60"/>
                    <a:pt x="30" y="243"/>
                  </a:cubicBezTo>
                  <a:cubicBezTo>
                    <a:pt x="0" y="272"/>
                    <a:pt x="0" y="308"/>
                    <a:pt x="30" y="338"/>
                  </a:cubicBezTo>
                  <a:cubicBezTo>
                    <a:pt x="30" y="367"/>
                    <a:pt x="59" y="367"/>
                    <a:pt x="59" y="367"/>
                  </a:cubicBezTo>
                  <a:cubicBezTo>
                    <a:pt x="95" y="367"/>
                    <a:pt x="95" y="367"/>
                    <a:pt x="125" y="338"/>
                  </a:cubicBezTo>
                  <a:cubicBezTo>
                    <a:pt x="308" y="155"/>
                    <a:pt x="549" y="125"/>
                    <a:pt x="549" y="125"/>
                  </a:cubicBezTo>
                  <a:cubicBezTo>
                    <a:pt x="579" y="125"/>
                    <a:pt x="608" y="89"/>
                    <a:pt x="608" y="60"/>
                  </a:cubicBezTo>
                  <a:cubicBezTo>
                    <a:pt x="579" y="30"/>
                    <a:pt x="549" y="1"/>
                    <a:pt x="52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49" name="Google Shape;949;p45"/>
            <p:cNvSpPr/>
            <p:nvPr/>
          </p:nvSpPr>
          <p:spPr>
            <a:xfrm>
              <a:off x="6261199" y="2493836"/>
              <a:ext cx="38027" cy="74655"/>
            </a:xfrm>
            <a:custGeom>
              <a:avLst/>
              <a:gdLst/>
              <a:ahLst/>
              <a:cxnLst/>
              <a:rect l="l" t="t" r="r" b="b"/>
              <a:pathLst>
                <a:path w="462" h="905" extrusionOk="0">
                  <a:moveTo>
                    <a:pt x="352" y="1"/>
                  </a:moveTo>
                  <a:cubicBezTo>
                    <a:pt x="337" y="1"/>
                    <a:pt x="323" y="10"/>
                    <a:pt x="308" y="28"/>
                  </a:cubicBezTo>
                  <a:cubicBezTo>
                    <a:pt x="308" y="28"/>
                    <a:pt x="1" y="270"/>
                    <a:pt x="66" y="665"/>
                  </a:cubicBezTo>
                  <a:cubicBezTo>
                    <a:pt x="96" y="790"/>
                    <a:pt x="184" y="878"/>
                    <a:pt x="279" y="907"/>
                  </a:cubicBezTo>
                  <a:cubicBezTo>
                    <a:pt x="337" y="907"/>
                    <a:pt x="396" y="848"/>
                    <a:pt x="433" y="790"/>
                  </a:cubicBezTo>
                  <a:cubicBezTo>
                    <a:pt x="462" y="760"/>
                    <a:pt x="433" y="724"/>
                    <a:pt x="396" y="694"/>
                  </a:cubicBezTo>
                  <a:cubicBezTo>
                    <a:pt x="367" y="694"/>
                    <a:pt x="337" y="694"/>
                    <a:pt x="337" y="724"/>
                  </a:cubicBezTo>
                  <a:cubicBezTo>
                    <a:pt x="308" y="760"/>
                    <a:pt x="308" y="790"/>
                    <a:pt x="279" y="790"/>
                  </a:cubicBezTo>
                  <a:cubicBezTo>
                    <a:pt x="249" y="790"/>
                    <a:pt x="213" y="724"/>
                    <a:pt x="184" y="665"/>
                  </a:cubicBezTo>
                  <a:cubicBezTo>
                    <a:pt x="125" y="328"/>
                    <a:pt x="367" y="116"/>
                    <a:pt x="396" y="116"/>
                  </a:cubicBezTo>
                  <a:cubicBezTo>
                    <a:pt x="396" y="87"/>
                    <a:pt x="433" y="57"/>
                    <a:pt x="396" y="28"/>
                  </a:cubicBezTo>
                  <a:cubicBezTo>
                    <a:pt x="381" y="10"/>
                    <a:pt x="367" y="1"/>
                    <a:pt x="3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0" name="Google Shape;950;p45"/>
            <p:cNvSpPr/>
            <p:nvPr/>
          </p:nvSpPr>
          <p:spPr>
            <a:xfrm>
              <a:off x="6276262" y="2496141"/>
              <a:ext cx="55559" cy="65107"/>
            </a:xfrm>
            <a:custGeom>
              <a:avLst/>
              <a:gdLst/>
              <a:ahLst/>
              <a:cxnLst/>
              <a:rect l="l" t="t" r="r" b="b"/>
              <a:pathLst>
                <a:path w="675" h="791" extrusionOk="0">
                  <a:moveTo>
                    <a:pt x="433" y="0"/>
                  </a:moveTo>
                  <a:cubicBezTo>
                    <a:pt x="433" y="0"/>
                    <a:pt x="1" y="117"/>
                    <a:pt x="96" y="579"/>
                  </a:cubicBezTo>
                  <a:cubicBezTo>
                    <a:pt x="96" y="732"/>
                    <a:pt x="184" y="791"/>
                    <a:pt x="279" y="791"/>
                  </a:cubicBezTo>
                  <a:lnTo>
                    <a:pt x="308" y="791"/>
                  </a:lnTo>
                  <a:cubicBezTo>
                    <a:pt x="396" y="791"/>
                    <a:pt x="491" y="666"/>
                    <a:pt x="462" y="483"/>
                  </a:cubicBezTo>
                  <a:cubicBezTo>
                    <a:pt x="433" y="330"/>
                    <a:pt x="645" y="212"/>
                    <a:pt x="645" y="212"/>
                  </a:cubicBezTo>
                  <a:cubicBezTo>
                    <a:pt x="674" y="183"/>
                    <a:pt x="674" y="147"/>
                    <a:pt x="674" y="117"/>
                  </a:cubicBezTo>
                  <a:cubicBezTo>
                    <a:pt x="645" y="88"/>
                    <a:pt x="616" y="88"/>
                    <a:pt x="579" y="88"/>
                  </a:cubicBezTo>
                  <a:cubicBezTo>
                    <a:pt x="550" y="117"/>
                    <a:pt x="308" y="271"/>
                    <a:pt x="337" y="513"/>
                  </a:cubicBezTo>
                  <a:cubicBezTo>
                    <a:pt x="367" y="608"/>
                    <a:pt x="308" y="666"/>
                    <a:pt x="279" y="666"/>
                  </a:cubicBezTo>
                  <a:cubicBezTo>
                    <a:pt x="250" y="666"/>
                    <a:pt x="213" y="637"/>
                    <a:pt x="213" y="579"/>
                  </a:cubicBezTo>
                  <a:cubicBezTo>
                    <a:pt x="154" y="212"/>
                    <a:pt x="462" y="117"/>
                    <a:pt x="462" y="117"/>
                  </a:cubicBezTo>
                  <a:cubicBezTo>
                    <a:pt x="491" y="88"/>
                    <a:pt x="520" y="59"/>
                    <a:pt x="491" y="29"/>
                  </a:cubicBezTo>
                  <a:cubicBezTo>
                    <a:pt x="491" y="0"/>
                    <a:pt x="462" y="0"/>
                    <a:pt x="4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1" name="Google Shape;951;p45"/>
            <p:cNvSpPr/>
            <p:nvPr/>
          </p:nvSpPr>
          <p:spPr>
            <a:xfrm>
              <a:off x="6248523" y="2522234"/>
              <a:ext cx="30208" cy="49304"/>
            </a:xfrm>
            <a:custGeom>
              <a:avLst/>
              <a:gdLst/>
              <a:ahLst/>
              <a:cxnLst/>
              <a:rect l="l" t="t" r="r" b="b"/>
              <a:pathLst>
                <a:path w="367" h="599" extrusionOk="0">
                  <a:moveTo>
                    <a:pt x="101" y="1"/>
                  </a:moveTo>
                  <a:cubicBezTo>
                    <a:pt x="82" y="1"/>
                    <a:pt x="67" y="23"/>
                    <a:pt x="67" y="49"/>
                  </a:cubicBezTo>
                  <a:cubicBezTo>
                    <a:pt x="1" y="196"/>
                    <a:pt x="1" y="379"/>
                    <a:pt x="67" y="474"/>
                  </a:cubicBezTo>
                  <a:cubicBezTo>
                    <a:pt x="96" y="533"/>
                    <a:pt x="125" y="562"/>
                    <a:pt x="184" y="598"/>
                  </a:cubicBezTo>
                  <a:lnTo>
                    <a:pt x="220" y="598"/>
                  </a:lnTo>
                  <a:cubicBezTo>
                    <a:pt x="308" y="598"/>
                    <a:pt x="367" y="503"/>
                    <a:pt x="367" y="445"/>
                  </a:cubicBezTo>
                  <a:cubicBezTo>
                    <a:pt x="367" y="415"/>
                    <a:pt x="367" y="379"/>
                    <a:pt x="338" y="349"/>
                  </a:cubicBezTo>
                  <a:cubicBezTo>
                    <a:pt x="308" y="349"/>
                    <a:pt x="279" y="379"/>
                    <a:pt x="250" y="415"/>
                  </a:cubicBezTo>
                  <a:cubicBezTo>
                    <a:pt x="250" y="415"/>
                    <a:pt x="250" y="474"/>
                    <a:pt x="184" y="474"/>
                  </a:cubicBezTo>
                  <a:cubicBezTo>
                    <a:pt x="184" y="474"/>
                    <a:pt x="184" y="445"/>
                    <a:pt x="155" y="415"/>
                  </a:cubicBezTo>
                  <a:cubicBezTo>
                    <a:pt x="125" y="349"/>
                    <a:pt x="125" y="232"/>
                    <a:pt x="155" y="79"/>
                  </a:cubicBezTo>
                  <a:cubicBezTo>
                    <a:pt x="184" y="49"/>
                    <a:pt x="155" y="13"/>
                    <a:pt x="125" y="13"/>
                  </a:cubicBezTo>
                  <a:cubicBezTo>
                    <a:pt x="117" y="4"/>
                    <a:pt x="109" y="1"/>
                    <a:pt x="1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2" name="Google Shape;952;p45"/>
            <p:cNvSpPr/>
            <p:nvPr/>
          </p:nvSpPr>
          <p:spPr>
            <a:xfrm>
              <a:off x="6191317" y="2643808"/>
              <a:ext cx="424390" cy="431551"/>
            </a:xfrm>
            <a:custGeom>
              <a:avLst/>
              <a:gdLst/>
              <a:ahLst/>
              <a:cxnLst/>
              <a:rect l="l" t="t" r="r" b="b"/>
              <a:pathLst>
                <a:path w="5156" h="5243" extrusionOk="0">
                  <a:moveTo>
                    <a:pt x="762" y="0"/>
                  </a:moveTo>
                  <a:cubicBezTo>
                    <a:pt x="0" y="2321"/>
                    <a:pt x="366" y="3844"/>
                    <a:pt x="366" y="3844"/>
                  </a:cubicBezTo>
                  <a:cubicBezTo>
                    <a:pt x="791" y="5073"/>
                    <a:pt x="2069" y="5242"/>
                    <a:pt x="3264" y="5242"/>
                  </a:cubicBezTo>
                  <a:cubicBezTo>
                    <a:pt x="3614" y="5242"/>
                    <a:pt x="3957" y="5228"/>
                    <a:pt x="4269" y="5221"/>
                  </a:cubicBezTo>
                  <a:lnTo>
                    <a:pt x="5155" y="2841"/>
                  </a:lnTo>
                  <a:lnTo>
                    <a:pt x="5126" y="2841"/>
                  </a:lnTo>
                  <a:cubicBezTo>
                    <a:pt x="4057" y="2841"/>
                    <a:pt x="2709" y="2929"/>
                    <a:pt x="2131" y="2995"/>
                  </a:cubicBezTo>
                  <a:cubicBezTo>
                    <a:pt x="2160" y="2321"/>
                    <a:pt x="2102" y="915"/>
                    <a:pt x="2014" y="125"/>
                  </a:cubicBezTo>
                  <a:lnTo>
                    <a:pt x="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3" name="Google Shape;953;p45"/>
            <p:cNvSpPr/>
            <p:nvPr/>
          </p:nvSpPr>
          <p:spPr>
            <a:xfrm>
              <a:off x="6185884" y="2637964"/>
              <a:ext cx="434597" cy="440441"/>
            </a:xfrm>
            <a:custGeom>
              <a:avLst/>
              <a:gdLst/>
              <a:ahLst/>
              <a:cxnLst/>
              <a:rect l="l" t="t" r="r" b="b"/>
              <a:pathLst>
                <a:path w="5280" h="5351" extrusionOk="0">
                  <a:moveTo>
                    <a:pt x="824" y="0"/>
                  </a:moveTo>
                  <a:cubicBezTo>
                    <a:pt x="795" y="0"/>
                    <a:pt x="762" y="21"/>
                    <a:pt x="762" y="42"/>
                  </a:cubicBezTo>
                  <a:cubicBezTo>
                    <a:pt x="0" y="2363"/>
                    <a:pt x="366" y="3915"/>
                    <a:pt x="366" y="3915"/>
                  </a:cubicBezTo>
                  <a:cubicBezTo>
                    <a:pt x="798" y="5197"/>
                    <a:pt x="2168" y="5351"/>
                    <a:pt x="3361" y="5351"/>
                  </a:cubicBezTo>
                  <a:lnTo>
                    <a:pt x="4335" y="5351"/>
                  </a:lnTo>
                  <a:cubicBezTo>
                    <a:pt x="4364" y="5351"/>
                    <a:pt x="4394" y="5321"/>
                    <a:pt x="4394" y="5321"/>
                  </a:cubicBezTo>
                  <a:lnTo>
                    <a:pt x="5280" y="2941"/>
                  </a:lnTo>
                  <a:lnTo>
                    <a:pt x="5280" y="2883"/>
                  </a:lnTo>
                  <a:cubicBezTo>
                    <a:pt x="5250" y="2854"/>
                    <a:pt x="5221" y="2854"/>
                    <a:pt x="5221" y="2854"/>
                  </a:cubicBezTo>
                  <a:lnTo>
                    <a:pt x="5192" y="2854"/>
                  </a:lnTo>
                  <a:cubicBezTo>
                    <a:pt x="4123" y="2854"/>
                    <a:pt x="2841" y="2941"/>
                    <a:pt x="2263" y="3000"/>
                  </a:cubicBezTo>
                  <a:cubicBezTo>
                    <a:pt x="2263" y="2304"/>
                    <a:pt x="2226" y="928"/>
                    <a:pt x="2138" y="196"/>
                  </a:cubicBezTo>
                  <a:cubicBezTo>
                    <a:pt x="2138" y="166"/>
                    <a:pt x="2109" y="137"/>
                    <a:pt x="2080" y="137"/>
                  </a:cubicBezTo>
                  <a:cubicBezTo>
                    <a:pt x="2043" y="137"/>
                    <a:pt x="2014" y="166"/>
                    <a:pt x="2014" y="196"/>
                  </a:cubicBezTo>
                  <a:cubicBezTo>
                    <a:pt x="2109" y="957"/>
                    <a:pt x="2168" y="2392"/>
                    <a:pt x="2138" y="3066"/>
                  </a:cubicBezTo>
                  <a:cubicBezTo>
                    <a:pt x="2138" y="3095"/>
                    <a:pt x="2138" y="3095"/>
                    <a:pt x="2168" y="3095"/>
                  </a:cubicBezTo>
                  <a:cubicBezTo>
                    <a:pt x="2168" y="3125"/>
                    <a:pt x="2197" y="3125"/>
                    <a:pt x="2197" y="3125"/>
                  </a:cubicBezTo>
                  <a:cubicBezTo>
                    <a:pt x="2717" y="3066"/>
                    <a:pt x="4057" y="2971"/>
                    <a:pt x="5126" y="2971"/>
                  </a:cubicBezTo>
                  <a:lnTo>
                    <a:pt x="4306" y="5233"/>
                  </a:lnTo>
                  <a:lnTo>
                    <a:pt x="3969" y="5233"/>
                  </a:lnTo>
                  <a:cubicBezTo>
                    <a:pt x="3756" y="5238"/>
                    <a:pt x="3534" y="5243"/>
                    <a:pt x="3311" y="5243"/>
                  </a:cubicBezTo>
                  <a:cubicBezTo>
                    <a:pt x="2134" y="5243"/>
                    <a:pt x="903" y="5093"/>
                    <a:pt x="491" y="3886"/>
                  </a:cubicBezTo>
                  <a:cubicBezTo>
                    <a:pt x="491" y="3886"/>
                    <a:pt x="125" y="2363"/>
                    <a:pt x="886" y="71"/>
                  </a:cubicBezTo>
                  <a:cubicBezTo>
                    <a:pt x="886" y="42"/>
                    <a:pt x="886" y="13"/>
                    <a:pt x="857" y="13"/>
                  </a:cubicBezTo>
                  <a:cubicBezTo>
                    <a:pt x="848" y="4"/>
                    <a:pt x="837" y="0"/>
                    <a:pt x="8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4" name="Google Shape;954;p45"/>
            <p:cNvSpPr/>
            <p:nvPr/>
          </p:nvSpPr>
          <p:spPr>
            <a:xfrm>
              <a:off x="6467306" y="2842673"/>
              <a:ext cx="107991" cy="213430"/>
            </a:xfrm>
            <a:custGeom>
              <a:avLst/>
              <a:gdLst/>
              <a:ahLst/>
              <a:cxnLst/>
              <a:rect l="l" t="t" r="r" b="b"/>
              <a:pathLst>
                <a:path w="1312" h="2593" extrusionOk="0">
                  <a:moveTo>
                    <a:pt x="762" y="1"/>
                  </a:moveTo>
                  <a:cubicBezTo>
                    <a:pt x="579" y="1"/>
                    <a:pt x="858" y="454"/>
                    <a:pt x="762" y="608"/>
                  </a:cubicBezTo>
                  <a:cubicBezTo>
                    <a:pt x="674" y="791"/>
                    <a:pt x="425" y="667"/>
                    <a:pt x="396" y="916"/>
                  </a:cubicBezTo>
                  <a:cubicBezTo>
                    <a:pt x="396" y="1157"/>
                    <a:pt x="704" y="1282"/>
                    <a:pt x="455" y="1524"/>
                  </a:cubicBezTo>
                  <a:cubicBezTo>
                    <a:pt x="242" y="1736"/>
                    <a:pt x="1" y="1860"/>
                    <a:pt x="155" y="2043"/>
                  </a:cubicBezTo>
                  <a:cubicBezTo>
                    <a:pt x="272" y="2256"/>
                    <a:pt x="367" y="2593"/>
                    <a:pt x="367" y="2593"/>
                  </a:cubicBezTo>
                  <a:lnTo>
                    <a:pt x="1312" y="367"/>
                  </a:lnTo>
                  <a:cubicBezTo>
                    <a:pt x="1312" y="367"/>
                    <a:pt x="945" y="1"/>
                    <a:pt x="7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5" name="Google Shape;955;p45"/>
            <p:cNvSpPr/>
            <p:nvPr/>
          </p:nvSpPr>
          <p:spPr>
            <a:xfrm>
              <a:off x="6464919" y="2837240"/>
              <a:ext cx="115234" cy="223719"/>
            </a:xfrm>
            <a:custGeom>
              <a:avLst/>
              <a:gdLst/>
              <a:ahLst/>
              <a:cxnLst/>
              <a:rect l="l" t="t" r="r" b="b"/>
              <a:pathLst>
                <a:path w="1400" h="2718" extrusionOk="0">
                  <a:moveTo>
                    <a:pt x="791" y="125"/>
                  </a:moveTo>
                  <a:cubicBezTo>
                    <a:pt x="916" y="125"/>
                    <a:pt x="1128" y="308"/>
                    <a:pt x="1253" y="433"/>
                  </a:cubicBezTo>
                  <a:lnTo>
                    <a:pt x="425" y="2476"/>
                  </a:lnTo>
                  <a:cubicBezTo>
                    <a:pt x="367" y="2351"/>
                    <a:pt x="301" y="2197"/>
                    <a:pt x="213" y="2080"/>
                  </a:cubicBezTo>
                  <a:cubicBezTo>
                    <a:pt x="154" y="1985"/>
                    <a:pt x="213" y="1926"/>
                    <a:pt x="367" y="1802"/>
                  </a:cubicBezTo>
                  <a:cubicBezTo>
                    <a:pt x="425" y="1743"/>
                    <a:pt x="484" y="1677"/>
                    <a:pt x="550" y="1619"/>
                  </a:cubicBezTo>
                  <a:cubicBezTo>
                    <a:pt x="703" y="1465"/>
                    <a:pt x="638" y="1311"/>
                    <a:pt x="579" y="1223"/>
                  </a:cubicBezTo>
                  <a:cubicBezTo>
                    <a:pt x="520" y="1128"/>
                    <a:pt x="484" y="1070"/>
                    <a:pt x="484" y="1011"/>
                  </a:cubicBezTo>
                  <a:cubicBezTo>
                    <a:pt x="484" y="916"/>
                    <a:pt x="550" y="887"/>
                    <a:pt x="638" y="857"/>
                  </a:cubicBezTo>
                  <a:cubicBezTo>
                    <a:pt x="703" y="828"/>
                    <a:pt x="791" y="828"/>
                    <a:pt x="850" y="704"/>
                  </a:cubicBezTo>
                  <a:cubicBezTo>
                    <a:pt x="916" y="616"/>
                    <a:pt x="850" y="462"/>
                    <a:pt x="821" y="337"/>
                  </a:cubicBezTo>
                  <a:cubicBezTo>
                    <a:pt x="821" y="279"/>
                    <a:pt x="791" y="154"/>
                    <a:pt x="791" y="125"/>
                  </a:cubicBezTo>
                  <a:close/>
                  <a:moveTo>
                    <a:pt x="791" y="1"/>
                  </a:moveTo>
                  <a:cubicBezTo>
                    <a:pt x="762" y="1"/>
                    <a:pt x="733" y="30"/>
                    <a:pt x="703" y="67"/>
                  </a:cubicBezTo>
                  <a:cubicBezTo>
                    <a:pt x="638" y="125"/>
                    <a:pt x="667" y="250"/>
                    <a:pt x="703" y="367"/>
                  </a:cubicBezTo>
                  <a:cubicBezTo>
                    <a:pt x="733" y="462"/>
                    <a:pt x="762" y="616"/>
                    <a:pt x="733" y="645"/>
                  </a:cubicBezTo>
                  <a:cubicBezTo>
                    <a:pt x="733" y="704"/>
                    <a:pt x="667" y="733"/>
                    <a:pt x="608" y="733"/>
                  </a:cubicBezTo>
                  <a:cubicBezTo>
                    <a:pt x="520" y="762"/>
                    <a:pt x="396" y="799"/>
                    <a:pt x="367" y="982"/>
                  </a:cubicBezTo>
                  <a:cubicBezTo>
                    <a:pt x="367" y="1099"/>
                    <a:pt x="425" y="1194"/>
                    <a:pt x="454" y="1282"/>
                  </a:cubicBezTo>
                  <a:cubicBezTo>
                    <a:pt x="520" y="1377"/>
                    <a:pt x="550" y="1436"/>
                    <a:pt x="454" y="1560"/>
                  </a:cubicBezTo>
                  <a:cubicBezTo>
                    <a:pt x="396" y="1590"/>
                    <a:pt x="337" y="1648"/>
                    <a:pt x="301" y="1677"/>
                  </a:cubicBezTo>
                  <a:cubicBezTo>
                    <a:pt x="154" y="1831"/>
                    <a:pt x="1" y="1956"/>
                    <a:pt x="118" y="2139"/>
                  </a:cubicBezTo>
                  <a:cubicBezTo>
                    <a:pt x="242" y="2351"/>
                    <a:pt x="367" y="2659"/>
                    <a:pt x="367" y="2659"/>
                  </a:cubicBezTo>
                  <a:cubicBezTo>
                    <a:pt x="367" y="2688"/>
                    <a:pt x="396" y="2717"/>
                    <a:pt x="396" y="2717"/>
                  </a:cubicBezTo>
                  <a:cubicBezTo>
                    <a:pt x="425" y="2717"/>
                    <a:pt x="454" y="2688"/>
                    <a:pt x="454" y="2688"/>
                  </a:cubicBezTo>
                  <a:lnTo>
                    <a:pt x="1399" y="433"/>
                  </a:lnTo>
                  <a:cubicBezTo>
                    <a:pt x="1399" y="433"/>
                    <a:pt x="1399" y="396"/>
                    <a:pt x="1370" y="367"/>
                  </a:cubicBezTo>
                  <a:cubicBezTo>
                    <a:pt x="1341" y="337"/>
                    <a:pt x="1004" y="1"/>
                    <a:pt x="79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6" name="Google Shape;956;p45"/>
            <p:cNvSpPr/>
            <p:nvPr/>
          </p:nvSpPr>
          <p:spPr>
            <a:xfrm>
              <a:off x="6492658" y="2852797"/>
              <a:ext cx="476822" cy="540201"/>
            </a:xfrm>
            <a:custGeom>
              <a:avLst/>
              <a:gdLst/>
              <a:ahLst/>
              <a:cxnLst/>
              <a:rect l="l" t="t" r="r" b="b"/>
              <a:pathLst>
                <a:path w="5793" h="6563" extrusionOk="0">
                  <a:moveTo>
                    <a:pt x="4674" y="0"/>
                  </a:moveTo>
                  <a:cubicBezTo>
                    <a:pt x="4547" y="0"/>
                    <a:pt x="4411" y="7"/>
                    <a:pt x="4269" y="24"/>
                  </a:cubicBezTo>
                  <a:cubicBezTo>
                    <a:pt x="4269" y="24"/>
                    <a:pt x="3761" y="208"/>
                    <a:pt x="2998" y="208"/>
                  </a:cubicBezTo>
                  <a:cubicBezTo>
                    <a:pt x="2685" y="208"/>
                    <a:pt x="2329" y="177"/>
                    <a:pt x="1948" y="90"/>
                  </a:cubicBezTo>
                  <a:cubicBezTo>
                    <a:pt x="1948" y="90"/>
                    <a:pt x="1187" y="119"/>
                    <a:pt x="974" y="148"/>
                  </a:cubicBezTo>
                  <a:cubicBezTo>
                    <a:pt x="762" y="148"/>
                    <a:pt x="30" y="1708"/>
                    <a:pt x="0" y="2924"/>
                  </a:cubicBezTo>
                  <a:cubicBezTo>
                    <a:pt x="0" y="3780"/>
                    <a:pt x="513" y="6102"/>
                    <a:pt x="513" y="6102"/>
                  </a:cubicBezTo>
                  <a:cubicBezTo>
                    <a:pt x="513" y="6102"/>
                    <a:pt x="1939" y="6562"/>
                    <a:pt x="3641" y="6562"/>
                  </a:cubicBezTo>
                  <a:cubicBezTo>
                    <a:pt x="4250" y="6562"/>
                    <a:pt x="4894" y="6503"/>
                    <a:pt x="5521" y="6343"/>
                  </a:cubicBezTo>
                  <a:cubicBezTo>
                    <a:pt x="5792" y="6285"/>
                    <a:pt x="5609" y="3963"/>
                    <a:pt x="5609" y="3963"/>
                  </a:cubicBezTo>
                  <a:cubicBezTo>
                    <a:pt x="5609" y="3963"/>
                    <a:pt x="5089" y="2741"/>
                    <a:pt x="5060" y="1671"/>
                  </a:cubicBezTo>
                  <a:cubicBezTo>
                    <a:pt x="5002" y="610"/>
                    <a:pt x="5580" y="119"/>
                    <a:pt x="5580" y="119"/>
                  </a:cubicBezTo>
                  <a:cubicBezTo>
                    <a:pt x="5580" y="119"/>
                    <a:pt x="5204" y="0"/>
                    <a:pt x="46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7" name="Google Shape;957;p45"/>
            <p:cNvSpPr/>
            <p:nvPr/>
          </p:nvSpPr>
          <p:spPr>
            <a:xfrm>
              <a:off x="6487226" y="2847941"/>
              <a:ext cx="484641" cy="549337"/>
            </a:xfrm>
            <a:custGeom>
              <a:avLst/>
              <a:gdLst/>
              <a:ahLst/>
              <a:cxnLst/>
              <a:rect l="l" t="t" r="r" b="b"/>
              <a:pathLst>
                <a:path w="5888" h="6674" extrusionOk="0">
                  <a:moveTo>
                    <a:pt x="4719" y="126"/>
                  </a:moveTo>
                  <a:cubicBezTo>
                    <a:pt x="5082" y="126"/>
                    <a:pt x="5362" y="185"/>
                    <a:pt x="5522" y="207"/>
                  </a:cubicBezTo>
                  <a:cubicBezTo>
                    <a:pt x="5375" y="390"/>
                    <a:pt x="5038" y="881"/>
                    <a:pt x="5068" y="1730"/>
                  </a:cubicBezTo>
                  <a:cubicBezTo>
                    <a:pt x="5097" y="2741"/>
                    <a:pt x="5587" y="3898"/>
                    <a:pt x="5617" y="4022"/>
                  </a:cubicBezTo>
                  <a:cubicBezTo>
                    <a:pt x="5705" y="5091"/>
                    <a:pt x="5705" y="6278"/>
                    <a:pt x="5558" y="6344"/>
                  </a:cubicBezTo>
                  <a:cubicBezTo>
                    <a:pt x="4938" y="6509"/>
                    <a:pt x="4296" y="6570"/>
                    <a:pt x="3687" y="6570"/>
                  </a:cubicBezTo>
                  <a:cubicBezTo>
                    <a:pt x="2167" y="6570"/>
                    <a:pt x="859" y="6192"/>
                    <a:pt x="645" y="6124"/>
                  </a:cubicBezTo>
                  <a:cubicBezTo>
                    <a:pt x="579" y="5824"/>
                    <a:pt x="125" y="3744"/>
                    <a:pt x="125" y="2983"/>
                  </a:cubicBezTo>
                  <a:cubicBezTo>
                    <a:pt x="154" y="1767"/>
                    <a:pt x="886" y="303"/>
                    <a:pt x="1040" y="266"/>
                  </a:cubicBezTo>
                  <a:cubicBezTo>
                    <a:pt x="1223" y="237"/>
                    <a:pt x="1926" y="207"/>
                    <a:pt x="2014" y="207"/>
                  </a:cubicBezTo>
                  <a:cubicBezTo>
                    <a:pt x="2401" y="303"/>
                    <a:pt x="2762" y="336"/>
                    <a:pt x="3078" y="336"/>
                  </a:cubicBezTo>
                  <a:cubicBezTo>
                    <a:pt x="3785" y="336"/>
                    <a:pt x="4270" y="169"/>
                    <a:pt x="4335" y="149"/>
                  </a:cubicBezTo>
                  <a:cubicBezTo>
                    <a:pt x="4471" y="133"/>
                    <a:pt x="4600" y="126"/>
                    <a:pt x="4719" y="126"/>
                  </a:cubicBezTo>
                  <a:close/>
                  <a:moveTo>
                    <a:pt x="4711" y="1"/>
                  </a:moveTo>
                  <a:cubicBezTo>
                    <a:pt x="4584" y="1"/>
                    <a:pt x="4448" y="7"/>
                    <a:pt x="4306" y="24"/>
                  </a:cubicBezTo>
                  <a:cubicBezTo>
                    <a:pt x="4306" y="24"/>
                    <a:pt x="3805" y="206"/>
                    <a:pt x="3071" y="206"/>
                  </a:cubicBezTo>
                  <a:cubicBezTo>
                    <a:pt x="2763" y="206"/>
                    <a:pt x="2414" y="174"/>
                    <a:pt x="2043" y="83"/>
                  </a:cubicBezTo>
                  <a:lnTo>
                    <a:pt x="2014" y="83"/>
                  </a:lnTo>
                  <a:cubicBezTo>
                    <a:pt x="1985" y="83"/>
                    <a:pt x="1253" y="120"/>
                    <a:pt x="1040" y="149"/>
                  </a:cubicBezTo>
                  <a:cubicBezTo>
                    <a:pt x="762" y="178"/>
                    <a:pt x="30" y="1796"/>
                    <a:pt x="0" y="2983"/>
                  </a:cubicBezTo>
                  <a:cubicBezTo>
                    <a:pt x="0" y="3810"/>
                    <a:pt x="491" y="6095"/>
                    <a:pt x="520" y="6190"/>
                  </a:cubicBezTo>
                  <a:lnTo>
                    <a:pt x="550" y="6219"/>
                  </a:lnTo>
                  <a:cubicBezTo>
                    <a:pt x="579" y="6219"/>
                    <a:pt x="2014" y="6673"/>
                    <a:pt x="3728" y="6673"/>
                  </a:cubicBezTo>
                  <a:cubicBezTo>
                    <a:pt x="4335" y="6673"/>
                    <a:pt x="4972" y="6615"/>
                    <a:pt x="5587" y="6461"/>
                  </a:cubicBezTo>
                  <a:cubicBezTo>
                    <a:pt x="5888" y="6402"/>
                    <a:pt x="5800" y="4725"/>
                    <a:pt x="5741" y="4022"/>
                  </a:cubicBezTo>
                  <a:lnTo>
                    <a:pt x="5741" y="3993"/>
                  </a:lnTo>
                  <a:cubicBezTo>
                    <a:pt x="5741" y="3993"/>
                    <a:pt x="5221" y="2770"/>
                    <a:pt x="5192" y="1730"/>
                  </a:cubicBezTo>
                  <a:cubicBezTo>
                    <a:pt x="5126" y="727"/>
                    <a:pt x="5675" y="237"/>
                    <a:pt x="5675" y="237"/>
                  </a:cubicBezTo>
                  <a:cubicBezTo>
                    <a:pt x="5675" y="207"/>
                    <a:pt x="5705" y="178"/>
                    <a:pt x="5705" y="178"/>
                  </a:cubicBezTo>
                  <a:cubicBezTo>
                    <a:pt x="5675" y="149"/>
                    <a:pt x="5675" y="120"/>
                    <a:pt x="5646" y="120"/>
                  </a:cubicBezTo>
                  <a:cubicBezTo>
                    <a:pt x="5622" y="120"/>
                    <a:pt x="5242" y="1"/>
                    <a:pt x="471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8" name="Google Shape;958;p45"/>
            <p:cNvSpPr/>
            <p:nvPr/>
          </p:nvSpPr>
          <p:spPr>
            <a:xfrm>
              <a:off x="6567973" y="3063268"/>
              <a:ext cx="147746" cy="160998"/>
            </a:xfrm>
            <a:custGeom>
              <a:avLst/>
              <a:gdLst/>
              <a:ahLst/>
              <a:cxnLst/>
              <a:rect l="l" t="t" r="r" b="b"/>
              <a:pathLst>
                <a:path w="1794" h="1956" extrusionOk="0">
                  <a:moveTo>
                    <a:pt x="30" y="0"/>
                  </a:moveTo>
                  <a:cubicBezTo>
                    <a:pt x="1" y="0"/>
                    <a:pt x="1" y="0"/>
                    <a:pt x="1" y="30"/>
                  </a:cubicBezTo>
                  <a:cubicBezTo>
                    <a:pt x="367" y="828"/>
                    <a:pt x="975" y="1531"/>
                    <a:pt x="1765" y="1956"/>
                  </a:cubicBezTo>
                  <a:lnTo>
                    <a:pt x="1795" y="1956"/>
                  </a:lnTo>
                  <a:lnTo>
                    <a:pt x="1765" y="1926"/>
                  </a:lnTo>
                  <a:cubicBezTo>
                    <a:pt x="1004" y="1494"/>
                    <a:pt x="396" y="828"/>
                    <a:pt x="5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59" name="Google Shape;959;p45"/>
            <p:cNvSpPr/>
            <p:nvPr/>
          </p:nvSpPr>
          <p:spPr>
            <a:xfrm>
              <a:off x="6562541" y="3144015"/>
              <a:ext cx="90541" cy="145359"/>
            </a:xfrm>
            <a:custGeom>
              <a:avLst/>
              <a:gdLst/>
              <a:ahLst/>
              <a:cxnLst/>
              <a:rect l="l" t="t" r="r" b="b"/>
              <a:pathLst>
                <a:path w="1100" h="1766" extrusionOk="0">
                  <a:moveTo>
                    <a:pt x="30" y="1"/>
                  </a:moveTo>
                  <a:cubicBezTo>
                    <a:pt x="1" y="1"/>
                    <a:pt x="1" y="1"/>
                    <a:pt x="1" y="30"/>
                  </a:cubicBezTo>
                  <a:cubicBezTo>
                    <a:pt x="213" y="667"/>
                    <a:pt x="579" y="1282"/>
                    <a:pt x="1070" y="1765"/>
                  </a:cubicBezTo>
                  <a:lnTo>
                    <a:pt x="1099" y="1765"/>
                  </a:lnTo>
                  <a:lnTo>
                    <a:pt x="1099" y="1736"/>
                  </a:lnTo>
                  <a:cubicBezTo>
                    <a:pt x="616" y="1245"/>
                    <a:pt x="250" y="638"/>
                    <a:pt x="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0" name="Google Shape;960;p45"/>
            <p:cNvSpPr/>
            <p:nvPr/>
          </p:nvSpPr>
          <p:spPr>
            <a:xfrm>
              <a:off x="6889234" y="2849175"/>
              <a:ext cx="118197" cy="329898"/>
            </a:xfrm>
            <a:custGeom>
              <a:avLst/>
              <a:gdLst/>
              <a:ahLst/>
              <a:cxnLst/>
              <a:rect l="l" t="t" r="r" b="b"/>
              <a:pathLst>
                <a:path w="1436" h="4008" extrusionOk="0">
                  <a:moveTo>
                    <a:pt x="1122" y="1"/>
                  </a:moveTo>
                  <a:cubicBezTo>
                    <a:pt x="890" y="1"/>
                    <a:pt x="550" y="134"/>
                    <a:pt x="550" y="134"/>
                  </a:cubicBezTo>
                  <a:cubicBezTo>
                    <a:pt x="550" y="134"/>
                    <a:pt x="0" y="683"/>
                    <a:pt x="30" y="1715"/>
                  </a:cubicBezTo>
                  <a:cubicBezTo>
                    <a:pt x="59" y="3092"/>
                    <a:pt x="791" y="4007"/>
                    <a:pt x="791" y="4007"/>
                  </a:cubicBezTo>
                  <a:cubicBezTo>
                    <a:pt x="791" y="4007"/>
                    <a:pt x="1070" y="2755"/>
                    <a:pt x="1040" y="2572"/>
                  </a:cubicBezTo>
                  <a:cubicBezTo>
                    <a:pt x="1040" y="2389"/>
                    <a:pt x="608" y="2206"/>
                    <a:pt x="579" y="1935"/>
                  </a:cubicBezTo>
                  <a:cubicBezTo>
                    <a:pt x="550" y="1686"/>
                    <a:pt x="974" y="1320"/>
                    <a:pt x="1040" y="1108"/>
                  </a:cubicBezTo>
                  <a:cubicBezTo>
                    <a:pt x="1099" y="895"/>
                    <a:pt x="674" y="742"/>
                    <a:pt x="762" y="654"/>
                  </a:cubicBezTo>
                  <a:cubicBezTo>
                    <a:pt x="857" y="529"/>
                    <a:pt x="1436" y="222"/>
                    <a:pt x="1311" y="68"/>
                  </a:cubicBezTo>
                  <a:cubicBezTo>
                    <a:pt x="1278" y="19"/>
                    <a:pt x="1207" y="1"/>
                    <a:pt x="11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1" name="Google Shape;961;p45"/>
            <p:cNvSpPr/>
            <p:nvPr/>
          </p:nvSpPr>
          <p:spPr>
            <a:xfrm>
              <a:off x="6884378" y="2844072"/>
              <a:ext cx="125440" cy="339776"/>
            </a:xfrm>
            <a:custGeom>
              <a:avLst/>
              <a:gdLst/>
              <a:ahLst/>
              <a:cxnLst/>
              <a:rect l="l" t="t" r="r" b="b"/>
              <a:pathLst>
                <a:path w="1524" h="4128" extrusionOk="0">
                  <a:moveTo>
                    <a:pt x="1180" y="119"/>
                  </a:moveTo>
                  <a:cubicBezTo>
                    <a:pt x="1252" y="119"/>
                    <a:pt x="1302" y="134"/>
                    <a:pt x="1312" y="167"/>
                  </a:cubicBezTo>
                  <a:cubicBezTo>
                    <a:pt x="1370" y="225"/>
                    <a:pt x="1063" y="437"/>
                    <a:pt x="975" y="496"/>
                  </a:cubicBezTo>
                  <a:cubicBezTo>
                    <a:pt x="880" y="562"/>
                    <a:pt x="792" y="621"/>
                    <a:pt x="762" y="650"/>
                  </a:cubicBezTo>
                  <a:cubicBezTo>
                    <a:pt x="667" y="774"/>
                    <a:pt x="792" y="862"/>
                    <a:pt x="880" y="928"/>
                  </a:cubicBezTo>
                  <a:cubicBezTo>
                    <a:pt x="975" y="987"/>
                    <a:pt x="1063" y="1082"/>
                    <a:pt x="1033" y="1140"/>
                  </a:cubicBezTo>
                  <a:cubicBezTo>
                    <a:pt x="1033" y="1228"/>
                    <a:pt x="946" y="1323"/>
                    <a:pt x="850" y="1448"/>
                  </a:cubicBezTo>
                  <a:cubicBezTo>
                    <a:pt x="697" y="1631"/>
                    <a:pt x="550" y="1814"/>
                    <a:pt x="579" y="1997"/>
                  </a:cubicBezTo>
                  <a:cubicBezTo>
                    <a:pt x="609" y="2180"/>
                    <a:pt x="733" y="2297"/>
                    <a:pt x="850" y="2393"/>
                  </a:cubicBezTo>
                  <a:cubicBezTo>
                    <a:pt x="946" y="2480"/>
                    <a:pt x="1033" y="2576"/>
                    <a:pt x="1033" y="2634"/>
                  </a:cubicBezTo>
                  <a:cubicBezTo>
                    <a:pt x="1063" y="2759"/>
                    <a:pt x="916" y="3520"/>
                    <a:pt x="821" y="3916"/>
                  </a:cubicBezTo>
                  <a:cubicBezTo>
                    <a:pt x="638" y="3645"/>
                    <a:pt x="184" y="2847"/>
                    <a:pt x="147" y="1777"/>
                  </a:cubicBezTo>
                  <a:cubicBezTo>
                    <a:pt x="118" y="833"/>
                    <a:pt x="550" y="313"/>
                    <a:pt x="638" y="254"/>
                  </a:cubicBezTo>
                  <a:cubicBezTo>
                    <a:pt x="821" y="173"/>
                    <a:pt x="1041" y="119"/>
                    <a:pt x="1180" y="119"/>
                  </a:cubicBezTo>
                  <a:close/>
                  <a:moveTo>
                    <a:pt x="1163" y="1"/>
                  </a:moveTo>
                  <a:cubicBezTo>
                    <a:pt x="948" y="1"/>
                    <a:pt x="680" y="92"/>
                    <a:pt x="579" y="130"/>
                  </a:cubicBezTo>
                  <a:lnTo>
                    <a:pt x="550" y="167"/>
                  </a:lnTo>
                  <a:cubicBezTo>
                    <a:pt x="513" y="196"/>
                    <a:pt x="1" y="716"/>
                    <a:pt x="30" y="1777"/>
                  </a:cubicBezTo>
                  <a:cubicBezTo>
                    <a:pt x="59" y="3154"/>
                    <a:pt x="792" y="4069"/>
                    <a:pt x="821" y="4099"/>
                  </a:cubicBezTo>
                  <a:cubicBezTo>
                    <a:pt x="821" y="4128"/>
                    <a:pt x="850" y="4128"/>
                    <a:pt x="850" y="4128"/>
                  </a:cubicBezTo>
                  <a:lnTo>
                    <a:pt x="880" y="4128"/>
                  </a:lnTo>
                  <a:cubicBezTo>
                    <a:pt x="916" y="4128"/>
                    <a:pt x="916" y="4099"/>
                    <a:pt x="916" y="4069"/>
                  </a:cubicBezTo>
                  <a:cubicBezTo>
                    <a:pt x="946" y="4011"/>
                    <a:pt x="1187" y="2817"/>
                    <a:pt x="1158" y="2634"/>
                  </a:cubicBezTo>
                  <a:cubicBezTo>
                    <a:pt x="1158" y="2510"/>
                    <a:pt x="1063" y="2422"/>
                    <a:pt x="946" y="2297"/>
                  </a:cubicBezTo>
                  <a:cubicBezTo>
                    <a:pt x="850" y="2210"/>
                    <a:pt x="733" y="2114"/>
                    <a:pt x="697" y="1997"/>
                  </a:cubicBezTo>
                  <a:cubicBezTo>
                    <a:pt x="667" y="1843"/>
                    <a:pt x="821" y="1660"/>
                    <a:pt x="946" y="1507"/>
                  </a:cubicBezTo>
                  <a:cubicBezTo>
                    <a:pt x="1033" y="1382"/>
                    <a:pt x="1129" y="1265"/>
                    <a:pt x="1158" y="1170"/>
                  </a:cubicBezTo>
                  <a:cubicBezTo>
                    <a:pt x="1187" y="1016"/>
                    <a:pt x="1063" y="928"/>
                    <a:pt x="975" y="833"/>
                  </a:cubicBezTo>
                  <a:cubicBezTo>
                    <a:pt x="916" y="804"/>
                    <a:pt x="850" y="745"/>
                    <a:pt x="850" y="745"/>
                  </a:cubicBezTo>
                  <a:cubicBezTo>
                    <a:pt x="880" y="716"/>
                    <a:pt x="975" y="650"/>
                    <a:pt x="1033" y="591"/>
                  </a:cubicBezTo>
                  <a:cubicBezTo>
                    <a:pt x="1282" y="437"/>
                    <a:pt x="1524" y="254"/>
                    <a:pt x="1429" y="101"/>
                  </a:cubicBezTo>
                  <a:cubicBezTo>
                    <a:pt x="1378" y="27"/>
                    <a:pt x="1278" y="1"/>
                    <a:pt x="11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2" name="Google Shape;962;p45"/>
            <p:cNvSpPr/>
            <p:nvPr/>
          </p:nvSpPr>
          <p:spPr>
            <a:xfrm>
              <a:off x="6936810" y="2545116"/>
              <a:ext cx="129227" cy="146347"/>
            </a:xfrm>
            <a:custGeom>
              <a:avLst/>
              <a:gdLst/>
              <a:ahLst/>
              <a:cxnLst/>
              <a:rect l="l" t="t" r="r" b="b"/>
              <a:pathLst>
                <a:path w="1570" h="1778" extrusionOk="0">
                  <a:moveTo>
                    <a:pt x="766" y="1"/>
                  </a:moveTo>
                  <a:cubicBezTo>
                    <a:pt x="507" y="1"/>
                    <a:pt x="279" y="101"/>
                    <a:pt x="279" y="101"/>
                  </a:cubicBezTo>
                  <a:lnTo>
                    <a:pt x="1" y="1353"/>
                  </a:lnTo>
                  <a:cubicBezTo>
                    <a:pt x="171" y="1634"/>
                    <a:pt x="463" y="1778"/>
                    <a:pt x="745" y="1778"/>
                  </a:cubicBezTo>
                  <a:cubicBezTo>
                    <a:pt x="1169" y="1778"/>
                    <a:pt x="1570" y="1452"/>
                    <a:pt x="1495" y="774"/>
                  </a:cubicBezTo>
                  <a:cubicBezTo>
                    <a:pt x="1431" y="144"/>
                    <a:pt x="1076" y="1"/>
                    <a:pt x="7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3" name="Google Shape;963;p45"/>
            <p:cNvSpPr/>
            <p:nvPr/>
          </p:nvSpPr>
          <p:spPr>
            <a:xfrm>
              <a:off x="6929649" y="2539108"/>
              <a:ext cx="140503" cy="157788"/>
            </a:xfrm>
            <a:custGeom>
              <a:avLst/>
              <a:gdLst/>
              <a:ahLst/>
              <a:cxnLst/>
              <a:rect l="l" t="t" r="r" b="b"/>
              <a:pathLst>
                <a:path w="1707" h="1917" extrusionOk="0">
                  <a:moveTo>
                    <a:pt x="807" y="1"/>
                  </a:moveTo>
                  <a:cubicBezTo>
                    <a:pt x="546" y="1"/>
                    <a:pt x="330" y="96"/>
                    <a:pt x="330" y="115"/>
                  </a:cubicBezTo>
                  <a:cubicBezTo>
                    <a:pt x="300" y="115"/>
                    <a:pt x="271" y="144"/>
                    <a:pt x="300" y="174"/>
                  </a:cubicBezTo>
                  <a:cubicBezTo>
                    <a:pt x="300" y="200"/>
                    <a:pt x="315" y="222"/>
                    <a:pt x="337" y="222"/>
                  </a:cubicBezTo>
                  <a:cubicBezTo>
                    <a:pt x="346" y="222"/>
                    <a:pt x="356" y="219"/>
                    <a:pt x="366" y="210"/>
                  </a:cubicBezTo>
                  <a:cubicBezTo>
                    <a:pt x="366" y="210"/>
                    <a:pt x="581" y="129"/>
                    <a:pt x="824" y="129"/>
                  </a:cubicBezTo>
                  <a:cubicBezTo>
                    <a:pt x="945" y="129"/>
                    <a:pt x="1074" y="149"/>
                    <a:pt x="1186" y="210"/>
                  </a:cubicBezTo>
                  <a:cubicBezTo>
                    <a:pt x="1369" y="328"/>
                    <a:pt x="1494" y="540"/>
                    <a:pt x="1523" y="847"/>
                  </a:cubicBezTo>
                  <a:cubicBezTo>
                    <a:pt x="1582" y="1309"/>
                    <a:pt x="1399" y="1638"/>
                    <a:pt x="1062" y="1763"/>
                  </a:cubicBezTo>
                  <a:cubicBezTo>
                    <a:pt x="996" y="1782"/>
                    <a:pt x="928" y="1791"/>
                    <a:pt x="859" y="1791"/>
                  </a:cubicBezTo>
                  <a:cubicBezTo>
                    <a:pt x="580" y="1791"/>
                    <a:pt x="287" y="1643"/>
                    <a:pt x="117" y="1397"/>
                  </a:cubicBezTo>
                  <a:cubicBezTo>
                    <a:pt x="117" y="1376"/>
                    <a:pt x="88" y="1355"/>
                    <a:pt x="71" y="1355"/>
                  </a:cubicBezTo>
                  <a:cubicBezTo>
                    <a:pt x="64" y="1355"/>
                    <a:pt x="59" y="1359"/>
                    <a:pt x="59" y="1367"/>
                  </a:cubicBezTo>
                  <a:cubicBezTo>
                    <a:pt x="29" y="1367"/>
                    <a:pt x="0" y="1426"/>
                    <a:pt x="29" y="1455"/>
                  </a:cubicBezTo>
                  <a:cubicBezTo>
                    <a:pt x="212" y="1733"/>
                    <a:pt x="513" y="1916"/>
                    <a:pt x="820" y="1916"/>
                  </a:cubicBezTo>
                  <a:cubicBezTo>
                    <a:pt x="915" y="1916"/>
                    <a:pt x="1003" y="1887"/>
                    <a:pt x="1098" y="1858"/>
                  </a:cubicBezTo>
                  <a:cubicBezTo>
                    <a:pt x="1494" y="1733"/>
                    <a:pt x="1706" y="1338"/>
                    <a:pt x="1648" y="818"/>
                  </a:cubicBezTo>
                  <a:cubicBezTo>
                    <a:pt x="1611" y="481"/>
                    <a:pt x="1465" y="240"/>
                    <a:pt x="1245" y="115"/>
                  </a:cubicBezTo>
                  <a:cubicBezTo>
                    <a:pt x="1105" y="30"/>
                    <a:pt x="949" y="1"/>
                    <a:pt x="8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4" name="Google Shape;964;p45"/>
            <p:cNvSpPr/>
            <p:nvPr/>
          </p:nvSpPr>
          <p:spPr>
            <a:xfrm>
              <a:off x="6941667" y="2573843"/>
              <a:ext cx="103134" cy="85109"/>
            </a:xfrm>
            <a:custGeom>
              <a:avLst/>
              <a:gdLst/>
              <a:ahLst/>
              <a:cxnLst/>
              <a:rect l="l" t="t" r="r" b="b"/>
              <a:pathLst>
                <a:path w="1253" h="1034" extrusionOk="0">
                  <a:moveTo>
                    <a:pt x="828" y="1"/>
                  </a:moveTo>
                  <a:cubicBezTo>
                    <a:pt x="703" y="1"/>
                    <a:pt x="550" y="30"/>
                    <a:pt x="403" y="118"/>
                  </a:cubicBezTo>
                  <a:cubicBezTo>
                    <a:pt x="1" y="455"/>
                    <a:pt x="308" y="1004"/>
                    <a:pt x="308" y="1033"/>
                  </a:cubicBezTo>
                  <a:lnTo>
                    <a:pt x="337" y="1033"/>
                  </a:lnTo>
                  <a:cubicBezTo>
                    <a:pt x="337" y="1033"/>
                    <a:pt x="367" y="1004"/>
                    <a:pt x="337" y="1004"/>
                  </a:cubicBezTo>
                  <a:cubicBezTo>
                    <a:pt x="337" y="1004"/>
                    <a:pt x="66" y="455"/>
                    <a:pt x="433" y="184"/>
                  </a:cubicBezTo>
                  <a:cubicBezTo>
                    <a:pt x="522" y="88"/>
                    <a:pt x="634" y="49"/>
                    <a:pt x="737" y="49"/>
                  </a:cubicBezTo>
                  <a:cubicBezTo>
                    <a:pt x="768" y="49"/>
                    <a:pt x="799" y="52"/>
                    <a:pt x="828" y="59"/>
                  </a:cubicBezTo>
                  <a:cubicBezTo>
                    <a:pt x="1040" y="89"/>
                    <a:pt x="1194" y="301"/>
                    <a:pt x="1194" y="301"/>
                  </a:cubicBezTo>
                  <a:lnTo>
                    <a:pt x="1223" y="301"/>
                  </a:lnTo>
                  <a:lnTo>
                    <a:pt x="1253" y="272"/>
                  </a:lnTo>
                  <a:cubicBezTo>
                    <a:pt x="1223" y="242"/>
                    <a:pt x="1070" y="30"/>
                    <a:pt x="828"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5" name="Google Shape;965;p45"/>
            <p:cNvSpPr/>
            <p:nvPr/>
          </p:nvSpPr>
          <p:spPr>
            <a:xfrm>
              <a:off x="6939280" y="2573020"/>
              <a:ext cx="105521" cy="88895"/>
            </a:xfrm>
            <a:custGeom>
              <a:avLst/>
              <a:gdLst/>
              <a:ahLst/>
              <a:cxnLst/>
              <a:rect l="l" t="t" r="r" b="b"/>
              <a:pathLst>
                <a:path w="1282" h="1080" extrusionOk="0">
                  <a:moveTo>
                    <a:pt x="857" y="40"/>
                  </a:moveTo>
                  <a:cubicBezTo>
                    <a:pt x="732" y="40"/>
                    <a:pt x="579" y="69"/>
                    <a:pt x="462" y="164"/>
                  </a:cubicBezTo>
                  <a:cubicBezTo>
                    <a:pt x="549" y="69"/>
                    <a:pt x="674" y="40"/>
                    <a:pt x="798" y="40"/>
                  </a:cubicBezTo>
                  <a:close/>
                  <a:moveTo>
                    <a:pt x="857" y="40"/>
                  </a:moveTo>
                  <a:lnTo>
                    <a:pt x="857" y="40"/>
                  </a:lnTo>
                  <a:cubicBezTo>
                    <a:pt x="1099" y="69"/>
                    <a:pt x="1252" y="282"/>
                    <a:pt x="1252" y="282"/>
                  </a:cubicBezTo>
                  <a:cubicBezTo>
                    <a:pt x="1223" y="282"/>
                    <a:pt x="1069" y="69"/>
                    <a:pt x="857" y="40"/>
                  </a:cubicBezTo>
                  <a:close/>
                  <a:moveTo>
                    <a:pt x="764" y="0"/>
                  </a:moveTo>
                  <a:cubicBezTo>
                    <a:pt x="660" y="0"/>
                    <a:pt x="544" y="38"/>
                    <a:pt x="432" y="128"/>
                  </a:cubicBezTo>
                  <a:cubicBezTo>
                    <a:pt x="0" y="435"/>
                    <a:pt x="308" y="1043"/>
                    <a:pt x="337" y="1043"/>
                  </a:cubicBezTo>
                  <a:cubicBezTo>
                    <a:pt x="337" y="1043"/>
                    <a:pt x="337" y="1080"/>
                    <a:pt x="366" y="1080"/>
                  </a:cubicBezTo>
                  <a:lnTo>
                    <a:pt x="366" y="1043"/>
                  </a:lnTo>
                  <a:lnTo>
                    <a:pt x="337" y="1014"/>
                  </a:lnTo>
                  <a:cubicBezTo>
                    <a:pt x="337" y="1014"/>
                    <a:pt x="66" y="465"/>
                    <a:pt x="461" y="165"/>
                  </a:cubicBezTo>
                  <a:lnTo>
                    <a:pt x="461" y="165"/>
                  </a:lnTo>
                  <a:cubicBezTo>
                    <a:pt x="66" y="465"/>
                    <a:pt x="366" y="1014"/>
                    <a:pt x="366" y="1014"/>
                  </a:cubicBezTo>
                  <a:lnTo>
                    <a:pt x="366" y="1043"/>
                  </a:lnTo>
                  <a:cubicBezTo>
                    <a:pt x="396" y="1043"/>
                    <a:pt x="396" y="1014"/>
                    <a:pt x="396" y="1014"/>
                  </a:cubicBezTo>
                  <a:cubicBezTo>
                    <a:pt x="396" y="985"/>
                    <a:pt x="125" y="465"/>
                    <a:pt x="462" y="194"/>
                  </a:cubicBezTo>
                  <a:cubicBezTo>
                    <a:pt x="615" y="99"/>
                    <a:pt x="732" y="69"/>
                    <a:pt x="857" y="69"/>
                  </a:cubicBezTo>
                  <a:cubicBezTo>
                    <a:pt x="1069" y="99"/>
                    <a:pt x="1194" y="282"/>
                    <a:pt x="1223" y="311"/>
                  </a:cubicBezTo>
                  <a:cubicBezTo>
                    <a:pt x="1223" y="311"/>
                    <a:pt x="1236" y="327"/>
                    <a:pt x="1253" y="327"/>
                  </a:cubicBezTo>
                  <a:cubicBezTo>
                    <a:pt x="1262" y="327"/>
                    <a:pt x="1272" y="323"/>
                    <a:pt x="1282" y="311"/>
                  </a:cubicBezTo>
                  <a:lnTo>
                    <a:pt x="1282" y="252"/>
                  </a:lnTo>
                  <a:cubicBezTo>
                    <a:pt x="1282" y="252"/>
                    <a:pt x="1128" y="40"/>
                    <a:pt x="857" y="11"/>
                  </a:cubicBezTo>
                  <a:cubicBezTo>
                    <a:pt x="828" y="4"/>
                    <a:pt x="797" y="0"/>
                    <a:pt x="76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6" name="Google Shape;966;p45"/>
            <p:cNvSpPr/>
            <p:nvPr/>
          </p:nvSpPr>
          <p:spPr>
            <a:xfrm>
              <a:off x="6956730" y="2606356"/>
              <a:ext cx="57946" cy="15227"/>
            </a:xfrm>
            <a:custGeom>
              <a:avLst/>
              <a:gdLst/>
              <a:ahLst/>
              <a:cxnLst/>
              <a:rect l="l" t="t" r="r" b="b"/>
              <a:pathLst>
                <a:path w="704" h="185" extrusionOk="0">
                  <a:moveTo>
                    <a:pt x="348" y="1"/>
                  </a:moveTo>
                  <a:cubicBezTo>
                    <a:pt x="232" y="1"/>
                    <a:pt x="106" y="39"/>
                    <a:pt x="1" y="155"/>
                  </a:cubicBezTo>
                  <a:lnTo>
                    <a:pt x="37" y="184"/>
                  </a:lnTo>
                  <a:lnTo>
                    <a:pt x="67" y="184"/>
                  </a:lnTo>
                  <a:cubicBezTo>
                    <a:pt x="153" y="84"/>
                    <a:pt x="256" y="52"/>
                    <a:pt x="352" y="52"/>
                  </a:cubicBezTo>
                  <a:cubicBezTo>
                    <a:pt x="524" y="52"/>
                    <a:pt x="674" y="155"/>
                    <a:pt x="674" y="155"/>
                  </a:cubicBezTo>
                  <a:lnTo>
                    <a:pt x="704" y="155"/>
                  </a:lnTo>
                  <a:lnTo>
                    <a:pt x="704" y="126"/>
                  </a:lnTo>
                  <a:cubicBezTo>
                    <a:pt x="704" y="103"/>
                    <a:pt x="539" y="1"/>
                    <a:pt x="348"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7" name="Google Shape;967;p45"/>
            <p:cNvSpPr/>
            <p:nvPr/>
          </p:nvSpPr>
          <p:spPr>
            <a:xfrm>
              <a:off x="6956730" y="2605122"/>
              <a:ext cx="60333" cy="18849"/>
            </a:xfrm>
            <a:custGeom>
              <a:avLst/>
              <a:gdLst/>
              <a:ahLst/>
              <a:cxnLst/>
              <a:rect l="l" t="t" r="r" b="b"/>
              <a:pathLst>
                <a:path w="733" h="229" extrusionOk="0">
                  <a:moveTo>
                    <a:pt x="610" y="105"/>
                  </a:moveTo>
                  <a:cubicBezTo>
                    <a:pt x="658" y="124"/>
                    <a:pt x="691" y="141"/>
                    <a:pt x="704" y="141"/>
                  </a:cubicBezTo>
                  <a:lnTo>
                    <a:pt x="674" y="141"/>
                  </a:lnTo>
                  <a:cubicBezTo>
                    <a:pt x="674" y="141"/>
                    <a:pt x="650" y="124"/>
                    <a:pt x="610" y="105"/>
                  </a:cubicBezTo>
                  <a:close/>
                  <a:moveTo>
                    <a:pt x="337" y="45"/>
                  </a:moveTo>
                  <a:cubicBezTo>
                    <a:pt x="342" y="45"/>
                    <a:pt x="347" y="45"/>
                    <a:pt x="352" y="46"/>
                  </a:cubicBezTo>
                  <a:lnTo>
                    <a:pt x="352" y="46"/>
                  </a:lnTo>
                  <a:cubicBezTo>
                    <a:pt x="249" y="48"/>
                    <a:pt x="137" y="86"/>
                    <a:pt x="37" y="199"/>
                  </a:cubicBezTo>
                  <a:lnTo>
                    <a:pt x="37" y="170"/>
                  </a:lnTo>
                  <a:cubicBezTo>
                    <a:pt x="125" y="75"/>
                    <a:pt x="250" y="45"/>
                    <a:pt x="337" y="45"/>
                  </a:cubicBezTo>
                  <a:close/>
                  <a:moveTo>
                    <a:pt x="353" y="1"/>
                  </a:moveTo>
                  <a:cubicBezTo>
                    <a:pt x="235" y="1"/>
                    <a:pt x="107" y="41"/>
                    <a:pt x="1" y="170"/>
                  </a:cubicBezTo>
                  <a:lnTo>
                    <a:pt x="1" y="199"/>
                  </a:lnTo>
                  <a:lnTo>
                    <a:pt x="37" y="228"/>
                  </a:lnTo>
                  <a:lnTo>
                    <a:pt x="67" y="199"/>
                  </a:lnTo>
                  <a:cubicBezTo>
                    <a:pt x="154" y="112"/>
                    <a:pt x="258" y="84"/>
                    <a:pt x="355" y="84"/>
                  </a:cubicBezTo>
                  <a:cubicBezTo>
                    <a:pt x="526" y="84"/>
                    <a:pt x="674" y="170"/>
                    <a:pt x="674" y="170"/>
                  </a:cubicBezTo>
                  <a:lnTo>
                    <a:pt x="704" y="170"/>
                  </a:lnTo>
                  <a:cubicBezTo>
                    <a:pt x="733" y="141"/>
                    <a:pt x="733" y="141"/>
                    <a:pt x="704" y="104"/>
                  </a:cubicBezTo>
                  <a:cubicBezTo>
                    <a:pt x="704" y="104"/>
                    <a:pt x="542" y="1"/>
                    <a:pt x="35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68" name="Google Shape;968;p45"/>
            <p:cNvSpPr/>
            <p:nvPr/>
          </p:nvSpPr>
          <p:spPr>
            <a:xfrm>
              <a:off x="6261199" y="3544379"/>
              <a:ext cx="243555" cy="1152"/>
            </a:xfrm>
            <a:custGeom>
              <a:avLst/>
              <a:gdLst/>
              <a:ahLst/>
              <a:cxnLst/>
              <a:rect l="l" t="t" r="r" b="b"/>
              <a:pathLst>
                <a:path w="2959" h="14" extrusionOk="0">
                  <a:moveTo>
                    <a:pt x="1746" y="0"/>
                  </a:moveTo>
                  <a:cubicBezTo>
                    <a:pt x="869" y="0"/>
                    <a:pt x="1" y="13"/>
                    <a:pt x="1" y="13"/>
                  </a:cubicBezTo>
                  <a:lnTo>
                    <a:pt x="2959" y="13"/>
                  </a:lnTo>
                  <a:cubicBezTo>
                    <a:pt x="2624" y="4"/>
                    <a:pt x="2184" y="0"/>
                    <a:pt x="1746"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969" name="Google Shape;969;p45"/>
          <p:cNvGrpSpPr/>
          <p:nvPr/>
        </p:nvGrpSpPr>
        <p:grpSpPr>
          <a:xfrm>
            <a:off x="976487" y="2086769"/>
            <a:ext cx="1383891" cy="2492804"/>
            <a:chOff x="737687" y="2016594"/>
            <a:chExt cx="1383891" cy="2492804"/>
          </a:xfrm>
        </p:grpSpPr>
        <p:sp>
          <p:nvSpPr>
            <p:cNvPr id="970" name="Google Shape;970;p45"/>
            <p:cNvSpPr/>
            <p:nvPr/>
          </p:nvSpPr>
          <p:spPr>
            <a:xfrm>
              <a:off x="1307858" y="3435151"/>
              <a:ext cx="236312" cy="389409"/>
            </a:xfrm>
            <a:custGeom>
              <a:avLst/>
              <a:gdLst/>
              <a:ahLst/>
              <a:cxnLst/>
              <a:rect l="l" t="t" r="r" b="b"/>
              <a:pathLst>
                <a:path w="2871" h="4731" extrusionOk="0">
                  <a:moveTo>
                    <a:pt x="2717" y="0"/>
                  </a:moveTo>
                  <a:lnTo>
                    <a:pt x="367" y="608"/>
                  </a:lnTo>
                  <a:lnTo>
                    <a:pt x="0" y="3383"/>
                  </a:lnTo>
                  <a:lnTo>
                    <a:pt x="154" y="4731"/>
                  </a:lnTo>
                  <a:cubicBezTo>
                    <a:pt x="1011" y="4635"/>
                    <a:pt x="1831" y="4482"/>
                    <a:pt x="2622" y="4211"/>
                  </a:cubicBezTo>
                  <a:cubicBezTo>
                    <a:pt x="2688" y="3749"/>
                    <a:pt x="2717" y="3325"/>
                    <a:pt x="2717" y="3083"/>
                  </a:cubicBezTo>
                  <a:cubicBezTo>
                    <a:pt x="2871" y="608"/>
                    <a:pt x="2717" y="0"/>
                    <a:pt x="2717" y="0"/>
                  </a:cubicBezTo>
                  <a:close/>
                </a:path>
              </a:pathLst>
            </a:custGeom>
            <a:solidFill>
              <a:srgbClr val="EB704C"/>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1" name="Google Shape;971;p45"/>
            <p:cNvSpPr/>
            <p:nvPr/>
          </p:nvSpPr>
          <p:spPr>
            <a:xfrm>
              <a:off x="1179205" y="3776909"/>
              <a:ext cx="332450" cy="725151"/>
            </a:xfrm>
            <a:custGeom>
              <a:avLst/>
              <a:gdLst/>
              <a:ahLst/>
              <a:cxnLst/>
              <a:rect l="l" t="t" r="r" b="b"/>
              <a:pathLst>
                <a:path w="4039" h="8810" extrusionOk="0">
                  <a:moveTo>
                    <a:pt x="2633" y="0"/>
                  </a:moveTo>
                  <a:lnTo>
                    <a:pt x="2633" y="0"/>
                  </a:lnTo>
                  <a:cubicBezTo>
                    <a:pt x="1805" y="242"/>
                    <a:pt x="985" y="396"/>
                    <a:pt x="128" y="483"/>
                  </a:cubicBezTo>
                  <a:lnTo>
                    <a:pt x="407" y="2805"/>
                  </a:lnTo>
                  <a:lnTo>
                    <a:pt x="436" y="7835"/>
                  </a:lnTo>
                  <a:cubicBezTo>
                    <a:pt x="0" y="8590"/>
                    <a:pt x="886" y="8668"/>
                    <a:pt x="1271" y="8668"/>
                  </a:cubicBezTo>
                  <a:cubicBezTo>
                    <a:pt x="1372" y="8668"/>
                    <a:pt x="1439" y="8663"/>
                    <a:pt x="1439" y="8663"/>
                  </a:cubicBezTo>
                  <a:cubicBezTo>
                    <a:pt x="1439" y="8663"/>
                    <a:pt x="2454" y="8809"/>
                    <a:pt x="3206" y="8809"/>
                  </a:cubicBezTo>
                  <a:cubicBezTo>
                    <a:pt x="3643" y="8809"/>
                    <a:pt x="3991" y="8760"/>
                    <a:pt x="4002" y="8604"/>
                  </a:cubicBezTo>
                  <a:cubicBezTo>
                    <a:pt x="4038" y="8172"/>
                    <a:pt x="1900" y="7535"/>
                    <a:pt x="1900" y="7535"/>
                  </a:cubicBezTo>
                  <a:cubicBezTo>
                    <a:pt x="1930" y="7286"/>
                    <a:pt x="2296" y="3661"/>
                    <a:pt x="2354" y="2709"/>
                  </a:cubicBezTo>
                  <a:cubicBezTo>
                    <a:pt x="2420" y="2160"/>
                    <a:pt x="2537" y="945"/>
                    <a:pt x="26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2" name="Google Shape;972;p45"/>
            <p:cNvSpPr/>
            <p:nvPr/>
          </p:nvSpPr>
          <p:spPr>
            <a:xfrm>
              <a:off x="1184884" y="3770406"/>
              <a:ext cx="331627" cy="734617"/>
            </a:xfrm>
            <a:custGeom>
              <a:avLst/>
              <a:gdLst/>
              <a:ahLst/>
              <a:cxnLst/>
              <a:rect l="l" t="t" r="r" b="b"/>
              <a:pathLst>
                <a:path w="4029" h="8925" extrusionOk="0">
                  <a:moveTo>
                    <a:pt x="2468" y="138"/>
                  </a:moveTo>
                  <a:cubicBezTo>
                    <a:pt x="2439" y="445"/>
                    <a:pt x="2410" y="746"/>
                    <a:pt x="2410" y="1053"/>
                  </a:cubicBezTo>
                  <a:cubicBezTo>
                    <a:pt x="2322" y="1756"/>
                    <a:pt x="2256" y="2422"/>
                    <a:pt x="2227" y="2788"/>
                  </a:cubicBezTo>
                  <a:cubicBezTo>
                    <a:pt x="2168" y="3770"/>
                    <a:pt x="1802" y="7365"/>
                    <a:pt x="1773" y="7614"/>
                  </a:cubicBezTo>
                  <a:cubicBezTo>
                    <a:pt x="1736" y="7643"/>
                    <a:pt x="1773" y="7673"/>
                    <a:pt x="1802" y="7673"/>
                  </a:cubicBezTo>
                  <a:cubicBezTo>
                    <a:pt x="2651" y="7951"/>
                    <a:pt x="3874" y="8405"/>
                    <a:pt x="3874" y="8683"/>
                  </a:cubicBezTo>
                  <a:lnTo>
                    <a:pt x="3845" y="8712"/>
                  </a:lnTo>
                  <a:cubicBezTo>
                    <a:pt x="3748" y="8786"/>
                    <a:pt x="3493" y="8812"/>
                    <a:pt x="3176" y="8812"/>
                  </a:cubicBezTo>
                  <a:cubicBezTo>
                    <a:pt x="2582" y="8812"/>
                    <a:pt x="1771" y="8721"/>
                    <a:pt x="1370" y="8683"/>
                  </a:cubicBezTo>
                  <a:cubicBezTo>
                    <a:pt x="1128" y="8683"/>
                    <a:pt x="521" y="8683"/>
                    <a:pt x="338" y="8405"/>
                  </a:cubicBezTo>
                  <a:cubicBezTo>
                    <a:pt x="272" y="8317"/>
                    <a:pt x="308" y="8163"/>
                    <a:pt x="396" y="7951"/>
                  </a:cubicBezTo>
                  <a:lnTo>
                    <a:pt x="425" y="7914"/>
                  </a:lnTo>
                  <a:lnTo>
                    <a:pt x="396" y="2854"/>
                  </a:lnTo>
                  <a:lnTo>
                    <a:pt x="125" y="628"/>
                  </a:lnTo>
                  <a:cubicBezTo>
                    <a:pt x="945" y="533"/>
                    <a:pt x="1736" y="379"/>
                    <a:pt x="2468" y="138"/>
                  </a:cubicBezTo>
                  <a:close/>
                  <a:moveTo>
                    <a:pt x="2556" y="0"/>
                  </a:moveTo>
                  <a:cubicBezTo>
                    <a:pt x="2551" y="0"/>
                    <a:pt x="2544" y="4"/>
                    <a:pt x="2534" y="13"/>
                  </a:cubicBezTo>
                  <a:cubicBezTo>
                    <a:pt x="1736" y="262"/>
                    <a:pt x="916" y="409"/>
                    <a:pt x="59" y="504"/>
                  </a:cubicBezTo>
                  <a:lnTo>
                    <a:pt x="30" y="504"/>
                  </a:lnTo>
                  <a:cubicBezTo>
                    <a:pt x="1" y="533"/>
                    <a:pt x="1" y="533"/>
                    <a:pt x="1" y="562"/>
                  </a:cubicBezTo>
                  <a:lnTo>
                    <a:pt x="272" y="2884"/>
                  </a:lnTo>
                  <a:lnTo>
                    <a:pt x="308" y="7914"/>
                  </a:lnTo>
                  <a:cubicBezTo>
                    <a:pt x="154" y="8134"/>
                    <a:pt x="154" y="8346"/>
                    <a:pt x="242" y="8500"/>
                  </a:cubicBezTo>
                  <a:cubicBezTo>
                    <a:pt x="454" y="8780"/>
                    <a:pt x="1056" y="8801"/>
                    <a:pt x="1286" y="8801"/>
                  </a:cubicBezTo>
                  <a:cubicBezTo>
                    <a:pt x="1327" y="8801"/>
                    <a:pt x="1357" y="8800"/>
                    <a:pt x="1370" y="8800"/>
                  </a:cubicBezTo>
                  <a:cubicBezTo>
                    <a:pt x="1524" y="8800"/>
                    <a:pt x="2439" y="8925"/>
                    <a:pt x="3142" y="8925"/>
                  </a:cubicBezTo>
                  <a:cubicBezTo>
                    <a:pt x="3479" y="8925"/>
                    <a:pt x="3816" y="8895"/>
                    <a:pt x="3933" y="8800"/>
                  </a:cubicBezTo>
                  <a:cubicBezTo>
                    <a:pt x="3969" y="8771"/>
                    <a:pt x="3999" y="8712"/>
                    <a:pt x="3999" y="8683"/>
                  </a:cubicBezTo>
                  <a:cubicBezTo>
                    <a:pt x="4028" y="8251"/>
                    <a:pt x="2351" y="7702"/>
                    <a:pt x="1890" y="7585"/>
                  </a:cubicBezTo>
                  <a:cubicBezTo>
                    <a:pt x="1956" y="7065"/>
                    <a:pt x="2285" y="3704"/>
                    <a:pt x="2351" y="2788"/>
                  </a:cubicBezTo>
                  <a:cubicBezTo>
                    <a:pt x="2380" y="2422"/>
                    <a:pt x="2439" y="1756"/>
                    <a:pt x="2534" y="1053"/>
                  </a:cubicBezTo>
                  <a:cubicBezTo>
                    <a:pt x="2564" y="716"/>
                    <a:pt x="2593" y="379"/>
                    <a:pt x="2622" y="79"/>
                  </a:cubicBezTo>
                  <a:cubicBezTo>
                    <a:pt x="2622" y="43"/>
                    <a:pt x="2593" y="13"/>
                    <a:pt x="2593" y="13"/>
                  </a:cubicBezTo>
                  <a:cubicBezTo>
                    <a:pt x="2573" y="13"/>
                    <a:pt x="2567" y="0"/>
                    <a:pt x="2556"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3" name="Google Shape;973;p45"/>
            <p:cNvSpPr/>
            <p:nvPr/>
          </p:nvSpPr>
          <p:spPr>
            <a:xfrm>
              <a:off x="1034255" y="3409470"/>
              <a:ext cx="261005" cy="417476"/>
            </a:xfrm>
            <a:custGeom>
              <a:avLst/>
              <a:gdLst/>
              <a:ahLst/>
              <a:cxnLst/>
              <a:rect l="l" t="t" r="r" b="b"/>
              <a:pathLst>
                <a:path w="3171" h="5072" extrusionOk="0">
                  <a:moveTo>
                    <a:pt x="826" y="1"/>
                  </a:moveTo>
                  <a:cubicBezTo>
                    <a:pt x="376" y="1"/>
                    <a:pt x="39" y="94"/>
                    <a:pt x="29" y="371"/>
                  </a:cubicBezTo>
                  <a:cubicBezTo>
                    <a:pt x="29" y="1835"/>
                    <a:pt x="0" y="3366"/>
                    <a:pt x="0" y="4794"/>
                  </a:cubicBezTo>
                  <a:cubicBezTo>
                    <a:pt x="857" y="4977"/>
                    <a:pt x="1736" y="5072"/>
                    <a:pt x="2622" y="5072"/>
                  </a:cubicBezTo>
                  <a:cubicBezTo>
                    <a:pt x="2687" y="4677"/>
                    <a:pt x="2746" y="4340"/>
                    <a:pt x="2775" y="4157"/>
                  </a:cubicBezTo>
                  <a:cubicBezTo>
                    <a:pt x="3141" y="1623"/>
                    <a:pt x="3171" y="400"/>
                    <a:pt x="3171" y="400"/>
                  </a:cubicBezTo>
                  <a:cubicBezTo>
                    <a:pt x="3171" y="400"/>
                    <a:pt x="1756" y="1"/>
                    <a:pt x="826" y="1"/>
                  </a:cubicBezTo>
                  <a:close/>
                </a:path>
              </a:pathLst>
            </a:custGeom>
            <a:solidFill>
              <a:srgbClr val="EB704C"/>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4" name="Google Shape;974;p45"/>
            <p:cNvSpPr/>
            <p:nvPr/>
          </p:nvSpPr>
          <p:spPr>
            <a:xfrm>
              <a:off x="737687" y="3796746"/>
              <a:ext cx="382165" cy="695766"/>
            </a:xfrm>
            <a:custGeom>
              <a:avLst/>
              <a:gdLst/>
              <a:ahLst/>
              <a:cxnLst/>
              <a:rect l="l" t="t" r="r" b="b"/>
              <a:pathLst>
                <a:path w="4643" h="8453" extrusionOk="0">
                  <a:moveTo>
                    <a:pt x="2014" y="1"/>
                  </a:moveTo>
                  <a:lnTo>
                    <a:pt x="2014" y="491"/>
                  </a:lnTo>
                  <a:lnTo>
                    <a:pt x="2014" y="1802"/>
                  </a:lnTo>
                  <a:cubicBezTo>
                    <a:pt x="1831" y="2505"/>
                    <a:pt x="1648" y="3171"/>
                    <a:pt x="1494" y="3750"/>
                  </a:cubicBezTo>
                  <a:cubicBezTo>
                    <a:pt x="1436" y="3970"/>
                    <a:pt x="1377" y="4182"/>
                    <a:pt x="1348" y="4365"/>
                  </a:cubicBezTo>
                  <a:cubicBezTo>
                    <a:pt x="1311" y="4453"/>
                    <a:pt x="1282" y="4577"/>
                    <a:pt x="1253" y="4665"/>
                  </a:cubicBezTo>
                  <a:cubicBezTo>
                    <a:pt x="945" y="5764"/>
                    <a:pt x="762" y="6466"/>
                    <a:pt x="762" y="6466"/>
                  </a:cubicBezTo>
                  <a:cubicBezTo>
                    <a:pt x="0" y="7199"/>
                    <a:pt x="1531" y="7719"/>
                    <a:pt x="1531" y="7719"/>
                  </a:cubicBezTo>
                  <a:cubicBezTo>
                    <a:pt x="1531" y="7719"/>
                    <a:pt x="3164" y="8453"/>
                    <a:pt x="3760" y="8453"/>
                  </a:cubicBezTo>
                  <a:cubicBezTo>
                    <a:pt x="3874" y="8453"/>
                    <a:pt x="3949" y="8426"/>
                    <a:pt x="3969" y="8363"/>
                  </a:cubicBezTo>
                  <a:cubicBezTo>
                    <a:pt x="4094" y="7960"/>
                    <a:pt x="2263" y="6562"/>
                    <a:pt x="2263" y="6562"/>
                  </a:cubicBezTo>
                  <a:cubicBezTo>
                    <a:pt x="2410" y="6225"/>
                    <a:pt x="2629" y="5800"/>
                    <a:pt x="2842" y="5310"/>
                  </a:cubicBezTo>
                  <a:cubicBezTo>
                    <a:pt x="2871" y="5214"/>
                    <a:pt x="2929" y="5126"/>
                    <a:pt x="2959" y="5031"/>
                  </a:cubicBezTo>
                  <a:cubicBezTo>
                    <a:pt x="3054" y="4848"/>
                    <a:pt x="3112" y="4665"/>
                    <a:pt x="3208" y="4482"/>
                  </a:cubicBezTo>
                  <a:cubicBezTo>
                    <a:pt x="3361" y="4116"/>
                    <a:pt x="3545" y="3750"/>
                    <a:pt x="3691" y="3354"/>
                  </a:cubicBezTo>
                  <a:cubicBezTo>
                    <a:pt x="4028" y="2835"/>
                    <a:pt x="4394" y="1312"/>
                    <a:pt x="4643" y="272"/>
                  </a:cubicBezTo>
                  <a:cubicBezTo>
                    <a:pt x="3757" y="272"/>
                    <a:pt x="2871" y="184"/>
                    <a:pt x="20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5" name="Google Shape;975;p45"/>
            <p:cNvSpPr/>
            <p:nvPr/>
          </p:nvSpPr>
          <p:spPr>
            <a:xfrm>
              <a:off x="775632" y="3790572"/>
              <a:ext cx="349077" cy="706631"/>
            </a:xfrm>
            <a:custGeom>
              <a:avLst/>
              <a:gdLst/>
              <a:ahLst/>
              <a:cxnLst/>
              <a:rect l="l" t="t" r="r" b="b"/>
              <a:pathLst>
                <a:path w="4241" h="8585" extrusionOk="0">
                  <a:moveTo>
                    <a:pt x="1619" y="134"/>
                  </a:moveTo>
                  <a:cubicBezTo>
                    <a:pt x="2439" y="317"/>
                    <a:pt x="3267" y="413"/>
                    <a:pt x="4087" y="413"/>
                  </a:cubicBezTo>
                  <a:cubicBezTo>
                    <a:pt x="3845" y="1511"/>
                    <a:pt x="3479" y="2910"/>
                    <a:pt x="3201" y="3400"/>
                  </a:cubicBezTo>
                  <a:cubicBezTo>
                    <a:pt x="3018" y="3796"/>
                    <a:pt x="2835" y="4162"/>
                    <a:pt x="2681" y="4528"/>
                  </a:cubicBezTo>
                  <a:cubicBezTo>
                    <a:pt x="2593" y="4711"/>
                    <a:pt x="2534" y="4894"/>
                    <a:pt x="2439" y="5077"/>
                  </a:cubicBezTo>
                  <a:lnTo>
                    <a:pt x="2315" y="5355"/>
                  </a:lnTo>
                  <a:cubicBezTo>
                    <a:pt x="2102" y="5875"/>
                    <a:pt x="1890" y="6300"/>
                    <a:pt x="1736" y="6607"/>
                  </a:cubicBezTo>
                  <a:cubicBezTo>
                    <a:pt x="1736" y="6637"/>
                    <a:pt x="1736" y="6666"/>
                    <a:pt x="1765" y="6666"/>
                  </a:cubicBezTo>
                  <a:cubicBezTo>
                    <a:pt x="2534" y="7244"/>
                    <a:pt x="3538" y="8160"/>
                    <a:pt x="3450" y="8401"/>
                  </a:cubicBezTo>
                  <a:cubicBezTo>
                    <a:pt x="3450" y="8401"/>
                    <a:pt x="3450" y="8438"/>
                    <a:pt x="3413" y="8438"/>
                  </a:cubicBezTo>
                  <a:cubicBezTo>
                    <a:pt x="3381" y="8453"/>
                    <a:pt x="3337" y="8460"/>
                    <a:pt x="3282" y="8460"/>
                  </a:cubicBezTo>
                  <a:cubicBezTo>
                    <a:pt x="2814" y="8460"/>
                    <a:pt x="1590" y="7951"/>
                    <a:pt x="1099" y="7735"/>
                  </a:cubicBezTo>
                  <a:cubicBezTo>
                    <a:pt x="1070" y="7735"/>
                    <a:pt x="272" y="7457"/>
                    <a:pt x="184" y="7032"/>
                  </a:cubicBezTo>
                  <a:cubicBezTo>
                    <a:pt x="118" y="6878"/>
                    <a:pt x="213" y="6725"/>
                    <a:pt x="367" y="6571"/>
                  </a:cubicBezTo>
                  <a:lnTo>
                    <a:pt x="367" y="6541"/>
                  </a:lnTo>
                  <a:cubicBezTo>
                    <a:pt x="367" y="6541"/>
                    <a:pt x="550" y="5875"/>
                    <a:pt x="850" y="4777"/>
                  </a:cubicBezTo>
                  <a:lnTo>
                    <a:pt x="1099" y="3825"/>
                  </a:lnTo>
                  <a:cubicBezTo>
                    <a:pt x="1253" y="3246"/>
                    <a:pt x="1436" y="2609"/>
                    <a:pt x="1619" y="1906"/>
                  </a:cubicBezTo>
                  <a:lnTo>
                    <a:pt x="1619" y="1877"/>
                  </a:lnTo>
                  <a:lnTo>
                    <a:pt x="1619" y="566"/>
                  </a:lnTo>
                  <a:lnTo>
                    <a:pt x="1619" y="134"/>
                  </a:lnTo>
                  <a:close/>
                  <a:moveTo>
                    <a:pt x="1561" y="1"/>
                  </a:moveTo>
                  <a:cubicBezTo>
                    <a:pt x="1550" y="1"/>
                    <a:pt x="1543" y="17"/>
                    <a:pt x="1524" y="17"/>
                  </a:cubicBezTo>
                  <a:cubicBezTo>
                    <a:pt x="1524" y="17"/>
                    <a:pt x="1495" y="47"/>
                    <a:pt x="1495" y="76"/>
                  </a:cubicBezTo>
                  <a:lnTo>
                    <a:pt x="1495" y="566"/>
                  </a:lnTo>
                  <a:lnTo>
                    <a:pt x="1495" y="1877"/>
                  </a:lnTo>
                  <a:cubicBezTo>
                    <a:pt x="1311" y="2580"/>
                    <a:pt x="1128" y="3217"/>
                    <a:pt x="975" y="3796"/>
                  </a:cubicBezTo>
                  <a:lnTo>
                    <a:pt x="733" y="4740"/>
                  </a:lnTo>
                  <a:cubicBezTo>
                    <a:pt x="455" y="5751"/>
                    <a:pt x="272" y="6388"/>
                    <a:pt x="272" y="6512"/>
                  </a:cubicBezTo>
                  <a:cubicBezTo>
                    <a:pt x="89" y="6695"/>
                    <a:pt x="1" y="6878"/>
                    <a:pt x="59" y="7061"/>
                  </a:cubicBezTo>
                  <a:cubicBezTo>
                    <a:pt x="155" y="7552"/>
                    <a:pt x="1004" y="7852"/>
                    <a:pt x="1033" y="7852"/>
                  </a:cubicBezTo>
                  <a:cubicBezTo>
                    <a:pt x="1216" y="7947"/>
                    <a:pt x="2681" y="8584"/>
                    <a:pt x="3296" y="8584"/>
                  </a:cubicBezTo>
                  <a:cubicBezTo>
                    <a:pt x="3354" y="8584"/>
                    <a:pt x="3413" y="8555"/>
                    <a:pt x="3479" y="8555"/>
                  </a:cubicBezTo>
                  <a:cubicBezTo>
                    <a:pt x="3538" y="8526"/>
                    <a:pt x="3567" y="8467"/>
                    <a:pt x="3567" y="8438"/>
                  </a:cubicBezTo>
                  <a:cubicBezTo>
                    <a:pt x="3691" y="8035"/>
                    <a:pt x="2256" y="6908"/>
                    <a:pt x="1890" y="6607"/>
                  </a:cubicBezTo>
                  <a:cubicBezTo>
                    <a:pt x="2014" y="6300"/>
                    <a:pt x="2198" y="5904"/>
                    <a:pt x="2439" y="5414"/>
                  </a:cubicBezTo>
                  <a:lnTo>
                    <a:pt x="2564" y="5143"/>
                  </a:lnTo>
                  <a:cubicBezTo>
                    <a:pt x="2622" y="4960"/>
                    <a:pt x="2717" y="4777"/>
                    <a:pt x="2805" y="4594"/>
                  </a:cubicBezTo>
                  <a:cubicBezTo>
                    <a:pt x="2959" y="4228"/>
                    <a:pt x="3142" y="3825"/>
                    <a:pt x="3296" y="3459"/>
                  </a:cubicBezTo>
                  <a:cubicBezTo>
                    <a:pt x="3596" y="2946"/>
                    <a:pt x="3999" y="1482"/>
                    <a:pt x="4240" y="347"/>
                  </a:cubicBezTo>
                  <a:cubicBezTo>
                    <a:pt x="4240" y="347"/>
                    <a:pt x="4240" y="317"/>
                    <a:pt x="4211" y="317"/>
                  </a:cubicBezTo>
                  <a:cubicBezTo>
                    <a:pt x="4211" y="288"/>
                    <a:pt x="4182" y="288"/>
                    <a:pt x="4182" y="288"/>
                  </a:cubicBezTo>
                  <a:cubicBezTo>
                    <a:pt x="3296" y="288"/>
                    <a:pt x="2410" y="200"/>
                    <a:pt x="1582" y="17"/>
                  </a:cubicBezTo>
                  <a:cubicBezTo>
                    <a:pt x="1573" y="5"/>
                    <a:pt x="1566" y="1"/>
                    <a:pt x="1561"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6" name="Google Shape;976;p45"/>
            <p:cNvSpPr/>
            <p:nvPr/>
          </p:nvSpPr>
          <p:spPr>
            <a:xfrm>
              <a:off x="782876" y="3194061"/>
              <a:ext cx="789024" cy="873638"/>
            </a:xfrm>
            <a:custGeom>
              <a:avLst/>
              <a:gdLst/>
              <a:ahLst/>
              <a:cxnLst/>
              <a:rect l="l" t="t" r="r" b="b"/>
              <a:pathLst>
                <a:path w="9586" h="10614" extrusionOk="0">
                  <a:moveTo>
                    <a:pt x="3508" y="0"/>
                  </a:moveTo>
                  <a:cubicBezTo>
                    <a:pt x="3508" y="0"/>
                    <a:pt x="1861" y="2534"/>
                    <a:pt x="1" y="8692"/>
                  </a:cubicBezTo>
                  <a:cubicBezTo>
                    <a:pt x="3020" y="10222"/>
                    <a:pt x="5882" y="10614"/>
                    <a:pt x="7636" y="10614"/>
                  </a:cubicBezTo>
                  <a:cubicBezTo>
                    <a:pt x="8367" y="10614"/>
                    <a:pt x="8905" y="10546"/>
                    <a:pt x="9183" y="10464"/>
                  </a:cubicBezTo>
                  <a:cubicBezTo>
                    <a:pt x="9586" y="8114"/>
                    <a:pt x="9461" y="4335"/>
                    <a:pt x="9307" y="1802"/>
                  </a:cubicBezTo>
                  <a:lnTo>
                    <a:pt x="9307" y="1802"/>
                  </a:lnTo>
                  <a:cubicBezTo>
                    <a:pt x="9145" y="1811"/>
                    <a:pt x="8973" y="1816"/>
                    <a:pt x="8792" y="1816"/>
                  </a:cubicBezTo>
                  <a:cubicBezTo>
                    <a:pt x="7282" y="1816"/>
                    <a:pt x="5202" y="1446"/>
                    <a:pt x="35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7" name="Google Shape;977;p45"/>
            <p:cNvSpPr/>
            <p:nvPr/>
          </p:nvSpPr>
          <p:spPr>
            <a:xfrm>
              <a:off x="778102" y="3189204"/>
              <a:ext cx="798654" cy="883680"/>
            </a:xfrm>
            <a:custGeom>
              <a:avLst/>
              <a:gdLst/>
              <a:ahLst/>
              <a:cxnLst/>
              <a:rect l="l" t="t" r="r" b="b"/>
              <a:pathLst>
                <a:path w="9703" h="10736" extrusionOk="0">
                  <a:moveTo>
                    <a:pt x="3603" y="147"/>
                  </a:moveTo>
                  <a:cubicBezTo>
                    <a:pt x="5427" y="1686"/>
                    <a:pt x="7578" y="1933"/>
                    <a:pt x="8812" y="1933"/>
                  </a:cubicBezTo>
                  <a:cubicBezTo>
                    <a:pt x="9000" y="1933"/>
                    <a:pt x="9166" y="1927"/>
                    <a:pt x="9307" y="1919"/>
                  </a:cubicBezTo>
                  <a:lnTo>
                    <a:pt x="9307" y="1919"/>
                  </a:lnTo>
                  <a:cubicBezTo>
                    <a:pt x="9490" y="4577"/>
                    <a:pt x="9578" y="8173"/>
                    <a:pt x="9182" y="10465"/>
                  </a:cubicBezTo>
                  <a:cubicBezTo>
                    <a:pt x="8899" y="10541"/>
                    <a:pt x="8383" y="10601"/>
                    <a:pt x="7696" y="10601"/>
                  </a:cubicBezTo>
                  <a:cubicBezTo>
                    <a:pt x="5952" y="10601"/>
                    <a:pt x="3106" y="10214"/>
                    <a:pt x="154" y="8722"/>
                  </a:cubicBezTo>
                  <a:cubicBezTo>
                    <a:pt x="1831" y="3171"/>
                    <a:pt x="3324" y="579"/>
                    <a:pt x="3603" y="147"/>
                  </a:cubicBezTo>
                  <a:close/>
                  <a:moveTo>
                    <a:pt x="3566" y="1"/>
                  </a:moveTo>
                  <a:lnTo>
                    <a:pt x="3537" y="30"/>
                  </a:lnTo>
                  <a:cubicBezTo>
                    <a:pt x="3508" y="59"/>
                    <a:pt x="1860" y="2622"/>
                    <a:pt x="0" y="8751"/>
                  </a:cubicBezTo>
                  <a:cubicBezTo>
                    <a:pt x="0" y="8788"/>
                    <a:pt x="29" y="8817"/>
                    <a:pt x="29" y="8817"/>
                  </a:cubicBezTo>
                  <a:cubicBezTo>
                    <a:pt x="3054" y="10340"/>
                    <a:pt x="5946" y="10735"/>
                    <a:pt x="7718" y="10735"/>
                  </a:cubicBezTo>
                  <a:cubicBezTo>
                    <a:pt x="8450" y="10735"/>
                    <a:pt x="8970" y="10677"/>
                    <a:pt x="9278" y="10582"/>
                  </a:cubicBezTo>
                  <a:cubicBezTo>
                    <a:pt x="9278" y="10582"/>
                    <a:pt x="9307" y="10552"/>
                    <a:pt x="9307" y="10523"/>
                  </a:cubicBezTo>
                  <a:cubicBezTo>
                    <a:pt x="9702" y="8202"/>
                    <a:pt x="9607" y="4541"/>
                    <a:pt x="9424" y="1861"/>
                  </a:cubicBezTo>
                  <a:cubicBezTo>
                    <a:pt x="9424" y="1861"/>
                    <a:pt x="9424" y="1831"/>
                    <a:pt x="9395" y="1831"/>
                  </a:cubicBezTo>
                  <a:cubicBezTo>
                    <a:pt x="9395" y="1795"/>
                    <a:pt x="9365" y="1795"/>
                    <a:pt x="9365" y="1795"/>
                  </a:cubicBezTo>
                  <a:cubicBezTo>
                    <a:pt x="9210" y="1805"/>
                    <a:pt x="9020" y="1812"/>
                    <a:pt x="8802" y="1812"/>
                  </a:cubicBezTo>
                  <a:cubicBezTo>
                    <a:pt x="7562" y="1812"/>
                    <a:pt x="5419" y="1562"/>
                    <a:pt x="3632" y="30"/>
                  </a:cubicBezTo>
                  <a:cubicBezTo>
                    <a:pt x="3603" y="30"/>
                    <a:pt x="3603" y="1"/>
                    <a:pt x="3566"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8" name="Google Shape;978;p45"/>
            <p:cNvSpPr/>
            <p:nvPr/>
          </p:nvSpPr>
          <p:spPr>
            <a:xfrm>
              <a:off x="1511578" y="2878149"/>
              <a:ext cx="609999" cy="551971"/>
            </a:xfrm>
            <a:custGeom>
              <a:avLst/>
              <a:gdLst/>
              <a:ahLst/>
              <a:cxnLst/>
              <a:rect l="l" t="t" r="r" b="b"/>
              <a:pathLst>
                <a:path w="7411" h="6706" extrusionOk="0">
                  <a:moveTo>
                    <a:pt x="1279" y="1"/>
                  </a:moveTo>
                  <a:cubicBezTo>
                    <a:pt x="791" y="1"/>
                    <a:pt x="222" y="519"/>
                    <a:pt x="147" y="1122"/>
                  </a:cubicBezTo>
                  <a:cubicBezTo>
                    <a:pt x="0" y="2740"/>
                    <a:pt x="579" y="5274"/>
                    <a:pt x="667" y="5486"/>
                  </a:cubicBezTo>
                  <a:cubicBezTo>
                    <a:pt x="791" y="5823"/>
                    <a:pt x="1216" y="6431"/>
                    <a:pt x="1494" y="6489"/>
                  </a:cubicBezTo>
                  <a:cubicBezTo>
                    <a:pt x="2175" y="6650"/>
                    <a:pt x="2812" y="6706"/>
                    <a:pt x="3366" y="6706"/>
                  </a:cubicBezTo>
                  <a:cubicBezTo>
                    <a:pt x="4600" y="6706"/>
                    <a:pt x="5426" y="6431"/>
                    <a:pt x="5426" y="6431"/>
                  </a:cubicBezTo>
                  <a:cubicBezTo>
                    <a:pt x="6044" y="6617"/>
                    <a:pt x="6420" y="6669"/>
                    <a:pt x="6648" y="6669"/>
                  </a:cubicBezTo>
                  <a:cubicBezTo>
                    <a:pt x="6938" y="6669"/>
                    <a:pt x="6986" y="6584"/>
                    <a:pt x="6986" y="6584"/>
                  </a:cubicBezTo>
                  <a:cubicBezTo>
                    <a:pt x="7411" y="5794"/>
                    <a:pt x="6803" y="5698"/>
                    <a:pt x="6803" y="5698"/>
                  </a:cubicBezTo>
                  <a:cubicBezTo>
                    <a:pt x="6803" y="5698"/>
                    <a:pt x="7323" y="5669"/>
                    <a:pt x="7074" y="5457"/>
                  </a:cubicBezTo>
                  <a:cubicBezTo>
                    <a:pt x="7000" y="5392"/>
                    <a:pt x="6855" y="5369"/>
                    <a:pt x="6688" y="5369"/>
                  </a:cubicBezTo>
                  <a:cubicBezTo>
                    <a:pt x="6309" y="5369"/>
                    <a:pt x="5822" y="5486"/>
                    <a:pt x="5822" y="5486"/>
                  </a:cubicBezTo>
                  <a:cubicBezTo>
                    <a:pt x="5822" y="5486"/>
                    <a:pt x="4211" y="5303"/>
                    <a:pt x="2622" y="4908"/>
                  </a:cubicBezTo>
                  <a:cubicBezTo>
                    <a:pt x="2439" y="2645"/>
                    <a:pt x="1978" y="814"/>
                    <a:pt x="1978" y="814"/>
                  </a:cubicBezTo>
                  <a:cubicBezTo>
                    <a:pt x="1893" y="230"/>
                    <a:pt x="1604" y="1"/>
                    <a:pt x="12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79" name="Google Shape;979;p45"/>
            <p:cNvSpPr/>
            <p:nvPr/>
          </p:nvSpPr>
          <p:spPr>
            <a:xfrm>
              <a:off x="1506146" y="2872799"/>
              <a:ext cx="600369" cy="562424"/>
            </a:xfrm>
            <a:custGeom>
              <a:avLst/>
              <a:gdLst/>
              <a:ahLst/>
              <a:cxnLst/>
              <a:rect l="l" t="t" r="r" b="b"/>
              <a:pathLst>
                <a:path w="7294" h="6833" extrusionOk="0">
                  <a:moveTo>
                    <a:pt x="1348" y="118"/>
                  </a:moveTo>
                  <a:cubicBezTo>
                    <a:pt x="1677" y="118"/>
                    <a:pt x="1926" y="396"/>
                    <a:pt x="1985" y="879"/>
                  </a:cubicBezTo>
                  <a:cubicBezTo>
                    <a:pt x="1985" y="916"/>
                    <a:pt x="2476" y="2710"/>
                    <a:pt x="2629" y="4973"/>
                  </a:cubicBezTo>
                  <a:cubicBezTo>
                    <a:pt x="2629" y="5002"/>
                    <a:pt x="2659" y="5031"/>
                    <a:pt x="2688" y="5031"/>
                  </a:cubicBezTo>
                  <a:cubicBezTo>
                    <a:pt x="4240" y="5427"/>
                    <a:pt x="5888" y="5610"/>
                    <a:pt x="5888" y="5610"/>
                  </a:cubicBezTo>
                  <a:lnTo>
                    <a:pt x="5924" y="5610"/>
                  </a:lnTo>
                  <a:cubicBezTo>
                    <a:pt x="6164" y="5552"/>
                    <a:pt x="6521" y="5491"/>
                    <a:pt x="6781" y="5491"/>
                  </a:cubicBezTo>
                  <a:cubicBezTo>
                    <a:pt x="6918" y="5491"/>
                    <a:pt x="7028" y="5508"/>
                    <a:pt x="7081" y="5551"/>
                  </a:cubicBezTo>
                  <a:cubicBezTo>
                    <a:pt x="7140" y="5610"/>
                    <a:pt x="7140" y="5610"/>
                    <a:pt x="7140" y="5639"/>
                  </a:cubicBezTo>
                  <a:cubicBezTo>
                    <a:pt x="7140" y="5675"/>
                    <a:pt x="6986" y="5705"/>
                    <a:pt x="6869" y="5705"/>
                  </a:cubicBezTo>
                  <a:cubicBezTo>
                    <a:pt x="6840" y="5705"/>
                    <a:pt x="6803" y="5734"/>
                    <a:pt x="6803" y="5763"/>
                  </a:cubicBezTo>
                  <a:cubicBezTo>
                    <a:pt x="6803" y="5793"/>
                    <a:pt x="6840" y="5822"/>
                    <a:pt x="6869" y="5822"/>
                  </a:cubicBezTo>
                  <a:cubicBezTo>
                    <a:pt x="6869" y="5822"/>
                    <a:pt x="7023" y="5859"/>
                    <a:pt x="7111" y="6005"/>
                  </a:cubicBezTo>
                  <a:cubicBezTo>
                    <a:pt x="7169" y="6129"/>
                    <a:pt x="7140" y="6342"/>
                    <a:pt x="6986" y="6620"/>
                  </a:cubicBezTo>
                  <a:cubicBezTo>
                    <a:pt x="6986" y="6620"/>
                    <a:pt x="6937" y="6677"/>
                    <a:pt x="6708" y="6677"/>
                  </a:cubicBezTo>
                  <a:cubicBezTo>
                    <a:pt x="6494" y="6677"/>
                    <a:pt x="6124" y="6628"/>
                    <a:pt x="5492" y="6437"/>
                  </a:cubicBezTo>
                  <a:lnTo>
                    <a:pt x="5463" y="6437"/>
                  </a:lnTo>
                  <a:cubicBezTo>
                    <a:pt x="5463" y="6437"/>
                    <a:pt x="4634" y="6699"/>
                    <a:pt x="3406" y="6699"/>
                  </a:cubicBezTo>
                  <a:cubicBezTo>
                    <a:pt x="2857" y="6699"/>
                    <a:pt x="2229" y="6647"/>
                    <a:pt x="1560" y="6496"/>
                  </a:cubicBezTo>
                  <a:cubicBezTo>
                    <a:pt x="1311" y="6437"/>
                    <a:pt x="916" y="5859"/>
                    <a:pt x="799" y="5522"/>
                  </a:cubicBezTo>
                  <a:cubicBezTo>
                    <a:pt x="674" y="5309"/>
                    <a:pt x="125" y="2805"/>
                    <a:pt x="279" y="1216"/>
                  </a:cubicBezTo>
                  <a:cubicBezTo>
                    <a:pt x="337" y="608"/>
                    <a:pt x="887" y="118"/>
                    <a:pt x="1348" y="118"/>
                  </a:cubicBezTo>
                  <a:close/>
                  <a:moveTo>
                    <a:pt x="1348" y="1"/>
                  </a:moveTo>
                  <a:cubicBezTo>
                    <a:pt x="828" y="1"/>
                    <a:pt x="213" y="513"/>
                    <a:pt x="154" y="1187"/>
                  </a:cubicBezTo>
                  <a:cubicBezTo>
                    <a:pt x="1" y="2805"/>
                    <a:pt x="579" y="5339"/>
                    <a:pt x="704" y="5580"/>
                  </a:cubicBezTo>
                  <a:cubicBezTo>
                    <a:pt x="799" y="5888"/>
                    <a:pt x="1223" y="6554"/>
                    <a:pt x="1531" y="6620"/>
                  </a:cubicBezTo>
                  <a:cubicBezTo>
                    <a:pt x="2227" y="6774"/>
                    <a:pt x="2842" y="6832"/>
                    <a:pt x="3420" y="6832"/>
                  </a:cubicBezTo>
                  <a:cubicBezTo>
                    <a:pt x="4548" y="6832"/>
                    <a:pt x="5375" y="6591"/>
                    <a:pt x="5492" y="6554"/>
                  </a:cubicBezTo>
                  <a:cubicBezTo>
                    <a:pt x="6101" y="6745"/>
                    <a:pt x="6483" y="6803"/>
                    <a:pt x="6718" y="6803"/>
                  </a:cubicBezTo>
                  <a:cubicBezTo>
                    <a:pt x="7015" y="6803"/>
                    <a:pt x="7081" y="6711"/>
                    <a:pt x="7081" y="6679"/>
                  </a:cubicBezTo>
                  <a:cubicBezTo>
                    <a:pt x="7264" y="6371"/>
                    <a:pt x="7294" y="6129"/>
                    <a:pt x="7206" y="5946"/>
                  </a:cubicBezTo>
                  <a:cubicBezTo>
                    <a:pt x="7169" y="5888"/>
                    <a:pt x="7111" y="5822"/>
                    <a:pt x="7081" y="5793"/>
                  </a:cubicBezTo>
                  <a:cubicBezTo>
                    <a:pt x="7169" y="5763"/>
                    <a:pt x="7235" y="5734"/>
                    <a:pt x="7264" y="5675"/>
                  </a:cubicBezTo>
                  <a:cubicBezTo>
                    <a:pt x="7264" y="5610"/>
                    <a:pt x="7235" y="5551"/>
                    <a:pt x="7169" y="5456"/>
                  </a:cubicBezTo>
                  <a:cubicBezTo>
                    <a:pt x="7091" y="5387"/>
                    <a:pt x="6945" y="5363"/>
                    <a:pt x="6778" y="5363"/>
                  </a:cubicBezTo>
                  <a:cubicBezTo>
                    <a:pt x="6430" y="5363"/>
                    <a:pt x="5992" y="5468"/>
                    <a:pt x="5888" y="5492"/>
                  </a:cubicBezTo>
                  <a:cubicBezTo>
                    <a:pt x="5771" y="5492"/>
                    <a:pt x="4211" y="5309"/>
                    <a:pt x="2746" y="4907"/>
                  </a:cubicBezTo>
                  <a:cubicBezTo>
                    <a:pt x="2659" y="3750"/>
                    <a:pt x="2505" y="2747"/>
                    <a:pt x="2351" y="2073"/>
                  </a:cubicBezTo>
                  <a:cubicBezTo>
                    <a:pt x="2197" y="1245"/>
                    <a:pt x="2139" y="974"/>
                    <a:pt x="2109" y="879"/>
                  </a:cubicBezTo>
                  <a:cubicBezTo>
                    <a:pt x="1985" y="59"/>
                    <a:pt x="1531" y="1"/>
                    <a:pt x="1348"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0" name="Google Shape;980;p45"/>
            <p:cNvSpPr/>
            <p:nvPr/>
          </p:nvSpPr>
          <p:spPr>
            <a:xfrm>
              <a:off x="1586887" y="3364600"/>
              <a:ext cx="509327" cy="25450"/>
            </a:xfrm>
            <a:custGeom>
              <a:avLst/>
              <a:gdLst/>
              <a:ahLst/>
              <a:cxnLst/>
              <a:rect l="l" t="t" r="r" b="b"/>
              <a:pathLst>
                <a:path w="6101" h="309" extrusionOk="0">
                  <a:moveTo>
                    <a:pt x="1" y="1"/>
                  </a:moveTo>
                  <a:lnTo>
                    <a:pt x="1" y="308"/>
                  </a:lnTo>
                  <a:lnTo>
                    <a:pt x="6100" y="308"/>
                  </a:lnTo>
                  <a:lnTo>
                    <a:pt x="6100"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1" name="Google Shape;981;p45"/>
            <p:cNvSpPr/>
            <p:nvPr/>
          </p:nvSpPr>
          <p:spPr>
            <a:xfrm>
              <a:off x="1491165" y="2872716"/>
              <a:ext cx="248905" cy="281171"/>
            </a:xfrm>
            <a:custGeom>
              <a:avLst/>
              <a:gdLst/>
              <a:ahLst/>
              <a:cxnLst/>
              <a:rect l="l" t="t" r="r" b="b"/>
              <a:pathLst>
                <a:path w="3024" h="3416" extrusionOk="0">
                  <a:moveTo>
                    <a:pt x="1631" y="1"/>
                  </a:moveTo>
                  <a:cubicBezTo>
                    <a:pt x="386" y="1"/>
                    <a:pt x="0" y="1489"/>
                    <a:pt x="65" y="3414"/>
                  </a:cubicBezTo>
                  <a:cubicBezTo>
                    <a:pt x="65" y="3414"/>
                    <a:pt x="140" y="3416"/>
                    <a:pt x="267" y="3416"/>
                  </a:cubicBezTo>
                  <a:cubicBezTo>
                    <a:pt x="858" y="3416"/>
                    <a:pt x="2571" y="3371"/>
                    <a:pt x="3024" y="2865"/>
                  </a:cubicBezTo>
                  <a:cubicBezTo>
                    <a:pt x="3024" y="2865"/>
                    <a:pt x="2958" y="2"/>
                    <a:pt x="1676" y="2"/>
                  </a:cubicBezTo>
                  <a:cubicBezTo>
                    <a:pt x="1661" y="1"/>
                    <a:pt x="1646" y="1"/>
                    <a:pt x="16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2" name="Google Shape;982;p45"/>
            <p:cNvSpPr/>
            <p:nvPr/>
          </p:nvSpPr>
          <p:spPr>
            <a:xfrm>
              <a:off x="1486226" y="2867366"/>
              <a:ext cx="258700" cy="291789"/>
            </a:xfrm>
            <a:custGeom>
              <a:avLst/>
              <a:gdLst/>
              <a:ahLst/>
              <a:cxnLst/>
              <a:rect l="l" t="t" r="r" b="b"/>
              <a:pathLst>
                <a:path w="3143" h="3545" extrusionOk="0">
                  <a:moveTo>
                    <a:pt x="1736" y="125"/>
                  </a:moveTo>
                  <a:cubicBezTo>
                    <a:pt x="2871" y="125"/>
                    <a:pt x="2988" y="2629"/>
                    <a:pt x="3018" y="2900"/>
                  </a:cubicBezTo>
                  <a:cubicBezTo>
                    <a:pt x="2534" y="3420"/>
                    <a:pt x="550" y="3420"/>
                    <a:pt x="184" y="3420"/>
                  </a:cubicBezTo>
                  <a:cubicBezTo>
                    <a:pt x="125" y="1985"/>
                    <a:pt x="367" y="945"/>
                    <a:pt x="858" y="462"/>
                  </a:cubicBezTo>
                  <a:cubicBezTo>
                    <a:pt x="1070" y="213"/>
                    <a:pt x="1370" y="125"/>
                    <a:pt x="1736" y="125"/>
                  </a:cubicBezTo>
                  <a:close/>
                  <a:moveTo>
                    <a:pt x="1736" y="1"/>
                  </a:moveTo>
                  <a:cubicBezTo>
                    <a:pt x="1341" y="1"/>
                    <a:pt x="1004" y="125"/>
                    <a:pt x="762" y="367"/>
                  </a:cubicBezTo>
                  <a:cubicBezTo>
                    <a:pt x="243" y="916"/>
                    <a:pt x="1" y="1956"/>
                    <a:pt x="59" y="3479"/>
                  </a:cubicBezTo>
                  <a:cubicBezTo>
                    <a:pt x="59" y="3508"/>
                    <a:pt x="89" y="3545"/>
                    <a:pt x="125" y="3545"/>
                  </a:cubicBezTo>
                  <a:lnTo>
                    <a:pt x="367" y="3545"/>
                  </a:lnTo>
                  <a:cubicBezTo>
                    <a:pt x="975" y="3545"/>
                    <a:pt x="2652" y="3479"/>
                    <a:pt x="3113" y="2959"/>
                  </a:cubicBezTo>
                  <a:cubicBezTo>
                    <a:pt x="3113" y="2959"/>
                    <a:pt x="3142" y="2959"/>
                    <a:pt x="3142" y="2930"/>
                  </a:cubicBezTo>
                  <a:cubicBezTo>
                    <a:pt x="3113" y="2813"/>
                    <a:pt x="3054" y="1"/>
                    <a:pt x="1736"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3" name="Google Shape;983;p45"/>
            <p:cNvSpPr/>
            <p:nvPr/>
          </p:nvSpPr>
          <p:spPr>
            <a:xfrm>
              <a:off x="1380785" y="2812547"/>
              <a:ext cx="268907" cy="564811"/>
            </a:xfrm>
            <a:custGeom>
              <a:avLst/>
              <a:gdLst/>
              <a:ahLst/>
              <a:cxnLst/>
              <a:rect l="l" t="t" r="r" b="b"/>
              <a:pathLst>
                <a:path w="3267" h="6862" extrusionOk="0">
                  <a:moveTo>
                    <a:pt x="0" y="0"/>
                  </a:moveTo>
                  <a:cubicBezTo>
                    <a:pt x="396" y="608"/>
                    <a:pt x="59" y="6342"/>
                    <a:pt x="1128" y="6861"/>
                  </a:cubicBezTo>
                  <a:cubicBezTo>
                    <a:pt x="1128" y="6861"/>
                    <a:pt x="2805" y="4086"/>
                    <a:pt x="3266" y="1582"/>
                  </a:cubicBezTo>
                  <a:cubicBezTo>
                    <a:pt x="3113" y="1370"/>
                    <a:pt x="3200" y="762"/>
                    <a:pt x="3200" y="762"/>
                  </a:cubicBezTo>
                  <a:cubicBezTo>
                    <a:pt x="2834" y="550"/>
                    <a:pt x="2593" y="425"/>
                    <a:pt x="2593" y="425"/>
                  </a:cubicBezTo>
                  <a:cubicBezTo>
                    <a:pt x="2593" y="425"/>
                    <a:pt x="2168" y="213"/>
                    <a:pt x="4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4" name="Google Shape;984;p45"/>
            <p:cNvSpPr/>
            <p:nvPr/>
          </p:nvSpPr>
          <p:spPr>
            <a:xfrm>
              <a:off x="1372966" y="2807114"/>
              <a:ext cx="281500" cy="575100"/>
            </a:xfrm>
            <a:custGeom>
              <a:avLst/>
              <a:gdLst/>
              <a:ahLst/>
              <a:cxnLst/>
              <a:rect l="l" t="t" r="r" b="b"/>
              <a:pathLst>
                <a:path w="3420" h="6985" extrusionOk="0">
                  <a:moveTo>
                    <a:pt x="549" y="125"/>
                  </a:moveTo>
                  <a:cubicBezTo>
                    <a:pt x="2197" y="337"/>
                    <a:pt x="2658" y="550"/>
                    <a:pt x="2658" y="550"/>
                  </a:cubicBezTo>
                  <a:cubicBezTo>
                    <a:pt x="2688" y="550"/>
                    <a:pt x="2900" y="645"/>
                    <a:pt x="3237" y="857"/>
                  </a:cubicBezTo>
                  <a:cubicBezTo>
                    <a:pt x="3208" y="1011"/>
                    <a:pt x="3149" y="1465"/>
                    <a:pt x="3295" y="1677"/>
                  </a:cubicBezTo>
                  <a:cubicBezTo>
                    <a:pt x="2871" y="3940"/>
                    <a:pt x="1435" y="6473"/>
                    <a:pt x="1194" y="6840"/>
                  </a:cubicBezTo>
                  <a:cubicBezTo>
                    <a:pt x="615" y="6437"/>
                    <a:pt x="491" y="4123"/>
                    <a:pt x="403" y="2410"/>
                  </a:cubicBezTo>
                  <a:cubicBezTo>
                    <a:pt x="366" y="1348"/>
                    <a:pt x="308" y="491"/>
                    <a:pt x="183" y="125"/>
                  </a:cubicBezTo>
                  <a:close/>
                  <a:moveTo>
                    <a:pt x="95" y="0"/>
                  </a:moveTo>
                  <a:cubicBezTo>
                    <a:pt x="66" y="0"/>
                    <a:pt x="37" y="30"/>
                    <a:pt x="37" y="30"/>
                  </a:cubicBezTo>
                  <a:cubicBezTo>
                    <a:pt x="0" y="66"/>
                    <a:pt x="0" y="96"/>
                    <a:pt x="37" y="96"/>
                  </a:cubicBezTo>
                  <a:cubicBezTo>
                    <a:pt x="183" y="337"/>
                    <a:pt x="249" y="1348"/>
                    <a:pt x="279" y="2410"/>
                  </a:cubicBezTo>
                  <a:cubicBezTo>
                    <a:pt x="403" y="4394"/>
                    <a:pt x="491" y="6657"/>
                    <a:pt x="1194" y="6986"/>
                  </a:cubicBezTo>
                  <a:lnTo>
                    <a:pt x="1223" y="6986"/>
                  </a:lnTo>
                  <a:cubicBezTo>
                    <a:pt x="1252" y="6986"/>
                    <a:pt x="1252" y="6986"/>
                    <a:pt x="1282" y="6957"/>
                  </a:cubicBezTo>
                  <a:cubicBezTo>
                    <a:pt x="1282" y="6927"/>
                    <a:pt x="2966" y="4152"/>
                    <a:pt x="3420" y="1648"/>
                  </a:cubicBezTo>
                  <a:lnTo>
                    <a:pt x="3420" y="1619"/>
                  </a:lnTo>
                  <a:cubicBezTo>
                    <a:pt x="3295" y="1465"/>
                    <a:pt x="3332" y="1011"/>
                    <a:pt x="3361" y="828"/>
                  </a:cubicBezTo>
                  <a:cubicBezTo>
                    <a:pt x="3361" y="828"/>
                    <a:pt x="3361" y="799"/>
                    <a:pt x="3332" y="762"/>
                  </a:cubicBezTo>
                  <a:cubicBezTo>
                    <a:pt x="2966" y="550"/>
                    <a:pt x="2717" y="433"/>
                    <a:pt x="2717" y="433"/>
                  </a:cubicBezTo>
                  <a:cubicBezTo>
                    <a:pt x="2717" y="433"/>
                    <a:pt x="2263" y="213"/>
                    <a:pt x="549"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5" name="Google Shape;985;p45"/>
            <p:cNvSpPr/>
            <p:nvPr/>
          </p:nvSpPr>
          <p:spPr>
            <a:xfrm>
              <a:off x="1071624" y="2812135"/>
              <a:ext cx="602756" cy="565223"/>
            </a:xfrm>
            <a:custGeom>
              <a:avLst/>
              <a:gdLst/>
              <a:ahLst/>
              <a:cxnLst/>
              <a:rect l="l" t="t" r="r" b="b"/>
              <a:pathLst>
                <a:path w="7322" h="6867" extrusionOk="0">
                  <a:moveTo>
                    <a:pt x="3648" y="1"/>
                  </a:moveTo>
                  <a:cubicBezTo>
                    <a:pt x="3227" y="1"/>
                    <a:pt x="1675" y="163"/>
                    <a:pt x="732" y="2444"/>
                  </a:cubicBezTo>
                  <a:cubicBezTo>
                    <a:pt x="0" y="4245"/>
                    <a:pt x="37" y="4670"/>
                    <a:pt x="37" y="4670"/>
                  </a:cubicBezTo>
                  <a:cubicBezTo>
                    <a:pt x="952" y="5893"/>
                    <a:pt x="4884" y="6866"/>
                    <a:pt x="4884" y="6866"/>
                  </a:cubicBezTo>
                  <a:lnTo>
                    <a:pt x="5404" y="6229"/>
                  </a:lnTo>
                  <a:cubicBezTo>
                    <a:pt x="5895" y="5556"/>
                    <a:pt x="6685" y="4824"/>
                    <a:pt x="6927" y="4062"/>
                  </a:cubicBezTo>
                  <a:cubicBezTo>
                    <a:pt x="7110" y="3542"/>
                    <a:pt x="7139" y="3022"/>
                    <a:pt x="7176" y="2568"/>
                  </a:cubicBezTo>
                  <a:lnTo>
                    <a:pt x="7323" y="979"/>
                  </a:lnTo>
                  <a:cubicBezTo>
                    <a:pt x="7081" y="738"/>
                    <a:pt x="6561" y="518"/>
                    <a:pt x="6561" y="518"/>
                  </a:cubicBezTo>
                  <a:lnTo>
                    <a:pt x="6561" y="518"/>
                  </a:lnTo>
                  <a:cubicBezTo>
                    <a:pt x="6561" y="518"/>
                    <a:pt x="6839" y="1192"/>
                    <a:pt x="5646" y="3176"/>
                  </a:cubicBezTo>
                  <a:cubicBezTo>
                    <a:pt x="5009" y="2532"/>
                    <a:pt x="3756" y="5"/>
                    <a:pt x="3756" y="5"/>
                  </a:cubicBezTo>
                  <a:cubicBezTo>
                    <a:pt x="3756" y="5"/>
                    <a:pt x="3718" y="1"/>
                    <a:pt x="36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6" name="Google Shape;986;p45"/>
            <p:cNvSpPr/>
            <p:nvPr/>
          </p:nvSpPr>
          <p:spPr>
            <a:xfrm>
              <a:off x="1066768" y="2806867"/>
              <a:ext cx="613045" cy="575347"/>
            </a:xfrm>
            <a:custGeom>
              <a:avLst/>
              <a:gdLst/>
              <a:ahLst/>
              <a:cxnLst/>
              <a:rect l="l" t="t" r="r" b="b"/>
              <a:pathLst>
                <a:path w="7448" h="6990" extrusionOk="0">
                  <a:moveTo>
                    <a:pt x="3725" y="1"/>
                  </a:moveTo>
                  <a:cubicBezTo>
                    <a:pt x="3325" y="1"/>
                    <a:pt x="1698" y="142"/>
                    <a:pt x="733" y="2478"/>
                  </a:cubicBezTo>
                  <a:cubicBezTo>
                    <a:pt x="1" y="4280"/>
                    <a:pt x="30" y="4704"/>
                    <a:pt x="30" y="4734"/>
                  </a:cubicBezTo>
                  <a:lnTo>
                    <a:pt x="30" y="4763"/>
                  </a:lnTo>
                  <a:cubicBezTo>
                    <a:pt x="945" y="6015"/>
                    <a:pt x="4760" y="6960"/>
                    <a:pt x="4914" y="6989"/>
                  </a:cubicBezTo>
                  <a:lnTo>
                    <a:pt x="4943" y="6989"/>
                  </a:lnTo>
                  <a:cubicBezTo>
                    <a:pt x="4943" y="6989"/>
                    <a:pt x="4972" y="6989"/>
                    <a:pt x="4972" y="6960"/>
                  </a:cubicBezTo>
                  <a:lnTo>
                    <a:pt x="5492" y="6323"/>
                  </a:lnTo>
                  <a:cubicBezTo>
                    <a:pt x="5646" y="6140"/>
                    <a:pt x="5771" y="5986"/>
                    <a:pt x="5954" y="5803"/>
                  </a:cubicBezTo>
                  <a:cubicBezTo>
                    <a:pt x="6378" y="5254"/>
                    <a:pt x="6869" y="4734"/>
                    <a:pt x="7052" y="4126"/>
                  </a:cubicBezTo>
                  <a:cubicBezTo>
                    <a:pt x="7198" y="3694"/>
                    <a:pt x="7264" y="3211"/>
                    <a:pt x="7294" y="2632"/>
                  </a:cubicBezTo>
                  <a:cubicBezTo>
                    <a:pt x="7294" y="2596"/>
                    <a:pt x="7264" y="2566"/>
                    <a:pt x="7235" y="2566"/>
                  </a:cubicBezTo>
                  <a:cubicBezTo>
                    <a:pt x="7198" y="2566"/>
                    <a:pt x="7169" y="2596"/>
                    <a:pt x="7169" y="2632"/>
                  </a:cubicBezTo>
                  <a:cubicBezTo>
                    <a:pt x="7140" y="3181"/>
                    <a:pt x="7081" y="3665"/>
                    <a:pt x="6928" y="4097"/>
                  </a:cubicBezTo>
                  <a:cubicBezTo>
                    <a:pt x="6744" y="4675"/>
                    <a:pt x="6283" y="5195"/>
                    <a:pt x="5858" y="5708"/>
                  </a:cubicBezTo>
                  <a:cubicBezTo>
                    <a:pt x="5675" y="5891"/>
                    <a:pt x="5522" y="6074"/>
                    <a:pt x="5404" y="6228"/>
                  </a:cubicBezTo>
                  <a:lnTo>
                    <a:pt x="4914" y="6872"/>
                  </a:lnTo>
                  <a:cubicBezTo>
                    <a:pt x="4518" y="6747"/>
                    <a:pt x="1011" y="5832"/>
                    <a:pt x="154" y="4704"/>
                  </a:cubicBezTo>
                  <a:cubicBezTo>
                    <a:pt x="154" y="4609"/>
                    <a:pt x="213" y="4097"/>
                    <a:pt x="857" y="2537"/>
                  </a:cubicBezTo>
                  <a:cubicBezTo>
                    <a:pt x="1831" y="128"/>
                    <a:pt x="3508" y="128"/>
                    <a:pt x="3757" y="128"/>
                  </a:cubicBezTo>
                  <a:cubicBezTo>
                    <a:pt x="3903" y="436"/>
                    <a:pt x="5068" y="2691"/>
                    <a:pt x="5675" y="3299"/>
                  </a:cubicBezTo>
                  <a:lnTo>
                    <a:pt x="5734" y="3299"/>
                  </a:lnTo>
                  <a:cubicBezTo>
                    <a:pt x="5734" y="3299"/>
                    <a:pt x="5771" y="3299"/>
                    <a:pt x="5771" y="3269"/>
                  </a:cubicBezTo>
                  <a:cubicBezTo>
                    <a:pt x="6686" y="1717"/>
                    <a:pt x="6744" y="948"/>
                    <a:pt x="6715" y="677"/>
                  </a:cubicBezTo>
                  <a:lnTo>
                    <a:pt x="6715" y="677"/>
                  </a:lnTo>
                  <a:cubicBezTo>
                    <a:pt x="6869" y="736"/>
                    <a:pt x="7169" y="919"/>
                    <a:pt x="7352" y="1073"/>
                  </a:cubicBezTo>
                  <a:cubicBezTo>
                    <a:pt x="7367" y="1087"/>
                    <a:pt x="7383" y="1095"/>
                    <a:pt x="7400" y="1095"/>
                  </a:cubicBezTo>
                  <a:cubicBezTo>
                    <a:pt x="7416" y="1095"/>
                    <a:pt x="7433" y="1087"/>
                    <a:pt x="7447" y="1073"/>
                  </a:cubicBezTo>
                  <a:lnTo>
                    <a:pt x="7447" y="985"/>
                  </a:lnTo>
                  <a:cubicBezTo>
                    <a:pt x="7169" y="736"/>
                    <a:pt x="6649" y="523"/>
                    <a:pt x="6649" y="523"/>
                  </a:cubicBezTo>
                  <a:cubicBezTo>
                    <a:pt x="6639" y="514"/>
                    <a:pt x="6630" y="510"/>
                    <a:pt x="6620" y="510"/>
                  </a:cubicBezTo>
                  <a:cubicBezTo>
                    <a:pt x="6600" y="510"/>
                    <a:pt x="6581" y="523"/>
                    <a:pt x="6561" y="523"/>
                  </a:cubicBezTo>
                  <a:lnTo>
                    <a:pt x="6561" y="582"/>
                  </a:lnTo>
                  <a:cubicBezTo>
                    <a:pt x="6561" y="619"/>
                    <a:pt x="6803" y="1256"/>
                    <a:pt x="5705" y="3145"/>
                  </a:cubicBezTo>
                  <a:cubicBezTo>
                    <a:pt x="5068" y="2449"/>
                    <a:pt x="3874" y="69"/>
                    <a:pt x="3845" y="33"/>
                  </a:cubicBezTo>
                  <a:lnTo>
                    <a:pt x="3815" y="3"/>
                  </a:lnTo>
                  <a:cubicBezTo>
                    <a:pt x="3812" y="3"/>
                    <a:pt x="3780" y="1"/>
                    <a:pt x="372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7" name="Google Shape;987;p45"/>
            <p:cNvSpPr/>
            <p:nvPr/>
          </p:nvSpPr>
          <p:spPr>
            <a:xfrm>
              <a:off x="1418155" y="2794438"/>
              <a:ext cx="183881" cy="90541"/>
            </a:xfrm>
            <a:custGeom>
              <a:avLst/>
              <a:gdLst/>
              <a:ahLst/>
              <a:cxnLst/>
              <a:rect l="l" t="t" r="r" b="b"/>
              <a:pathLst>
                <a:path w="2234" h="1100" extrusionOk="0">
                  <a:moveTo>
                    <a:pt x="0" y="1"/>
                  </a:moveTo>
                  <a:lnTo>
                    <a:pt x="0" y="433"/>
                  </a:lnTo>
                  <a:lnTo>
                    <a:pt x="2014" y="1099"/>
                  </a:lnTo>
                  <a:lnTo>
                    <a:pt x="2014" y="1070"/>
                  </a:lnTo>
                  <a:lnTo>
                    <a:pt x="2197" y="220"/>
                  </a:lnTo>
                  <a:lnTo>
                    <a:pt x="2234" y="37"/>
                  </a:lnTo>
                  <a:lnTo>
                    <a:pt x="2234" y="37"/>
                  </a:lnTo>
                  <a:cubicBezTo>
                    <a:pt x="1994" y="79"/>
                    <a:pt x="1708" y="95"/>
                    <a:pt x="1416" y="95"/>
                  </a:cubicBezTo>
                  <a:cubicBezTo>
                    <a:pt x="886" y="95"/>
                    <a:pt x="335" y="43"/>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8" name="Google Shape;988;p45"/>
            <p:cNvSpPr/>
            <p:nvPr/>
          </p:nvSpPr>
          <p:spPr>
            <a:xfrm>
              <a:off x="1413298" y="2789664"/>
              <a:ext cx="193593" cy="100665"/>
            </a:xfrm>
            <a:custGeom>
              <a:avLst/>
              <a:gdLst/>
              <a:ahLst/>
              <a:cxnLst/>
              <a:rect l="l" t="t" r="r" b="b"/>
              <a:pathLst>
                <a:path w="2352" h="1223" extrusionOk="0">
                  <a:moveTo>
                    <a:pt x="30" y="0"/>
                  </a:moveTo>
                  <a:cubicBezTo>
                    <a:pt x="30" y="29"/>
                    <a:pt x="1" y="29"/>
                    <a:pt x="1" y="59"/>
                  </a:cubicBezTo>
                  <a:lnTo>
                    <a:pt x="1" y="491"/>
                  </a:lnTo>
                  <a:cubicBezTo>
                    <a:pt x="1" y="520"/>
                    <a:pt x="30" y="549"/>
                    <a:pt x="59" y="549"/>
                  </a:cubicBezTo>
                  <a:cubicBezTo>
                    <a:pt x="96" y="549"/>
                    <a:pt x="125" y="520"/>
                    <a:pt x="125" y="491"/>
                  </a:cubicBezTo>
                  <a:lnTo>
                    <a:pt x="125" y="125"/>
                  </a:lnTo>
                  <a:cubicBezTo>
                    <a:pt x="473" y="162"/>
                    <a:pt x="955" y="199"/>
                    <a:pt x="1423" y="199"/>
                  </a:cubicBezTo>
                  <a:cubicBezTo>
                    <a:pt x="1696" y="199"/>
                    <a:pt x="1963" y="186"/>
                    <a:pt x="2198" y="154"/>
                  </a:cubicBezTo>
                  <a:lnTo>
                    <a:pt x="2198" y="154"/>
                  </a:lnTo>
                  <a:lnTo>
                    <a:pt x="2015" y="1098"/>
                  </a:lnTo>
                  <a:cubicBezTo>
                    <a:pt x="1985" y="1128"/>
                    <a:pt x="2015" y="1194"/>
                    <a:pt x="2044" y="1194"/>
                  </a:cubicBezTo>
                  <a:cubicBezTo>
                    <a:pt x="2044" y="1194"/>
                    <a:pt x="2044" y="1223"/>
                    <a:pt x="2073" y="1223"/>
                  </a:cubicBezTo>
                  <a:lnTo>
                    <a:pt x="2110" y="1194"/>
                  </a:lnTo>
                  <a:lnTo>
                    <a:pt x="2139" y="1157"/>
                  </a:lnTo>
                  <a:lnTo>
                    <a:pt x="2139" y="1128"/>
                  </a:lnTo>
                  <a:lnTo>
                    <a:pt x="2351" y="95"/>
                  </a:lnTo>
                  <a:cubicBezTo>
                    <a:pt x="2351" y="59"/>
                    <a:pt x="2351" y="59"/>
                    <a:pt x="2322" y="29"/>
                  </a:cubicBezTo>
                  <a:lnTo>
                    <a:pt x="2293" y="29"/>
                  </a:lnTo>
                  <a:cubicBezTo>
                    <a:pt x="2052" y="74"/>
                    <a:pt x="1767" y="90"/>
                    <a:pt x="1476" y="90"/>
                  </a:cubicBezTo>
                  <a:cubicBezTo>
                    <a:pt x="954" y="90"/>
                    <a:pt x="412" y="38"/>
                    <a:pt x="59"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89" name="Google Shape;989;p45"/>
            <p:cNvSpPr/>
            <p:nvPr/>
          </p:nvSpPr>
          <p:spPr>
            <a:xfrm>
              <a:off x="1418155" y="2726943"/>
              <a:ext cx="193511" cy="75314"/>
            </a:xfrm>
            <a:custGeom>
              <a:avLst/>
              <a:gdLst/>
              <a:ahLst/>
              <a:cxnLst/>
              <a:rect l="l" t="t" r="r" b="b"/>
              <a:pathLst>
                <a:path w="2351" h="915" extrusionOk="0">
                  <a:moveTo>
                    <a:pt x="66" y="1"/>
                  </a:moveTo>
                  <a:lnTo>
                    <a:pt x="37" y="608"/>
                  </a:lnTo>
                  <a:lnTo>
                    <a:pt x="0" y="821"/>
                  </a:lnTo>
                  <a:cubicBezTo>
                    <a:pt x="335" y="863"/>
                    <a:pt x="886" y="915"/>
                    <a:pt x="1416" y="915"/>
                  </a:cubicBezTo>
                  <a:cubicBezTo>
                    <a:pt x="1708" y="915"/>
                    <a:pt x="1994" y="899"/>
                    <a:pt x="2234" y="857"/>
                  </a:cubicBezTo>
                  <a:lnTo>
                    <a:pt x="2351" y="213"/>
                  </a:lnTo>
                  <a:lnTo>
                    <a:pt x="66" y="1"/>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0" name="Google Shape;990;p45"/>
            <p:cNvSpPr/>
            <p:nvPr/>
          </p:nvSpPr>
          <p:spPr>
            <a:xfrm>
              <a:off x="1415768" y="2722169"/>
              <a:ext cx="201330" cy="82639"/>
            </a:xfrm>
            <a:custGeom>
              <a:avLst/>
              <a:gdLst/>
              <a:ahLst/>
              <a:cxnLst/>
              <a:rect l="l" t="t" r="r" b="b"/>
              <a:pathLst>
                <a:path w="2446" h="1004" extrusionOk="0">
                  <a:moveTo>
                    <a:pt x="154" y="88"/>
                  </a:moveTo>
                  <a:lnTo>
                    <a:pt x="2321" y="300"/>
                  </a:lnTo>
                  <a:lnTo>
                    <a:pt x="2226" y="849"/>
                  </a:lnTo>
                  <a:cubicBezTo>
                    <a:pt x="1968" y="900"/>
                    <a:pt x="1658" y="920"/>
                    <a:pt x="1345" y="920"/>
                  </a:cubicBezTo>
                  <a:cubicBezTo>
                    <a:pt x="887" y="920"/>
                    <a:pt x="422" y="877"/>
                    <a:pt x="95" y="820"/>
                  </a:cubicBezTo>
                  <a:lnTo>
                    <a:pt x="154" y="88"/>
                  </a:lnTo>
                  <a:close/>
                  <a:moveTo>
                    <a:pt x="66" y="0"/>
                  </a:moveTo>
                  <a:lnTo>
                    <a:pt x="0" y="915"/>
                  </a:lnTo>
                  <a:lnTo>
                    <a:pt x="29" y="915"/>
                  </a:lnTo>
                  <a:cubicBezTo>
                    <a:pt x="366" y="945"/>
                    <a:pt x="915" y="1003"/>
                    <a:pt x="1435" y="1003"/>
                  </a:cubicBezTo>
                  <a:cubicBezTo>
                    <a:pt x="1743" y="1003"/>
                    <a:pt x="2014" y="1003"/>
                    <a:pt x="2263" y="945"/>
                  </a:cubicBezTo>
                  <a:lnTo>
                    <a:pt x="2292" y="945"/>
                  </a:lnTo>
                  <a:lnTo>
                    <a:pt x="2446" y="212"/>
                  </a:lnTo>
                  <a:lnTo>
                    <a:pt x="66"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1" name="Google Shape;991;p45"/>
            <p:cNvSpPr/>
            <p:nvPr/>
          </p:nvSpPr>
          <p:spPr>
            <a:xfrm>
              <a:off x="1137308" y="2309870"/>
              <a:ext cx="273681" cy="439371"/>
            </a:xfrm>
            <a:custGeom>
              <a:avLst/>
              <a:gdLst/>
              <a:ahLst/>
              <a:cxnLst/>
              <a:rect l="l" t="t" r="r" b="b"/>
              <a:pathLst>
                <a:path w="3324" h="5338" extrusionOk="0">
                  <a:moveTo>
                    <a:pt x="2439" y="1"/>
                  </a:moveTo>
                  <a:lnTo>
                    <a:pt x="337" y="799"/>
                  </a:lnTo>
                  <a:cubicBezTo>
                    <a:pt x="337" y="799"/>
                    <a:pt x="0" y="2322"/>
                    <a:pt x="732" y="2593"/>
                  </a:cubicBezTo>
                  <a:cubicBezTo>
                    <a:pt x="732" y="2593"/>
                    <a:pt x="579" y="3911"/>
                    <a:pt x="1523" y="4094"/>
                  </a:cubicBezTo>
                  <a:cubicBezTo>
                    <a:pt x="1523" y="4094"/>
                    <a:pt x="1965" y="5338"/>
                    <a:pt x="3037" y="5338"/>
                  </a:cubicBezTo>
                  <a:cubicBezTo>
                    <a:pt x="3129" y="5338"/>
                    <a:pt x="3224" y="5329"/>
                    <a:pt x="3325" y="5309"/>
                  </a:cubicBezTo>
                  <a:lnTo>
                    <a:pt x="2439"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2" name="Google Shape;992;p45"/>
            <p:cNvSpPr/>
            <p:nvPr/>
          </p:nvSpPr>
          <p:spPr>
            <a:xfrm>
              <a:off x="1652001" y="2257438"/>
              <a:ext cx="251457" cy="437066"/>
            </a:xfrm>
            <a:custGeom>
              <a:avLst/>
              <a:gdLst/>
              <a:ahLst/>
              <a:cxnLst/>
              <a:rect l="l" t="t" r="r" b="b"/>
              <a:pathLst>
                <a:path w="3055" h="5310" extrusionOk="0">
                  <a:moveTo>
                    <a:pt x="1" y="0"/>
                  </a:moveTo>
                  <a:lnTo>
                    <a:pt x="887" y="5309"/>
                  </a:lnTo>
                  <a:cubicBezTo>
                    <a:pt x="2168" y="5126"/>
                    <a:pt x="2197" y="3566"/>
                    <a:pt x="2197" y="3566"/>
                  </a:cubicBezTo>
                  <a:cubicBezTo>
                    <a:pt x="3017" y="3083"/>
                    <a:pt x="2439" y="1890"/>
                    <a:pt x="2439" y="1890"/>
                  </a:cubicBezTo>
                  <a:cubicBezTo>
                    <a:pt x="3054" y="1399"/>
                    <a:pt x="2227" y="59"/>
                    <a:pt x="2227" y="59"/>
                  </a:cubicBezTo>
                  <a:lnTo>
                    <a:pt x="1" y="0"/>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3" name="Google Shape;993;p45"/>
            <p:cNvSpPr/>
            <p:nvPr/>
          </p:nvSpPr>
          <p:spPr>
            <a:xfrm>
              <a:off x="939020" y="2016594"/>
              <a:ext cx="534686" cy="448178"/>
            </a:xfrm>
            <a:custGeom>
              <a:avLst/>
              <a:gdLst/>
              <a:ahLst/>
              <a:cxnLst/>
              <a:rect l="l" t="t" r="r" b="b"/>
              <a:pathLst>
                <a:path w="6496" h="5445" extrusionOk="0">
                  <a:moveTo>
                    <a:pt x="3065" y="0"/>
                  </a:moveTo>
                  <a:cubicBezTo>
                    <a:pt x="2742" y="0"/>
                    <a:pt x="2377" y="142"/>
                    <a:pt x="2197" y="700"/>
                  </a:cubicBezTo>
                  <a:cubicBezTo>
                    <a:pt x="2197" y="700"/>
                    <a:pt x="549" y="1030"/>
                    <a:pt x="1128" y="2165"/>
                  </a:cubicBezTo>
                  <a:cubicBezTo>
                    <a:pt x="1128" y="2165"/>
                    <a:pt x="0" y="2956"/>
                    <a:pt x="1099" y="3747"/>
                  </a:cubicBezTo>
                  <a:cubicBezTo>
                    <a:pt x="1099" y="3747"/>
                    <a:pt x="1167" y="4912"/>
                    <a:pt x="2106" y="4912"/>
                  </a:cubicBezTo>
                  <a:cubicBezTo>
                    <a:pt x="2230" y="4912"/>
                    <a:pt x="2370" y="4891"/>
                    <a:pt x="2526" y="4845"/>
                  </a:cubicBezTo>
                  <a:cubicBezTo>
                    <a:pt x="2526" y="4845"/>
                    <a:pt x="2865" y="5444"/>
                    <a:pt x="3604" y="5444"/>
                  </a:cubicBezTo>
                  <a:cubicBezTo>
                    <a:pt x="3908" y="5444"/>
                    <a:pt x="4279" y="5343"/>
                    <a:pt x="4723" y="5057"/>
                  </a:cubicBezTo>
                  <a:cubicBezTo>
                    <a:pt x="4723" y="5057"/>
                    <a:pt x="6224" y="4940"/>
                    <a:pt x="6041" y="3446"/>
                  </a:cubicBezTo>
                  <a:cubicBezTo>
                    <a:pt x="6041" y="3446"/>
                    <a:pt x="6495" y="2590"/>
                    <a:pt x="5821" y="1733"/>
                  </a:cubicBezTo>
                  <a:cubicBezTo>
                    <a:pt x="5821" y="1733"/>
                    <a:pt x="6005" y="818"/>
                    <a:pt x="4848" y="481"/>
                  </a:cubicBezTo>
                  <a:cubicBezTo>
                    <a:pt x="4848" y="481"/>
                    <a:pt x="4793" y="45"/>
                    <a:pt x="4239" y="45"/>
                  </a:cubicBezTo>
                  <a:cubicBezTo>
                    <a:pt x="4094" y="45"/>
                    <a:pt x="3913" y="75"/>
                    <a:pt x="3691" y="151"/>
                  </a:cubicBezTo>
                  <a:cubicBezTo>
                    <a:pt x="3691" y="151"/>
                    <a:pt x="3400" y="0"/>
                    <a:pt x="3065"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4" name="Google Shape;994;p45"/>
            <p:cNvSpPr/>
            <p:nvPr/>
          </p:nvSpPr>
          <p:spPr>
            <a:xfrm>
              <a:off x="1142083" y="2123846"/>
              <a:ext cx="387022" cy="356402"/>
            </a:xfrm>
            <a:custGeom>
              <a:avLst/>
              <a:gdLst/>
              <a:ahLst/>
              <a:cxnLst/>
              <a:rect l="l" t="t" r="r" b="b"/>
              <a:pathLst>
                <a:path w="4702" h="4330" extrusionOk="0">
                  <a:moveTo>
                    <a:pt x="2372" y="0"/>
                  </a:moveTo>
                  <a:cubicBezTo>
                    <a:pt x="2244" y="0"/>
                    <a:pt x="2115" y="11"/>
                    <a:pt x="1985" y="35"/>
                  </a:cubicBezTo>
                  <a:cubicBezTo>
                    <a:pt x="828" y="218"/>
                    <a:pt x="1" y="1345"/>
                    <a:pt x="213" y="2539"/>
                  </a:cubicBezTo>
                  <a:cubicBezTo>
                    <a:pt x="378" y="3584"/>
                    <a:pt x="1314" y="4330"/>
                    <a:pt x="2373" y="4330"/>
                  </a:cubicBezTo>
                  <a:cubicBezTo>
                    <a:pt x="2487" y="4330"/>
                    <a:pt x="2602" y="4321"/>
                    <a:pt x="2717" y="4303"/>
                  </a:cubicBezTo>
                  <a:cubicBezTo>
                    <a:pt x="3904" y="4091"/>
                    <a:pt x="4702" y="2993"/>
                    <a:pt x="4489" y="1807"/>
                  </a:cubicBezTo>
                  <a:cubicBezTo>
                    <a:pt x="4326" y="744"/>
                    <a:pt x="3408" y="0"/>
                    <a:pt x="23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5" name="Google Shape;995;p45"/>
            <p:cNvSpPr/>
            <p:nvPr/>
          </p:nvSpPr>
          <p:spPr>
            <a:xfrm>
              <a:off x="1137308" y="2119072"/>
              <a:ext cx="386363" cy="366856"/>
            </a:xfrm>
            <a:custGeom>
              <a:avLst/>
              <a:gdLst/>
              <a:ahLst/>
              <a:cxnLst/>
              <a:rect l="l" t="t" r="r" b="b"/>
              <a:pathLst>
                <a:path w="4694" h="4457" extrusionOk="0">
                  <a:moveTo>
                    <a:pt x="2409" y="122"/>
                  </a:moveTo>
                  <a:cubicBezTo>
                    <a:pt x="2834" y="122"/>
                    <a:pt x="3266" y="246"/>
                    <a:pt x="3632" y="488"/>
                  </a:cubicBezTo>
                  <a:cubicBezTo>
                    <a:pt x="4086" y="825"/>
                    <a:pt x="4394" y="1315"/>
                    <a:pt x="4482" y="1865"/>
                  </a:cubicBezTo>
                  <a:cubicBezTo>
                    <a:pt x="4577" y="2414"/>
                    <a:pt x="4452" y="2992"/>
                    <a:pt x="4115" y="3446"/>
                  </a:cubicBezTo>
                  <a:cubicBezTo>
                    <a:pt x="3815" y="3907"/>
                    <a:pt x="3325" y="4215"/>
                    <a:pt x="2775" y="4303"/>
                  </a:cubicBezTo>
                  <a:cubicBezTo>
                    <a:pt x="2660" y="4321"/>
                    <a:pt x="2545" y="4330"/>
                    <a:pt x="2432" y="4330"/>
                  </a:cubicBezTo>
                  <a:cubicBezTo>
                    <a:pt x="1408" y="4330"/>
                    <a:pt x="502" y="3609"/>
                    <a:pt x="337" y="2567"/>
                  </a:cubicBezTo>
                  <a:cubicBezTo>
                    <a:pt x="154" y="1433"/>
                    <a:pt x="916" y="334"/>
                    <a:pt x="2072" y="122"/>
                  </a:cubicBezTo>
                  <a:close/>
                  <a:moveTo>
                    <a:pt x="2430" y="0"/>
                  </a:moveTo>
                  <a:cubicBezTo>
                    <a:pt x="2302" y="0"/>
                    <a:pt x="2173" y="11"/>
                    <a:pt x="2043" y="34"/>
                  </a:cubicBezTo>
                  <a:cubicBezTo>
                    <a:pt x="820" y="217"/>
                    <a:pt x="0" y="1374"/>
                    <a:pt x="213" y="2597"/>
                  </a:cubicBezTo>
                  <a:cubicBezTo>
                    <a:pt x="396" y="3695"/>
                    <a:pt x="1340" y="4457"/>
                    <a:pt x="2409" y="4457"/>
                  </a:cubicBezTo>
                  <a:cubicBezTo>
                    <a:pt x="2534" y="4457"/>
                    <a:pt x="2651" y="4457"/>
                    <a:pt x="2775" y="4427"/>
                  </a:cubicBezTo>
                  <a:cubicBezTo>
                    <a:pt x="3383" y="4332"/>
                    <a:pt x="3874" y="3995"/>
                    <a:pt x="4240" y="3512"/>
                  </a:cubicBezTo>
                  <a:cubicBezTo>
                    <a:pt x="4577" y="3021"/>
                    <a:pt x="4694" y="2443"/>
                    <a:pt x="4606" y="1865"/>
                  </a:cubicBezTo>
                  <a:cubicBezTo>
                    <a:pt x="4442" y="772"/>
                    <a:pt x="3501" y="0"/>
                    <a:pt x="243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6" name="Google Shape;996;p45"/>
            <p:cNvSpPr/>
            <p:nvPr/>
          </p:nvSpPr>
          <p:spPr>
            <a:xfrm>
              <a:off x="1131876" y="2126068"/>
              <a:ext cx="733547" cy="632388"/>
            </a:xfrm>
            <a:custGeom>
              <a:avLst/>
              <a:gdLst/>
              <a:ahLst/>
              <a:cxnLst/>
              <a:rect l="l" t="t" r="r" b="b"/>
              <a:pathLst>
                <a:path w="8912" h="7683" extrusionOk="0">
                  <a:moveTo>
                    <a:pt x="5454" y="0"/>
                  </a:moveTo>
                  <a:cubicBezTo>
                    <a:pt x="4763" y="0"/>
                    <a:pt x="3983" y="138"/>
                    <a:pt x="3149" y="432"/>
                  </a:cubicBezTo>
                  <a:cubicBezTo>
                    <a:pt x="674" y="1289"/>
                    <a:pt x="0" y="3120"/>
                    <a:pt x="1011" y="5346"/>
                  </a:cubicBezTo>
                  <a:cubicBezTo>
                    <a:pt x="1777" y="7046"/>
                    <a:pt x="2992" y="7683"/>
                    <a:pt x="4395" y="7683"/>
                  </a:cubicBezTo>
                  <a:cubicBezTo>
                    <a:pt x="4828" y="7683"/>
                    <a:pt x="5280" y="7622"/>
                    <a:pt x="5741" y="7513"/>
                  </a:cubicBezTo>
                  <a:cubicBezTo>
                    <a:pt x="7813" y="7059"/>
                    <a:pt x="8912" y="5411"/>
                    <a:pt x="8853" y="3947"/>
                  </a:cubicBezTo>
                  <a:cubicBezTo>
                    <a:pt x="8787" y="2358"/>
                    <a:pt x="8209" y="1348"/>
                    <a:pt x="8209" y="1348"/>
                  </a:cubicBezTo>
                  <a:cubicBezTo>
                    <a:pt x="7749" y="491"/>
                    <a:pt x="6758" y="0"/>
                    <a:pt x="545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7" name="Google Shape;997;p45"/>
            <p:cNvSpPr/>
            <p:nvPr/>
          </p:nvSpPr>
          <p:spPr>
            <a:xfrm>
              <a:off x="1215010" y="2560920"/>
              <a:ext cx="405294" cy="183551"/>
            </a:xfrm>
            <a:custGeom>
              <a:avLst/>
              <a:gdLst/>
              <a:ahLst/>
              <a:cxnLst/>
              <a:rect l="l" t="t" r="r" b="b"/>
              <a:pathLst>
                <a:path w="4924" h="2230" extrusionOk="0">
                  <a:moveTo>
                    <a:pt x="172" y="0"/>
                  </a:moveTo>
                  <a:cubicBezTo>
                    <a:pt x="81" y="0"/>
                    <a:pt x="21" y="20"/>
                    <a:pt x="1" y="63"/>
                  </a:cubicBezTo>
                  <a:lnTo>
                    <a:pt x="4731" y="2230"/>
                  </a:lnTo>
                  <a:cubicBezTo>
                    <a:pt x="4924" y="1819"/>
                    <a:pt x="1058" y="0"/>
                    <a:pt x="172" y="0"/>
                  </a:cubicBezTo>
                  <a:close/>
                </a:path>
              </a:pathLst>
            </a:custGeom>
            <a:solidFill>
              <a:srgbClr val="3D241E"/>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8" name="Google Shape;998;p45"/>
            <p:cNvSpPr/>
            <p:nvPr/>
          </p:nvSpPr>
          <p:spPr>
            <a:xfrm>
              <a:off x="1732172" y="2436136"/>
              <a:ext cx="162974" cy="166595"/>
            </a:xfrm>
            <a:custGeom>
              <a:avLst/>
              <a:gdLst/>
              <a:ahLst/>
              <a:cxnLst/>
              <a:rect l="l" t="t" r="r" b="b"/>
              <a:pathLst>
                <a:path w="1980" h="2024" extrusionOk="0">
                  <a:moveTo>
                    <a:pt x="869" y="1"/>
                  </a:moveTo>
                  <a:cubicBezTo>
                    <a:pt x="425" y="1"/>
                    <a:pt x="0" y="209"/>
                    <a:pt x="0" y="209"/>
                  </a:cubicBezTo>
                  <a:lnTo>
                    <a:pt x="154" y="1608"/>
                  </a:lnTo>
                  <a:cubicBezTo>
                    <a:pt x="353" y="1886"/>
                    <a:pt x="660" y="2023"/>
                    <a:pt x="957" y="2023"/>
                  </a:cubicBezTo>
                  <a:cubicBezTo>
                    <a:pt x="1483" y="2023"/>
                    <a:pt x="1979" y="1595"/>
                    <a:pt x="1802" y="758"/>
                  </a:cubicBezTo>
                  <a:cubicBezTo>
                    <a:pt x="1658" y="160"/>
                    <a:pt x="1256" y="1"/>
                    <a:pt x="8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999" name="Google Shape;999;p45"/>
            <p:cNvSpPr/>
            <p:nvPr/>
          </p:nvSpPr>
          <p:spPr>
            <a:xfrm>
              <a:off x="1724929" y="2431115"/>
              <a:ext cx="170629" cy="175403"/>
            </a:xfrm>
            <a:custGeom>
              <a:avLst/>
              <a:gdLst/>
              <a:ahLst/>
              <a:cxnLst/>
              <a:rect l="l" t="t" r="r" b="b"/>
              <a:pathLst>
                <a:path w="2073" h="2131" extrusionOk="0">
                  <a:moveTo>
                    <a:pt x="971" y="0"/>
                  </a:moveTo>
                  <a:cubicBezTo>
                    <a:pt x="511" y="0"/>
                    <a:pt x="81" y="204"/>
                    <a:pt x="59" y="204"/>
                  </a:cubicBezTo>
                  <a:cubicBezTo>
                    <a:pt x="30" y="241"/>
                    <a:pt x="1" y="270"/>
                    <a:pt x="30" y="300"/>
                  </a:cubicBezTo>
                  <a:cubicBezTo>
                    <a:pt x="30" y="320"/>
                    <a:pt x="59" y="341"/>
                    <a:pt x="87" y="341"/>
                  </a:cubicBezTo>
                  <a:cubicBezTo>
                    <a:pt x="98" y="341"/>
                    <a:pt x="109" y="337"/>
                    <a:pt x="118" y="329"/>
                  </a:cubicBezTo>
                  <a:cubicBezTo>
                    <a:pt x="118" y="329"/>
                    <a:pt x="552" y="122"/>
                    <a:pt x="974" y="122"/>
                  </a:cubicBezTo>
                  <a:cubicBezTo>
                    <a:pt x="1112" y="122"/>
                    <a:pt x="1250" y="144"/>
                    <a:pt x="1370" y="204"/>
                  </a:cubicBezTo>
                  <a:cubicBezTo>
                    <a:pt x="1619" y="329"/>
                    <a:pt x="1765" y="541"/>
                    <a:pt x="1831" y="849"/>
                  </a:cubicBezTo>
                  <a:cubicBezTo>
                    <a:pt x="1948" y="1369"/>
                    <a:pt x="1802" y="1764"/>
                    <a:pt x="1399" y="1947"/>
                  </a:cubicBezTo>
                  <a:cubicBezTo>
                    <a:pt x="1293" y="2000"/>
                    <a:pt x="1176" y="2025"/>
                    <a:pt x="1058" y="2025"/>
                  </a:cubicBezTo>
                  <a:cubicBezTo>
                    <a:pt x="769" y="2025"/>
                    <a:pt x="469" y="1878"/>
                    <a:pt x="272" y="1640"/>
                  </a:cubicBezTo>
                  <a:cubicBezTo>
                    <a:pt x="272" y="1610"/>
                    <a:pt x="213" y="1610"/>
                    <a:pt x="213" y="1610"/>
                  </a:cubicBezTo>
                  <a:cubicBezTo>
                    <a:pt x="184" y="1640"/>
                    <a:pt x="184" y="1669"/>
                    <a:pt x="184" y="1705"/>
                  </a:cubicBezTo>
                  <a:cubicBezTo>
                    <a:pt x="396" y="1976"/>
                    <a:pt x="733" y="2130"/>
                    <a:pt x="1033" y="2130"/>
                  </a:cubicBezTo>
                  <a:cubicBezTo>
                    <a:pt x="1187" y="2130"/>
                    <a:pt x="1341" y="2101"/>
                    <a:pt x="1465" y="2035"/>
                  </a:cubicBezTo>
                  <a:cubicBezTo>
                    <a:pt x="1890" y="1852"/>
                    <a:pt x="2073" y="1398"/>
                    <a:pt x="1948" y="819"/>
                  </a:cubicBezTo>
                  <a:cubicBezTo>
                    <a:pt x="1860" y="453"/>
                    <a:pt x="1707" y="241"/>
                    <a:pt x="1436" y="87"/>
                  </a:cubicBezTo>
                  <a:cubicBezTo>
                    <a:pt x="1287" y="24"/>
                    <a:pt x="1127" y="0"/>
                    <a:pt x="97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0" name="Google Shape;1000;p45"/>
            <p:cNvSpPr/>
            <p:nvPr/>
          </p:nvSpPr>
          <p:spPr>
            <a:xfrm>
              <a:off x="1744848" y="2467826"/>
              <a:ext cx="115810" cy="100665"/>
            </a:xfrm>
            <a:custGeom>
              <a:avLst/>
              <a:gdLst/>
              <a:ahLst/>
              <a:cxnLst/>
              <a:rect l="l" t="t" r="r" b="b"/>
              <a:pathLst>
                <a:path w="1407" h="1223" extrusionOk="0">
                  <a:moveTo>
                    <a:pt x="827" y="0"/>
                  </a:moveTo>
                  <a:cubicBezTo>
                    <a:pt x="682" y="0"/>
                    <a:pt x="553" y="62"/>
                    <a:pt x="425" y="190"/>
                  </a:cubicBezTo>
                  <a:cubicBezTo>
                    <a:pt x="0" y="586"/>
                    <a:pt x="425" y="1194"/>
                    <a:pt x="425" y="1223"/>
                  </a:cubicBezTo>
                  <a:lnTo>
                    <a:pt x="462" y="1223"/>
                  </a:lnTo>
                  <a:cubicBezTo>
                    <a:pt x="491" y="1223"/>
                    <a:pt x="491" y="1194"/>
                    <a:pt x="462" y="1194"/>
                  </a:cubicBezTo>
                  <a:cubicBezTo>
                    <a:pt x="462" y="1164"/>
                    <a:pt x="95" y="586"/>
                    <a:pt x="462" y="220"/>
                  </a:cubicBezTo>
                  <a:cubicBezTo>
                    <a:pt x="608" y="95"/>
                    <a:pt x="762" y="37"/>
                    <a:pt x="916" y="37"/>
                  </a:cubicBezTo>
                  <a:cubicBezTo>
                    <a:pt x="1157" y="66"/>
                    <a:pt x="1377" y="278"/>
                    <a:pt x="1377" y="278"/>
                  </a:cubicBezTo>
                  <a:lnTo>
                    <a:pt x="1406" y="278"/>
                  </a:lnTo>
                  <a:lnTo>
                    <a:pt x="1406" y="249"/>
                  </a:lnTo>
                  <a:cubicBezTo>
                    <a:pt x="1406" y="220"/>
                    <a:pt x="1194" y="7"/>
                    <a:pt x="916" y="7"/>
                  </a:cubicBezTo>
                  <a:cubicBezTo>
                    <a:pt x="885" y="2"/>
                    <a:pt x="856" y="0"/>
                    <a:pt x="827" y="0"/>
                  </a:cubicBezTo>
                  <a:close/>
                </a:path>
              </a:pathLst>
            </a:custGeom>
            <a:solidFill>
              <a:srgbClr val="2D20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1" name="Google Shape;1001;p45"/>
            <p:cNvSpPr/>
            <p:nvPr/>
          </p:nvSpPr>
          <p:spPr>
            <a:xfrm>
              <a:off x="1764685" y="2506759"/>
              <a:ext cx="65766" cy="21401"/>
            </a:xfrm>
            <a:custGeom>
              <a:avLst/>
              <a:gdLst/>
              <a:ahLst/>
              <a:cxnLst/>
              <a:rect l="l" t="t" r="r" b="b"/>
              <a:pathLst>
                <a:path w="799" h="260" extrusionOk="0">
                  <a:moveTo>
                    <a:pt x="415" y="1"/>
                  </a:moveTo>
                  <a:cubicBezTo>
                    <a:pt x="275" y="1"/>
                    <a:pt x="119" y="46"/>
                    <a:pt x="1" y="201"/>
                  </a:cubicBezTo>
                  <a:lnTo>
                    <a:pt x="1" y="237"/>
                  </a:lnTo>
                  <a:cubicBezTo>
                    <a:pt x="19" y="252"/>
                    <a:pt x="28" y="259"/>
                    <a:pt x="37" y="259"/>
                  </a:cubicBezTo>
                  <a:cubicBezTo>
                    <a:pt x="45" y="259"/>
                    <a:pt x="52" y="252"/>
                    <a:pt x="67" y="237"/>
                  </a:cubicBezTo>
                  <a:cubicBezTo>
                    <a:pt x="174" y="88"/>
                    <a:pt x="324" y="47"/>
                    <a:pt x="457" y="47"/>
                  </a:cubicBezTo>
                  <a:cubicBezTo>
                    <a:pt x="626" y="47"/>
                    <a:pt x="770" y="113"/>
                    <a:pt x="770" y="113"/>
                  </a:cubicBezTo>
                  <a:lnTo>
                    <a:pt x="770" y="142"/>
                  </a:lnTo>
                  <a:lnTo>
                    <a:pt x="799" y="113"/>
                  </a:lnTo>
                  <a:cubicBezTo>
                    <a:pt x="799" y="113"/>
                    <a:pt x="799" y="83"/>
                    <a:pt x="770" y="83"/>
                  </a:cubicBezTo>
                  <a:cubicBezTo>
                    <a:pt x="770" y="83"/>
                    <a:pt x="607" y="1"/>
                    <a:pt x="415" y="1"/>
                  </a:cubicBezTo>
                  <a:close/>
                </a:path>
              </a:pathLst>
            </a:custGeom>
            <a:solidFill>
              <a:srgbClr val="2D20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2" name="Google Shape;1002;p45"/>
            <p:cNvSpPr/>
            <p:nvPr/>
          </p:nvSpPr>
          <p:spPr>
            <a:xfrm>
              <a:off x="1189741" y="2126644"/>
              <a:ext cx="643170" cy="645804"/>
            </a:xfrm>
            <a:custGeom>
              <a:avLst/>
              <a:gdLst/>
              <a:ahLst/>
              <a:cxnLst/>
              <a:rect l="l" t="t" r="r" b="b"/>
              <a:pathLst>
                <a:path w="7814" h="7844" extrusionOk="0">
                  <a:moveTo>
                    <a:pt x="4495" y="0"/>
                  </a:moveTo>
                  <a:cubicBezTo>
                    <a:pt x="3934" y="0"/>
                    <a:pt x="3315" y="116"/>
                    <a:pt x="2658" y="367"/>
                  </a:cubicBezTo>
                  <a:cubicBezTo>
                    <a:pt x="549" y="1194"/>
                    <a:pt x="0" y="3083"/>
                    <a:pt x="916" y="5368"/>
                  </a:cubicBezTo>
                  <a:cubicBezTo>
                    <a:pt x="1664" y="7184"/>
                    <a:pt x="2799" y="7846"/>
                    <a:pt x="4072" y="7846"/>
                  </a:cubicBezTo>
                  <a:cubicBezTo>
                    <a:pt x="4405" y="7846"/>
                    <a:pt x="4748" y="7800"/>
                    <a:pt x="5097" y="7718"/>
                  </a:cubicBezTo>
                  <a:cubicBezTo>
                    <a:pt x="6898" y="7294"/>
                    <a:pt x="7813" y="5617"/>
                    <a:pt x="7718" y="4123"/>
                  </a:cubicBezTo>
                  <a:cubicBezTo>
                    <a:pt x="7630" y="2505"/>
                    <a:pt x="7081" y="1436"/>
                    <a:pt x="7081" y="1436"/>
                  </a:cubicBezTo>
                  <a:cubicBezTo>
                    <a:pt x="6641" y="540"/>
                    <a:pt x="5705" y="0"/>
                    <a:pt x="44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3" name="Google Shape;1003;p45"/>
            <p:cNvSpPr/>
            <p:nvPr/>
          </p:nvSpPr>
          <p:spPr>
            <a:xfrm>
              <a:off x="1212623" y="2122611"/>
              <a:ext cx="625062" cy="654447"/>
            </a:xfrm>
            <a:custGeom>
              <a:avLst/>
              <a:gdLst/>
              <a:ahLst/>
              <a:cxnLst/>
              <a:rect l="l" t="t" r="r" b="b"/>
              <a:pathLst>
                <a:path w="7594" h="7951" extrusionOk="0">
                  <a:moveTo>
                    <a:pt x="4240" y="108"/>
                  </a:moveTo>
                  <a:cubicBezTo>
                    <a:pt x="5368" y="108"/>
                    <a:pt x="6312" y="599"/>
                    <a:pt x="6744" y="1514"/>
                  </a:cubicBezTo>
                  <a:cubicBezTo>
                    <a:pt x="6774" y="1543"/>
                    <a:pt x="7294" y="2583"/>
                    <a:pt x="7382" y="4172"/>
                  </a:cubicBezTo>
                  <a:cubicBezTo>
                    <a:pt x="7477" y="5600"/>
                    <a:pt x="6620" y="7284"/>
                    <a:pt x="4819" y="7709"/>
                  </a:cubicBezTo>
                  <a:cubicBezTo>
                    <a:pt x="4468" y="7792"/>
                    <a:pt x="4134" y="7833"/>
                    <a:pt x="3817" y="7833"/>
                  </a:cubicBezTo>
                  <a:cubicBezTo>
                    <a:pt x="2406" y="7833"/>
                    <a:pt x="1350" y="7009"/>
                    <a:pt x="703" y="5388"/>
                  </a:cubicBezTo>
                  <a:cubicBezTo>
                    <a:pt x="184" y="4135"/>
                    <a:pt x="118" y="3037"/>
                    <a:pt x="520" y="2158"/>
                  </a:cubicBezTo>
                  <a:cubicBezTo>
                    <a:pt x="850" y="1390"/>
                    <a:pt x="1465" y="840"/>
                    <a:pt x="2380" y="474"/>
                  </a:cubicBezTo>
                  <a:cubicBezTo>
                    <a:pt x="3047" y="233"/>
                    <a:pt x="3662" y="108"/>
                    <a:pt x="4240" y="108"/>
                  </a:cubicBezTo>
                  <a:close/>
                  <a:moveTo>
                    <a:pt x="4237" y="1"/>
                  </a:moveTo>
                  <a:cubicBezTo>
                    <a:pt x="3653" y="1"/>
                    <a:pt x="3014" y="126"/>
                    <a:pt x="2351" y="386"/>
                  </a:cubicBezTo>
                  <a:cubicBezTo>
                    <a:pt x="1399" y="752"/>
                    <a:pt x="733" y="1331"/>
                    <a:pt x="396" y="2092"/>
                  </a:cubicBezTo>
                  <a:cubicBezTo>
                    <a:pt x="1" y="3008"/>
                    <a:pt x="59" y="4172"/>
                    <a:pt x="579" y="5453"/>
                  </a:cubicBezTo>
                  <a:cubicBezTo>
                    <a:pt x="1282" y="7101"/>
                    <a:pt x="2351" y="7950"/>
                    <a:pt x="3816" y="7950"/>
                  </a:cubicBezTo>
                  <a:cubicBezTo>
                    <a:pt x="4116" y="7950"/>
                    <a:pt x="4482" y="7921"/>
                    <a:pt x="4848" y="7833"/>
                  </a:cubicBezTo>
                  <a:cubicBezTo>
                    <a:pt x="6708" y="7372"/>
                    <a:pt x="7594" y="5666"/>
                    <a:pt x="7506" y="4172"/>
                  </a:cubicBezTo>
                  <a:cubicBezTo>
                    <a:pt x="7411" y="2583"/>
                    <a:pt x="6891" y="1514"/>
                    <a:pt x="6862" y="1485"/>
                  </a:cubicBezTo>
                  <a:cubicBezTo>
                    <a:pt x="6390" y="522"/>
                    <a:pt x="5427" y="1"/>
                    <a:pt x="423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4" name="Google Shape;1004;p45"/>
            <p:cNvSpPr/>
            <p:nvPr/>
          </p:nvSpPr>
          <p:spPr>
            <a:xfrm>
              <a:off x="1039029" y="2090098"/>
              <a:ext cx="808943" cy="493448"/>
            </a:xfrm>
            <a:custGeom>
              <a:avLst/>
              <a:gdLst/>
              <a:ahLst/>
              <a:cxnLst/>
              <a:rect l="l" t="t" r="r" b="b"/>
              <a:pathLst>
                <a:path w="9828" h="5995" extrusionOk="0">
                  <a:moveTo>
                    <a:pt x="6628" y="1"/>
                  </a:moveTo>
                  <a:cubicBezTo>
                    <a:pt x="5867" y="1"/>
                    <a:pt x="4968" y="194"/>
                    <a:pt x="3940" y="686"/>
                  </a:cubicBezTo>
                  <a:cubicBezTo>
                    <a:pt x="1" y="1360"/>
                    <a:pt x="2080" y="5665"/>
                    <a:pt x="2080" y="5665"/>
                  </a:cubicBezTo>
                  <a:lnTo>
                    <a:pt x="2776" y="5995"/>
                  </a:lnTo>
                  <a:cubicBezTo>
                    <a:pt x="3450" y="5358"/>
                    <a:pt x="3025" y="4750"/>
                    <a:pt x="3025" y="4750"/>
                  </a:cubicBezTo>
                  <a:cubicBezTo>
                    <a:pt x="3816" y="4259"/>
                    <a:pt x="3508" y="3498"/>
                    <a:pt x="3508" y="3498"/>
                  </a:cubicBezTo>
                  <a:cubicBezTo>
                    <a:pt x="4182" y="3315"/>
                    <a:pt x="4394" y="2795"/>
                    <a:pt x="4489" y="2429"/>
                  </a:cubicBezTo>
                  <a:cubicBezTo>
                    <a:pt x="4672" y="2612"/>
                    <a:pt x="4973" y="2766"/>
                    <a:pt x="5492" y="2795"/>
                  </a:cubicBezTo>
                  <a:cubicBezTo>
                    <a:pt x="5492" y="2795"/>
                    <a:pt x="5756" y="3425"/>
                    <a:pt x="6387" y="3425"/>
                  </a:cubicBezTo>
                  <a:cubicBezTo>
                    <a:pt x="6529" y="3425"/>
                    <a:pt x="6689" y="3393"/>
                    <a:pt x="6869" y="3315"/>
                  </a:cubicBezTo>
                  <a:cubicBezTo>
                    <a:pt x="6869" y="3315"/>
                    <a:pt x="7431" y="4260"/>
                    <a:pt x="8469" y="4260"/>
                  </a:cubicBezTo>
                  <a:cubicBezTo>
                    <a:pt x="8485" y="4260"/>
                    <a:pt x="8501" y="4260"/>
                    <a:pt x="8517" y="4259"/>
                  </a:cubicBezTo>
                  <a:cubicBezTo>
                    <a:pt x="8517" y="4259"/>
                    <a:pt x="8631" y="4351"/>
                    <a:pt x="8956" y="4351"/>
                  </a:cubicBezTo>
                  <a:cubicBezTo>
                    <a:pt x="9157" y="4351"/>
                    <a:pt x="9440" y="4316"/>
                    <a:pt x="9827" y="4201"/>
                  </a:cubicBezTo>
                  <a:cubicBezTo>
                    <a:pt x="9827" y="4201"/>
                    <a:pt x="9674" y="3249"/>
                    <a:pt x="9674" y="2092"/>
                  </a:cubicBezTo>
                  <a:cubicBezTo>
                    <a:pt x="9652" y="1300"/>
                    <a:pt x="8599" y="1"/>
                    <a:pt x="6628"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5" name="Google Shape;1005;p45"/>
            <p:cNvSpPr/>
            <p:nvPr/>
          </p:nvSpPr>
          <p:spPr>
            <a:xfrm>
              <a:off x="1178135" y="2527090"/>
              <a:ext cx="159928" cy="168324"/>
            </a:xfrm>
            <a:custGeom>
              <a:avLst/>
              <a:gdLst/>
              <a:ahLst/>
              <a:cxnLst/>
              <a:rect l="l" t="t" r="r" b="b"/>
              <a:pathLst>
                <a:path w="1943" h="2045" extrusionOk="0">
                  <a:moveTo>
                    <a:pt x="1084" y="1"/>
                  </a:moveTo>
                  <a:cubicBezTo>
                    <a:pt x="695" y="1"/>
                    <a:pt x="0" y="132"/>
                    <a:pt x="112" y="1089"/>
                  </a:cubicBezTo>
                  <a:cubicBezTo>
                    <a:pt x="190" y="1757"/>
                    <a:pt x="594" y="2045"/>
                    <a:pt x="1007" y="2045"/>
                  </a:cubicBezTo>
                  <a:cubicBezTo>
                    <a:pt x="1404" y="2045"/>
                    <a:pt x="1810" y="1779"/>
                    <a:pt x="1943" y="1330"/>
                  </a:cubicBezTo>
                  <a:lnTo>
                    <a:pt x="1335" y="20"/>
                  </a:lnTo>
                  <a:cubicBezTo>
                    <a:pt x="1335" y="20"/>
                    <a:pt x="1231" y="1"/>
                    <a:pt x="10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6" name="Google Shape;1006;p45"/>
            <p:cNvSpPr/>
            <p:nvPr/>
          </p:nvSpPr>
          <p:spPr>
            <a:xfrm>
              <a:off x="1180110" y="2521575"/>
              <a:ext cx="165772" cy="177707"/>
            </a:xfrm>
            <a:custGeom>
              <a:avLst/>
              <a:gdLst/>
              <a:ahLst/>
              <a:cxnLst/>
              <a:rect l="l" t="t" r="r" b="b"/>
              <a:pathLst>
                <a:path w="2013" h="2159" extrusionOk="0">
                  <a:moveTo>
                    <a:pt x="1035" y="1"/>
                  </a:moveTo>
                  <a:cubicBezTo>
                    <a:pt x="814" y="1"/>
                    <a:pt x="504" y="42"/>
                    <a:pt x="271" y="240"/>
                  </a:cubicBezTo>
                  <a:cubicBezTo>
                    <a:pt x="88" y="453"/>
                    <a:pt x="0" y="753"/>
                    <a:pt x="29" y="1156"/>
                  </a:cubicBezTo>
                  <a:cubicBezTo>
                    <a:pt x="117" y="1734"/>
                    <a:pt x="425" y="2129"/>
                    <a:pt x="879" y="2159"/>
                  </a:cubicBezTo>
                  <a:lnTo>
                    <a:pt x="1003" y="2159"/>
                  </a:lnTo>
                  <a:cubicBezTo>
                    <a:pt x="1428" y="2159"/>
                    <a:pt x="1860" y="1851"/>
                    <a:pt x="1977" y="1427"/>
                  </a:cubicBezTo>
                  <a:cubicBezTo>
                    <a:pt x="2014" y="1397"/>
                    <a:pt x="1977" y="1368"/>
                    <a:pt x="1948" y="1339"/>
                  </a:cubicBezTo>
                  <a:cubicBezTo>
                    <a:pt x="1919" y="1339"/>
                    <a:pt x="1889" y="1339"/>
                    <a:pt x="1860" y="1397"/>
                  </a:cubicBezTo>
                  <a:cubicBezTo>
                    <a:pt x="1743" y="1769"/>
                    <a:pt x="1386" y="2038"/>
                    <a:pt x="991" y="2038"/>
                  </a:cubicBezTo>
                  <a:cubicBezTo>
                    <a:pt x="966" y="2038"/>
                    <a:pt x="941" y="2036"/>
                    <a:pt x="915" y="2034"/>
                  </a:cubicBezTo>
                  <a:cubicBezTo>
                    <a:pt x="483" y="2005"/>
                    <a:pt x="212" y="1668"/>
                    <a:pt x="147" y="1156"/>
                  </a:cubicBezTo>
                  <a:cubicBezTo>
                    <a:pt x="117" y="789"/>
                    <a:pt x="183" y="511"/>
                    <a:pt x="366" y="328"/>
                  </a:cubicBezTo>
                  <a:cubicBezTo>
                    <a:pt x="548" y="158"/>
                    <a:pt x="809" y="120"/>
                    <a:pt x="1005" y="120"/>
                  </a:cubicBezTo>
                  <a:cubicBezTo>
                    <a:pt x="1164" y="120"/>
                    <a:pt x="1282" y="145"/>
                    <a:pt x="1282" y="145"/>
                  </a:cubicBezTo>
                  <a:cubicBezTo>
                    <a:pt x="1311" y="145"/>
                    <a:pt x="1340" y="116"/>
                    <a:pt x="1369" y="87"/>
                  </a:cubicBezTo>
                  <a:cubicBezTo>
                    <a:pt x="1369" y="57"/>
                    <a:pt x="1340" y="21"/>
                    <a:pt x="1311" y="21"/>
                  </a:cubicBezTo>
                  <a:cubicBezTo>
                    <a:pt x="1299" y="21"/>
                    <a:pt x="1188" y="1"/>
                    <a:pt x="103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7" name="Google Shape;1007;p45"/>
            <p:cNvSpPr/>
            <p:nvPr/>
          </p:nvSpPr>
          <p:spPr>
            <a:xfrm>
              <a:off x="1202417" y="2562649"/>
              <a:ext cx="118197" cy="86672"/>
            </a:xfrm>
            <a:custGeom>
              <a:avLst/>
              <a:gdLst/>
              <a:ahLst/>
              <a:cxnLst/>
              <a:rect l="l" t="t" r="r" b="b"/>
              <a:pathLst>
                <a:path w="1436" h="1053" extrusionOk="0">
                  <a:moveTo>
                    <a:pt x="618" y="1"/>
                  </a:moveTo>
                  <a:cubicBezTo>
                    <a:pt x="540" y="1"/>
                    <a:pt x="465" y="15"/>
                    <a:pt x="395" y="42"/>
                  </a:cubicBezTo>
                  <a:cubicBezTo>
                    <a:pt x="125" y="137"/>
                    <a:pt x="0" y="408"/>
                    <a:pt x="0" y="437"/>
                  </a:cubicBezTo>
                  <a:cubicBezTo>
                    <a:pt x="0" y="437"/>
                    <a:pt x="0" y="474"/>
                    <a:pt x="29" y="474"/>
                  </a:cubicBezTo>
                  <a:cubicBezTo>
                    <a:pt x="29" y="474"/>
                    <a:pt x="59" y="474"/>
                    <a:pt x="59" y="437"/>
                  </a:cubicBezTo>
                  <a:cubicBezTo>
                    <a:pt x="59" y="437"/>
                    <a:pt x="154" y="195"/>
                    <a:pt x="395" y="71"/>
                  </a:cubicBezTo>
                  <a:cubicBezTo>
                    <a:pt x="457" y="59"/>
                    <a:pt x="518" y="52"/>
                    <a:pt x="582" y="52"/>
                  </a:cubicBezTo>
                  <a:cubicBezTo>
                    <a:pt x="677" y="52"/>
                    <a:pt x="776" y="68"/>
                    <a:pt x="886" y="107"/>
                  </a:cubicBezTo>
                  <a:cubicBezTo>
                    <a:pt x="1377" y="349"/>
                    <a:pt x="1194" y="1023"/>
                    <a:pt x="1194" y="1023"/>
                  </a:cubicBezTo>
                  <a:cubicBezTo>
                    <a:pt x="1194" y="1023"/>
                    <a:pt x="1194" y="1052"/>
                    <a:pt x="1223" y="1052"/>
                  </a:cubicBezTo>
                  <a:lnTo>
                    <a:pt x="1252" y="1023"/>
                  </a:lnTo>
                  <a:cubicBezTo>
                    <a:pt x="1252" y="1023"/>
                    <a:pt x="1435" y="320"/>
                    <a:pt x="915" y="71"/>
                  </a:cubicBezTo>
                  <a:cubicBezTo>
                    <a:pt x="815" y="22"/>
                    <a:pt x="714" y="1"/>
                    <a:pt x="618" y="1"/>
                  </a:cubicBezTo>
                  <a:close/>
                </a:path>
              </a:pathLst>
            </a:custGeom>
            <a:solidFill>
              <a:srgbClr val="2D20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8" name="Google Shape;1008;p45"/>
            <p:cNvSpPr/>
            <p:nvPr/>
          </p:nvSpPr>
          <p:spPr>
            <a:xfrm>
              <a:off x="1240362" y="2593433"/>
              <a:ext cx="65190" cy="23294"/>
            </a:xfrm>
            <a:custGeom>
              <a:avLst/>
              <a:gdLst/>
              <a:ahLst/>
              <a:cxnLst/>
              <a:rect l="l" t="t" r="r" b="b"/>
              <a:pathLst>
                <a:path w="792" h="283" extrusionOk="0">
                  <a:moveTo>
                    <a:pt x="489" y="0"/>
                  </a:moveTo>
                  <a:cubicBezTo>
                    <a:pt x="217" y="0"/>
                    <a:pt x="0" y="217"/>
                    <a:pt x="0" y="217"/>
                  </a:cubicBezTo>
                  <a:lnTo>
                    <a:pt x="0" y="283"/>
                  </a:lnTo>
                  <a:lnTo>
                    <a:pt x="59" y="283"/>
                  </a:lnTo>
                  <a:cubicBezTo>
                    <a:pt x="59" y="256"/>
                    <a:pt x="241" y="70"/>
                    <a:pt x="483" y="70"/>
                  </a:cubicBezTo>
                  <a:cubicBezTo>
                    <a:pt x="570" y="70"/>
                    <a:pt x="665" y="94"/>
                    <a:pt x="762" y="158"/>
                  </a:cubicBezTo>
                  <a:cubicBezTo>
                    <a:pt x="762" y="158"/>
                    <a:pt x="791" y="158"/>
                    <a:pt x="791" y="129"/>
                  </a:cubicBezTo>
                  <a:lnTo>
                    <a:pt x="791" y="100"/>
                  </a:lnTo>
                  <a:cubicBezTo>
                    <a:pt x="688" y="27"/>
                    <a:pt x="585" y="0"/>
                    <a:pt x="489" y="0"/>
                  </a:cubicBezTo>
                  <a:close/>
                </a:path>
              </a:pathLst>
            </a:custGeom>
            <a:solidFill>
              <a:srgbClr val="2D20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09" name="Google Shape;1009;p45"/>
            <p:cNvSpPr/>
            <p:nvPr/>
          </p:nvSpPr>
          <p:spPr>
            <a:xfrm>
              <a:off x="1368109" y="2404034"/>
              <a:ext cx="118197" cy="73750"/>
            </a:xfrm>
            <a:custGeom>
              <a:avLst/>
              <a:gdLst/>
              <a:ahLst/>
              <a:cxnLst/>
              <a:rect l="l" t="t" r="r" b="b"/>
              <a:pathLst>
                <a:path w="1436" h="896" extrusionOk="0">
                  <a:moveTo>
                    <a:pt x="1149" y="1"/>
                  </a:moveTo>
                  <a:cubicBezTo>
                    <a:pt x="1018" y="1"/>
                    <a:pt x="821" y="80"/>
                    <a:pt x="521" y="292"/>
                  </a:cubicBezTo>
                  <a:cubicBezTo>
                    <a:pt x="1" y="629"/>
                    <a:pt x="279" y="841"/>
                    <a:pt x="279" y="841"/>
                  </a:cubicBezTo>
                  <a:cubicBezTo>
                    <a:pt x="334" y="878"/>
                    <a:pt x="393" y="896"/>
                    <a:pt x="459" y="896"/>
                  </a:cubicBezTo>
                  <a:cubicBezTo>
                    <a:pt x="615" y="896"/>
                    <a:pt x="804" y="798"/>
                    <a:pt x="1040" y="629"/>
                  </a:cubicBezTo>
                  <a:cubicBezTo>
                    <a:pt x="1341" y="445"/>
                    <a:pt x="1436" y="233"/>
                    <a:pt x="1341" y="109"/>
                  </a:cubicBezTo>
                  <a:cubicBezTo>
                    <a:pt x="1304" y="44"/>
                    <a:pt x="1244" y="1"/>
                    <a:pt x="114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0" name="Google Shape;1010;p45"/>
            <p:cNvSpPr/>
            <p:nvPr/>
          </p:nvSpPr>
          <p:spPr>
            <a:xfrm>
              <a:off x="1438650" y="2518036"/>
              <a:ext cx="47657" cy="53831"/>
            </a:xfrm>
            <a:custGeom>
              <a:avLst/>
              <a:gdLst/>
              <a:ahLst/>
              <a:cxnLst/>
              <a:rect l="l" t="t" r="r" b="b"/>
              <a:pathLst>
                <a:path w="579" h="654" extrusionOk="0">
                  <a:moveTo>
                    <a:pt x="286" y="1"/>
                  </a:moveTo>
                  <a:cubicBezTo>
                    <a:pt x="272" y="1"/>
                    <a:pt x="257" y="2"/>
                    <a:pt x="242" y="5"/>
                  </a:cubicBezTo>
                  <a:cubicBezTo>
                    <a:pt x="88" y="5"/>
                    <a:pt x="0" y="159"/>
                    <a:pt x="0" y="342"/>
                  </a:cubicBezTo>
                  <a:cubicBezTo>
                    <a:pt x="27" y="510"/>
                    <a:pt x="159" y="653"/>
                    <a:pt x="271" y="653"/>
                  </a:cubicBezTo>
                  <a:cubicBezTo>
                    <a:pt x="281" y="653"/>
                    <a:pt x="291" y="652"/>
                    <a:pt x="301" y="649"/>
                  </a:cubicBezTo>
                  <a:cubicBezTo>
                    <a:pt x="454" y="613"/>
                    <a:pt x="579" y="466"/>
                    <a:pt x="550" y="283"/>
                  </a:cubicBezTo>
                  <a:cubicBezTo>
                    <a:pt x="523" y="118"/>
                    <a:pt x="419" y="1"/>
                    <a:pt x="28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1" name="Google Shape;1011;p45"/>
            <p:cNvSpPr/>
            <p:nvPr/>
          </p:nvSpPr>
          <p:spPr>
            <a:xfrm>
              <a:off x="1664677" y="2490708"/>
              <a:ext cx="47657" cy="55477"/>
            </a:xfrm>
            <a:custGeom>
              <a:avLst/>
              <a:gdLst/>
              <a:ahLst/>
              <a:cxnLst/>
              <a:rect l="l" t="t" r="r" b="b"/>
              <a:pathLst>
                <a:path w="579" h="674" extrusionOk="0">
                  <a:moveTo>
                    <a:pt x="271" y="0"/>
                  </a:moveTo>
                  <a:cubicBezTo>
                    <a:pt x="118" y="30"/>
                    <a:pt x="0" y="183"/>
                    <a:pt x="30" y="366"/>
                  </a:cubicBezTo>
                  <a:cubicBezTo>
                    <a:pt x="59" y="549"/>
                    <a:pt x="183" y="674"/>
                    <a:pt x="337" y="674"/>
                  </a:cubicBezTo>
                  <a:cubicBezTo>
                    <a:pt x="484" y="645"/>
                    <a:pt x="579" y="491"/>
                    <a:pt x="579" y="308"/>
                  </a:cubicBezTo>
                  <a:cubicBezTo>
                    <a:pt x="550" y="125"/>
                    <a:pt x="396" y="0"/>
                    <a:pt x="27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2" name="Google Shape;1012;p45"/>
            <p:cNvSpPr/>
            <p:nvPr/>
          </p:nvSpPr>
          <p:spPr>
            <a:xfrm>
              <a:off x="1632082" y="2377448"/>
              <a:ext cx="125440" cy="60662"/>
            </a:xfrm>
            <a:custGeom>
              <a:avLst/>
              <a:gdLst/>
              <a:ahLst/>
              <a:cxnLst/>
              <a:rect l="l" t="t" r="r" b="b"/>
              <a:pathLst>
                <a:path w="1524" h="737" extrusionOk="0">
                  <a:moveTo>
                    <a:pt x="373" y="1"/>
                  </a:moveTo>
                  <a:cubicBezTo>
                    <a:pt x="195" y="1"/>
                    <a:pt x="111" y="71"/>
                    <a:pt x="60" y="161"/>
                  </a:cubicBezTo>
                  <a:cubicBezTo>
                    <a:pt x="1" y="307"/>
                    <a:pt x="147" y="490"/>
                    <a:pt x="484" y="615"/>
                  </a:cubicBezTo>
                  <a:cubicBezTo>
                    <a:pt x="712" y="686"/>
                    <a:pt x="901" y="736"/>
                    <a:pt x="1044" y="736"/>
                  </a:cubicBezTo>
                  <a:cubicBezTo>
                    <a:pt x="1149" y="736"/>
                    <a:pt x="1230" y="709"/>
                    <a:pt x="1282" y="644"/>
                  </a:cubicBezTo>
                  <a:cubicBezTo>
                    <a:pt x="1282" y="644"/>
                    <a:pt x="1524" y="373"/>
                    <a:pt x="916" y="124"/>
                  </a:cubicBezTo>
                  <a:cubicBezTo>
                    <a:pt x="673" y="36"/>
                    <a:pt x="499" y="1"/>
                    <a:pt x="37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3" name="Google Shape;1013;p45"/>
            <p:cNvSpPr/>
            <p:nvPr/>
          </p:nvSpPr>
          <p:spPr>
            <a:xfrm>
              <a:off x="1538659" y="2423213"/>
              <a:ext cx="93504" cy="160340"/>
            </a:xfrm>
            <a:custGeom>
              <a:avLst/>
              <a:gdLst/>
              <a:ahLst/>
              <a:cxnLst/>
              <a:rect l="l" t="t" r="r" b="b"/>
              <a:pathLst>
                <a:path w="1136" h="1948" extrusionOk="0">
                  <a:moveTo>
                    <a:pt x="1" y="0"/>
                  </a:moveTo>
                  <a:lnTo>
                    <a:pt x="1" y="29"/>
                  </a:lnTo>
                  <a:cubicBezTo>
                    <a:pt x="1" y="183"/>
                    <a:pt x="1" y="1003"/>
                    <a:pt x="125" y="1186"/>
                  </a:cubicBezTo>
                  <a:cubicBezTo>
                    <a:pt x="175" y="1236"/>
                    <a:pt x="239" y="1284"/>
                    <a:pt x="332" y="1284"/>
                  </a:cubicBezTo>
                  <a:cubicBezTo>
                    <a:pt x="417" y="1284"/>
                    <a:pt x="527" y="1243"/>
                    <a:pt x="675" y="1128"/>
                  </a:cubicBezTo>
                  <a:cubicBezTo>
                    <a:pt x="730" y="1093"/>
                    <a:pt x="784" y="1079"/>
                    <a:pt x="830" y="1079"/>
                  </a:cubicBezTo>
                  <a:cubicBezTo>
                    <a:pt x="863" y="1079"/>
                    <a:pt x="892" y="1086"/>
                    <a:pt x="916" y="1098"/>
                  </a:cubicBezTo>
                  <a:cubicBezTo>
                    <a:pt x="1041" y="1186"/>
                    <a:pt x="1070" y="1399"/>
                    <a:pt x="1011" y="1582"/>
                  </a:cubicBezTo>
                  <a:cubicBezTo>
                    <a:pt x="953" y="1765"/>
                    <a:pt x="733" y="1889"/>
                    <a:pt x="733" y="1889"/>
                  </a:cubicBezTo>
                  <a:lnTo>
                    <a:pt x="733" y="1919"/>
                  </a:lnTo>
                  <a:lnTo>
                    <a:pt x="770" y="1948"/>
                  </a:lnTo>
                  <a:cubicBezTo>
                    <a:pt x="799" y="1948"/>
                    <a:pt x="982" y="1801"/>
                    <a:pt x="1070" y="1582"/>
                  </a:cubicBezTo>
                  <a:cubicBezTo>
                    <a:pt x="1136" y="1399"/>
                    <a:pt x="1070" y="1157"/>
                    <a:pt x="953" y="1069"/>
                  </a:cubicBezTo>
                  <a:cubicBezTo>
                    <a:pt x="905" y="1036"/>
                    <a:pt x="860" y="1020"/>
                    <a:pt x="810" y="1020"/>
                  </a:cubicBezTo>
                  <a:cubicBezTo>
                    <a:pt x="761" y="1020"/>
                    <a:pt x="708" y="1036"/>
                    <a:pt x="645" y="1069"/>
                  </a:cubicBezTo>
                  <a:lnTo>
                    <a:pt x="645" y="1098"/>
                  </a:lnTo>
                  <a:cubicBezTo>
                    <a:pt x="523" y="1187"/>
                    <a:pt x="419" y="1235"/>
                    <a:pt x="336" y="1235"/>
                  </a:cubicBezTo>
                  <a:cubicBezTo>
                    <a:pt x="275" y="1235"/>
                    <a:pt x="224" y="1210"/>
                    <a:pt x="184" y="1157"/>
                  </a:cubicBezTo>
                  <a:cubicBezTo>
                    <a:pt x="67" y="1033"/>
                    <a:pt x="67" y="483"/>
                    <a:pt x="38" y="29"/>
                  </a:cubicBezTo>
                  <a:cubicBezTo>
                    <a:pt x="38" y="0"/>
                    <a:pt x="38" y="0"/>
                    <a:pt x="1" y="0"/>
                  </a:cubicBezTo>
                  <a:close/>
                </a:path>
              </a:pathLst>
            </a:custGeom>
            <a:solidFill>
              <a:srgbClr val="2D20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4" name="Google Shape;1014;p45"/>
            <p:cNvSpPr/>
            <p:nvPr/>
          </p:nvSpPr>
          <p:spPr>
            <a:xfrm>
              <a:off x="1277732" y="2673934"/>
              <a:ext cx="82" cy="82"/>
            </a:xfrm>
            <a:custGeom>
              <a:avLst/>
              <a:gdLst/>
              <a:ahLst/>
              <a:cxnLst/>
              <a:rect l="l" t="t" r="r" b="b"/>
              <a:pathLst>
                <a:path w="1" h="1" extrusionOk="0">
                  <a:moveTo>
                    <a:pt x="0" y="0"/>
                  </a:moveTo>
                  <a:close/>
                </a:path>
              </a:pathLst>
            </a:custGeom>
            <a:solidFill>
              <a:srgbClr val="E98B2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5" name="Google Shape;1015;p45"/>
            <p:cNvSpPr/>
            <p:nvPr/>
          </p:nvSpPr>
          <p:spPr>
            <a:xfrm>
              <a:off x="1850289" y="2576312"/>
              <a:ext cx="82" cy="82"/>
            </a:xfrm>
            <a:custGeom>
              <a:avLst/>
              <a:gdLst/>
              <a:ahLst/>
              <a:cxnLst/>
              <a:rect l="l" t="t" r="r" b="b"/>
              <a:pathLst>
                <a:path w="1" h="1" extrusionOk="0">
                  <a:moveTo>
                    <a:pt x="1" y="0"/>
                  </a:moveTo>
                  <a:close/>
                </a:path>
              </a:pathLst>
            </a:custGeom>
            <a:solidFill>
              <a:srgbClr val="E98B2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6" name="Google Shape;1016;p45"/>
            <p:cNvSpPr/>
            <p:nvPr/>
          </p:nvSpPr>
          <p:spPr>
            <a:xfrm>
              <a:off x="1617019" y="2402388"/>
              <a:ext cx="230962" cy="224459"/>
            </a:xfrm>
            <a:custGeom>
              <a:avLst/>
              <a:gdLst/>
              <a:ahLst/>
              <a:cxnLst/>
              <a:rect l="l" t="t" r="r" b="b"/>
              <a:pathLst>
                <a:path w="2806" h="2727" extrusionOk="0">
                  <a:moveTo>
                    <a:pt x="1355" y="95"/>
                  </a:moveTo>
                  <a:cubicBezTo>
                    <a:pt x="2011" y="95"/>
                    <a:pt x="2568" y="590"/>
                    <a:pt x="2652" y="1256"/>
                  </a:cubicBezTo>
                  <a:cubicBezTo>
                    <a:pt x="2710" y="1959"/>
                    <a:pt x="2227" y="2567"/>
                    <a:pt x="1553" y="2633"/>
                  </a:cubicBezTo>
                  <a:cubicBezTo>
                    <a:pt x="1517" y="2636"/>
                    <a:pt x="1481" y="2637"/>
                    <a:pt x="1445" y="2637"/>
                  </a:cubicBezTo>
                  <a:cubicBezTo>
                    <a:pt x="789" y="2637"/>
                    <a:pt x="238" y="2135"/>
                    <a:pt x="147" y="1469"/>
                  </a:cubicBezTo>
                  <a:cubicBezTo>
                    <a:pt x="89" y="773"/>
                    <a:pt x="579" y="158"/>
                    <a:pt x="1246" y="99"/>
                  </a:cubicBezTo>
                  <a:cubicBezTo>
                    <a:pt x="1282" y="96"/>
                    <a:pt x="1319" y="95"/>
                    <a:pt x="1355" y="95"/>
                  </a:cubicBezTo>
                  <a:close/>
                  <a:moveTo>
                    <a:pt x="1348" y="0"/>
                  </a:moveTo>
                  <a:cubicBezTo>
                    <a:pt x="1314" y="0"/>
                    <a:pt x="1280" y="1"/>
                    <a:pt x="1246" y="4"/>
                  </a:cubicBezTo>
                  <a:cubicBezTo>
                    <a:pt x="513" y="99"/>
                    <a:pt x="1" y="736"/>
                    <a:pt x="89" y="1469"/>
                  </a:cubicBezTo>
                  <a:cubicBezTo>
                    <a:pt x="179" y="2196"/>
                    <a:pt x="753" y="2726"/>
                    <a:pt x="1434" y="2726"/>
                  </a:cubicBezTo>
                  <a:cubicBezTo>
                    <a:pt x="1474" y="2726"/>
                    <a:pt x="1513" y="2724"/>
                    <a:pt x="1553" y="2721"/>
                  </a:cubicBezTo>
                  <a:cubicBezTo>
                    <a:pt x="2285" y="2662"/>
                    <a:pt x="2805" y="1989"/>
                    <a:pt x="2710" y="1256"/>
                  </a:cubicBezTo>
                  <a:cubicBezTo>
                    <a:pt x="2626" y="558"/>
                    <a:pt x="2037" y="0"/>
                    <a:pt x="134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7" name="Google Shape;1017;p45"/>
            <p:cNvSpPr/>
            <p:nvPr/>
          </p:nvSpPr>
          <p:spPr>
            <a:xfrm>
              <a:off x="1305471" y="2430045"/>
              <a:ext cx="241168" cy="232279"/>
            </a:xfrm>
            <a:custGeom>
              <a:avLst/>
              <a:gdLst/>
              <a:ahLst/>
              <a:cxnLst/>
              <a:rect l="l" t="t" r="r" b="b"/>
              <a:pathLst>
                <a:path w="2930" h="2822" extrusionOk="0">
                  <a:moveTo>
                    <a:pt x="1505" y="89"/>
                  </a:moveTo>
                  <a:cubicBezTo>
                    <a:pt x="2167" y="89"/>
                    <a:pt x="2721" y="610"/>
                    <a:pt x="2775" y="1286"/>
                  </a:cubicBezTo>
                  <a:cubicBezTo>
                    <a:pt x="2871" y="1989"/>
                    <a:pt x="2321" y="2663"/>
                    <a:pt x="1618" y="2722"/>
                  </a:cubicBezTo>
                  <a:cubicBezTo>
                    <a:pt x="1580" y="2725"/>
                    <a:pt x="1542" y="2726"/>
                    <a:pt x="1505" y="2726"/>
                  </a:cubicBezTo>
                  <a:cubicBezTo>
                    <a:pt x="818" y="2726"/>
                    <a:pt x="209" y="2229"/>
                    <a:pt x="154" y="1535"/>
                  </a:cubicBezTo>
                  <a:cubicBezTo>
                    <a:pt x="88" y="803"/>
                    <a:pt x="608" y="159"/>
                    <a:pt x="1340" y="100"/>
                  </a:cubicBezTo>
                  <a:cubicBezTo>
                    <a:pt x="1396" y="93"/>
                    <a:pt x="1451" y="89"/>
                    <a:pt x="1505" y="89"/>
                  </a:cubicBezTo>
                  <a:close/>
                  <a:moveTo>
                    <a:pt x="1451" y="1"/>
                  </a:moveTo>
                  <a:cubicBezTo>
                    <a:pt x="1415" y="1"/>
                    <a:pt x="1377" y="2"/>
                    <a:pt x="1340" y="5"/>
                  </a:cubicBezTo>
                  <a:cubicBezTo>
                    <a:pt x="579" y="100"/>
                    <a:pt x="0" y="767"/>
                    <a:pt x="88" y="1535"/>
                  </a:cubicBezTo>
                  <a:cubicBezTo>
                    <a:pt x="151" y="2288"/>
                    <a:pt x="790" y="2821"/>
                    <a:pt x="1507" y="2821"/>
                  </a:cubicBezTo>
                  <a:cubicBezTo>
                    <a:pt x="1544" y="2821"/>
                    <a:pt x="1581" y="2820"/>
                    <a:pt x="1618" y="2817"/>
                  </a:cubicBezTo>
                  <a:cubicBezTo>
                    <a:pt x="2380" y="2722"/>
                    <a:pt x="2929" y="2048"/>
                    <a:pt x="2871" y="1257"/>
                  </a:cubicBezTo>
                  <a:cubicBezTo>
                    <a:pt x="2780" y="533"/>
                    <a:pt x="2166" y="1"/>
                    <a:pt x="1451"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8" name="Google Shape;1018;p45"/>
            <p:cNvSpPr/>
            <p:nvPr/>
          </p:nvSpPr>
          <p:spPr>
            <a:xfrm>
              <a:off x="1533884" y="2498281"/>
              <a:ext cx="98278" cy="22635"/>
            </a:xfrm>
            <a:custGeom>
              <a:avLst/>
              <a:gdLst/>
              <a:ahLst/>
              <a:cxnLst/>
              <a:rect l="l" t="t" r="r" b="b"/>
              <a:pathLst>
                <a:path w="1194" h="275" extrusionOk="0">
                  <a:moveTo>
                    <a:pt x="677" y="1"/>
                  </a:moveTo>
                  <a:cubicBezTo>
                    <a:pt x="474" y="1"/>
                    <a:pt x="232" y="49"/>
                    <a:pt x="0" y="216"/>
                  </a:cubicBezTo>
                  <a:lnTo>
                    <a:pt x="0" y="274"/>
                  </a:lnTo>
                  <a:lnTo>
                    <a:pt x="59" y="274"/>
                  </a:lnTo>
                  <a:cubicBezTo>
                    <a:pt x="254" y="129"/>
                    <a:pt x="462" y="85"/>
                    <a:pt x="643" y="85"/>
                  </a:cubicBezTo>
                  <a:cubicBezTo>
                    <a:pt x="918" y="85"/>
                    <a:pt x="1128" y="186"/>
                    <a:pt x="1128" y="186"/>
                  </a:cubicBezTo>
                  <a:cubicBezTo>
                    <a:pt x="1157" y="186"/>
                    <a:pt x="1157" y="186"/>
                    <a:pt x="1194" y="157"/>
                  </a:cubicBezTo>
                  <a:cubicBezTo>
                    <a:pt x="1194" y="121"/>
                    <a:pt x="1194" y="121"/>
                    <a:pt x="1157" y="91"/>
                  </a:cubicBezTo>
                  <a:cubicBezTo>
                    <a:pt x="1157" y="91"/>
                    <a:pt x="954" y="1"/>
                    <a:pt x="677"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19" name="Google Shape;1019;p45"/>
            <p:cNvSpPr/>
            <p:nvPr/>
          </p:nvSpPr>
          <p:spPr>
            <a:xfrm>
              <a:off x="1553804" y="2601171"/>
              <a:ext cx="75396" cy="22800"/>
            </a:xfrm>
            <a:custGeom>
              <a:avLst/>
              <a:gdLst/>
              <a:ahLst/>
              <a:cxnLst/>
              <a:rect l="l" t="t" r="r" b="b"/>
              <a:pathLst>
                <a:path w="916" h="277" extrusionOk="0">
                  <a:moveTo>
                    <a:pt x="174" y="1"/>
                  </a:moveTo>
                  <a:cubicBezTo>
                    <a:pt x="67" y="1"/>
                    <a:pt x="0" y="6"/>
                    <a:pt x="0" y="6"/>
                  </a:cubicBezTo>
                  <a:cubicBezTo>
                    <a:pt x="0" y="6"/>
                    <a:pt x="0" y="93"/>
                    <a:pt x="37" y="218"/>
                  </a:cubicBezTo>
                  <a:cubicBezTo>
                    <a:pt x="114" y="207"/>
                    <a:pt x="204" y="200"/>
                    <a:pt x="303" y="200"/>
                  </a:cubicBezTo>
                  <a:cubicBezTo>
                    <a:pt x="474" y="200"/>
                    <a:pt x="672" y="221"/>
                    <a:pt x="886" y="276"/>
                  </a:cubicBezTo>
                  <a:cubicBezTo>
                    <a:pt x="915" y="189"/>
                    <a:pt x="915" y="93"/>
                    <a:pt x="915" y="93"/>
                  </a:cubicBezTo>
                  <a:cubicBezTo>
                    <a:pt x="648" y="15"/>
                    <a:pt x="354" y="1"/>
                    <a:pt x="174" y="1"/>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0" name="Google Shape;1020;p45"/>
            <p:cNvSpPr/>
            <p:nvPr/>
          </p:nvSpPr>
          <p:spPr>
            <a:xfrm>
              <a:off x="1551334" y="2598290"/>
              <a:ext cx="80828" cy="28068"/>
            </a:xfrm>
            <a:custGeom>
              <a:avLst/>
              <a:gdLst/>
              <a:ahLst/>
              <a:cxnLst/>
              <a:rect l="l" t="t" r="r" b="b"/>
              <a:pathLst>
                <a:path w="982" h="341" extrusionOk="0">
                  <a:moveTo>
                    <a:pt x="67" y="70"/>
                  </a:moveTo>
                  <a:cubicBezTo>
                    <a:pt x="184" y="70"/>
                    <a:pt x="550" y="70"/>
                    <a:pt x="916" y="158"/>
                  </a:cubicBezTo>
                  <a:cubicBezTo>
                    <a:pt x="916" y="187"/>
                    <a:pt x="916" y="224"/>
                    <a:pt x="887" y="282"/>
                  </a:cubicBezTo>
                  <a:cubicBezTo>
                    <a:pt x="674" y="224"/>
                    <a:pt x="491" y="224"/>
                    <a:pt x="308" y="224"/>
                  </a:cubicBezTo>
                  <a:lnTo>
                    <a:pt x="96" y="224"/>
                  </a:lnTo>
                  <a:cubicBezTo>
                    <a:pt x="67" y="158"/>
                    <a:pt x="67" y="99"/>
                    <a:pt x="67" y="70"/>
                  </a:cubicBezTo>
                  <a:close/>
                  <a:moveTo>
                    <a:pt x="162" y="1"/>
                  </a:moveTo>
                  <a:cubicBezTo>
                    <a:pt x="80" y="1"/>
                    <a:pt x="30" y="4"/>
                    <a:pt x="30" y="4"/>
                  </a:cubicBezTo>
                  <a:lnTo>
                    <a:pt x="1" y="4"/>
                  </a:lnTo>
                  <a:lnTo>
                    <a:pt x="1" y="41"/>
                  </a:lnTo>
                  <a:cubicBezTo>
                    <a:pt x="1" y="41"/>
                    <a:pt x="1" y="158"/>
                    <a:pt x="30" y="253"/>
                  </a:cubicBezTo>
                  <a:lnTo>
                    <a:pt x="30" y="282"/>
                  </a:lnTo>
                  <a:lnTo>
                    <a:pt x="67" y="282"/>
                  </a:lnTo>
                  <a:cubicBezTo>
                    <a:pt x="144" y="271"/>
                    <a:pt x="234" y="265"/>
                    <a:pt x="333" y="265"/>
                  </a:cubicBezTo>
                  <a:cubicBezTo>
                    <a:pt x="504" y="265"/>
                    <a:pt x="702" y="285"/>
                    <a:pt x="916" y="341"/>
                  </a:cubicBezTo>
                  <a:lnTo>
                    <a:pt x="945" y="341"/>
                  </a:lnTo>
                  <a:cubicBezTo>
                    <a:pt x="982" y="224"/>
                    <a:pt x="982" y="128"/>
                    <a:pt x="982" y="128"/>
                  </a:cubicBezTo>
                  <a:lnTo>
                    <a:pt x="982" y="99"/>
                  </a:lnTo>
                  <a:lnTo>
                    <a:pt x="945" y="99"/>
                  </a:lnTo>
                  <a:cubicBezTo>
                    <a:pt x="657" y="14"/>
                    <a:pt x="337" y="1"/>
                    <a:pt x="162" y="1"/>
                  </a:cubicBez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1" name="Google Shape;1021;p45"/>
            <p:cNvSpPr/>
            <p:nvPr/>
          </p:nvSpPr>
          <p:spPr>
            <a:xfrm>
              <a:off x="1556767" y="2617633"/>
              <a:ext cx="70046" cy="29549"/>
            </a:xfrm>
            <a:custGeom>
              <a:avLst/>
              <a:gdLst/>
              <a:ahLst/>
              <a:cxnLst/>
              <a:rect l="l" t="t" r="r" b="b"/>
              <a:pathLst>
                <a:path w="851" h="359" extrusionOk="0">
                  <a:moveTo>
                    <a:pt x="267" y="0"/>
                  </a:moveTo>
                  <a:cubicBezTo>
                    <a:pt x="168" y="0"/>
                    <a:pt x="78" y="7"/>
                    <a:pt x="1" y="18"/>
                  </a:cubicBezTo>
                  <a:cubicBezTo>
                    <a:pt x="30" y="172"/>
                    <a:pt x="147" y="355"/>
                    <a:pt x="367" y="355"/>
                  </a:cubicBezTo>
                  <a:cubicBezTo>
                    <a:pt x="392" y="357"/>
                    <a:pt x="416" y="358"/>
                    <a:pt x="438" y="358"/>
                  </a:cubicBezTo>
                  <a:cubicBezTo>
                    <a:pt x="687" y="358"/>
                    <a:pt x="796" y="217"/>
                    <a:pt x="850" y="76"/>
                  </a:cubicBezTo>
                  <a:cubicBezTo>
                    <a:pt x="636" y="21"/>
                    <a:pt x="438" y="0"/>
                    <a:pt x="2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2" name="Google Shape;1022;p45"/>
            <p:cNvSpPr/>
            <p:nvPr/>
          </p:nvSpPr>
          <p:spPr>
            <a:xfrm>
              <a:off x="1553804" y="2614752"/>
              <a:ext cx="75396" cy="34570"/>
            </a:xfrm>
            <a:custGeom>
              <a:avLst/>
              <a:gdLst/>
              <a:ahLst/>
              <a:cxnLst/>
              <a:rect l="l" t="t" r="r" b="b"/>
              <a:pathLst>
                <a:path w="916" h="420" extrusionOk="0">
                  <a:moveTo>
                    <a:pt x="322" y="65"/>
                  </a:moveTo>
                  <a:cubicBezTo>
                    <a:pt x="482" y="65"/>
                    <a:pt x="662" y="85"/>
                    <a:pt x="857" y="141"/>
                  </a:cubicBezTo>
                  <a:cubicBezTo>
                    <a:pt x="782" y="272"/>
                    <a:pt x="658" y="361"/>
                    <a:pt x="510" y="361"/>
                  </a:cubicBezTo>
                  <a:cubicBezTo>
                    <a:pt x="484" y="361"/>
                    <a:pt x="459" y="358"/>
                    <a:pt x="432" y="353"/>
                  </a:cubicBezTo>
                  <a:cubicBezTo>
                    <a:pt x="249" y="353"/>
                    <a:pt x="125" y="265"/>
                    <a:pt x="66" y="82"/>
                  </a:cubicBezTo>
                  <a:cubicBezTo>
                    <a:pt x="144" y="71"/>
                    <a:pt x="229" y="65"/>
                    <a:pt x="322" y="65"/>
                  </a:cubicBezTo>
                  <a:close/>
                  <a:moveTo>
                    <a:pt x="316" y="1"/>
                  </a:moveTo>
                  <a:cubicBezTo>
                    <a:pt x="212" y="1"/>
                    <a:pt x="118" y="10"/>
                    <a:pt x="37" y="24"/>
                  </a:cubicBezTo>
                  <a:lnTo>
                    <a:pt x="0" y="24"/>
                  </a:lnTo>
                  <a:lnTo>
                    <a:pt x="0" y="53"/>
                  </a:lnTo>
                  <a:cubicBezTo>
                    <a:pt x="37" y="207"/>
                    <a:pt x="154" y="419"/>
                    <a:pt x="403" y="419"/>
                  </a:cubicBezTo>
                  <a:lnTo>
                    <a:pt x="461" y="419"/>
                  </a:lnTo>
                  <a:cubicBezTo>
                    <a:pt x="732" y="419"/>
                    <a:pt x="857" y="265"/>
                    <a:pt x="915" y="141"/>
                  </a:cubicBezTo>
                  <a:lnTo>
                    <a:pt x="915" y="111"/>
                  </a:lnTo>
                  <a:lnTo>
                    <a:pt x="886" y="82"/>
                  </a:lnTo>
                  <a:cubicBezTo>
                    <a:pt x="678" y="23"/>
                    <a:pt x="484" y="1"/>
                    <a:pt x="316"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3" name="Google Shape;1023;p45"/>
            <p:cNvSpPr/>
            <p:nvPr/>
          </p:nvSpPr>
          <p:spPr>
            <a:xfrm>
              <a:off x="1204804" y="4459765"/>
              <a:ext cx="301419" cy="49633"/>
            </a:xfrm>
            <a:custGeom>
              <a:avLst/>
              <a:gdLst/>
              <a:ahLst/>
              <a:cxnLst/>
              <a:rect l="l" t="t" r="r" b="b"/>
              <a:pathLst>
                <a:path w="3661" h="603" extrusionOk="0">
                  <a:moveTo>
                    <a:pt x="0" y="0"/>
                  </a:moveTo>
                  <a:lnTo>
                    <a:pt x="0" y="271"/>
                  </a:lnTo>
                  <a:cubicBezTo>
                    <a:pt x="0" y="271"/>
                    <a:pt x="520" y="491"/>
                    <a:pt x="1897" y="579"/>
                  </a:cubicBezTo>
                  <a:cubicBezTo>
                    <a:pt x="2173" y="596"/>
                    <a:pt x="2407" y="603"/>
                    <a:pt x="2605" y="603"/>
                  </a:cubicBezTo>
                  <a:cubicBezTo>
                    <a:pt x="3518" y="603"/>
                    <a:pt x="3662" y="454"/>
                    <a:pt x="3662" y="454"/>
                  </a:cubicBezTo>
                  <a:lnTo>
                    <a:pt x="3662" y="271"/>
                  </a:lnTo>
                  <a:cubicBezTo>
                    <a:pt x="3218" y="337"/>
                    <a:pt x="2799" y="364"/>
                    <a:pt x="2412" y="364"/>
                  </a:cubicBezTo>
                  <a:cubicBezTo>
                    <a:pt x="1335" y="364"/>
                    <a:pt x="496" y="157"/>
                    <a:pt x="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4" name="Google Shape;1024;p45"/>
            <p:cNvSpPr/>
            <p:nvPr/>
          </p:nvSpPr>
          <p:spPr>
            <a:xfrm>
              <a:off x="1305471" y="4399513"/>
              <a:ext cx="82639" cy="95315"/>
            </a:xfrm>
            <a:custGeom>
              <a:avLst/>
              <a:gdLst/>
              <a:ahLst/>
              <a:cxnLst/>
              <a:rect l="l" t="t" r="r" b="b"/>
              <a:pathLst>
                <a:path w="1004" h="1158" extrusionOk="0">
                  <a:moveTo>
                    <a:pt x="674" y="0"/>
                  </a:moveTo>
                  <a:cubicBezTo>
                    <a:pt x="308" y="271"/>
                    <a:pt x="0" y="1099"/>
                    <a:pt x="0" y="1099"/>
                  </a:cubicBezTo>
                  <a:lnTo>
                    <a:pt x="520" y="1157"/>
                  </a:lnTo>
                  <a:cubicBezTo>
                    <a:pt x="579" y="703"/>
                    <a:pt x="1003" y="154"/>
                    <a:pt x="1003" y="154"/>
                  </a:cubicBezTo>
                  <a:lnTo>
                    <a:pt x="674" y="0"/>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5" name="Google Shape;1025;p45"/>
            <p:cNvSpPr/>
            <p:nvPr/>
          </p:nvSpPr>
          <p:spPr>
            <a:xfrm>
              <a:off x="1375929" y="4424783"/>
              <a:ext cx="67659" cy="75478"/>
            </a:xfrm>
            <a:custGeom>
              <a:avLst/>
              <a:gdLst/>
              <a:ahLst/>
              <a:cxnLst/>
              <a:rect l="l" t="t" r="r" b="b"/>
              <a:pathLst>
                <a:path w="822" h="917" extrusionOk="0">
                  <a:moveTo>
                    <a:pt x="513" y="1"/>
                  </a:moveTo>
                  <a:cubicBezTo>
                    <a:pt x="147" y="301"/>
                    <a:pt x="1" y="850"/>
                    <a:pt x="1" y="850"/>
                  </a:cubicBezTo>
                  <a:lnTo>
                    <a:pt x="513" y="916"/>
                  </a:lnTo>
                  <a:cubicBezTo>
                    <a:pt x="579" y="425"/>
                    <a:pt x="821" y="147"/>
                    <a:pt x="821" y="147"/>
                  </a:cubicBezTo>
                  <a:lnTo>
                    <a:pt x="513"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6" name="Google Shape;1026;p45"/>
            <p:cNvSpPr/>
            <p:nvPr/>
          </p:nvSpPr>
          <p:spPr>
            <a:xfrm>
              <a:off x="778102" y="4369387"/>
              <a:ext cx="286356" cy="123959"/>
            </a:xfrm>
            <a:custGeom>
              <a:avLst/>
              <a:gdLst/>
              <a:ahLst/>
              <a:cxnLst/>
              <a:rect l="l" t="t" r="r" b="b"/>
              <a:pathLst>
                <a:path w="3479" h="1506" extrusionOk="0">
                  <a:moveTo>
                    <a:pt x="59" y="0"/>
                  </a:moveTo>
                  <a:cubicBezTo>
                    <a:pt x="29" y="59"/>
                    <a:pt x="29" y="154"/>
                    <a:pt x="0" y="242"/>
                  </a:cubicBezTo>
                  <a:cubicBezTo>
                    <a:pt x="0" y="242"/>
                    <a:pt x="425" y="608"/>
                    <a:pt x="1735" y="1069"/>
                  </a:cubicBezTo>
                  <a:cubicBezTo>
                    <a:pt x="2743" y="1447"/>
                    <a:pt x="3175" y="1506"/>
                    <a:pt x="3347" y="1506"/>
                  </a:cubicBezTo>
                  <a:cubicBezTo>
                    <a:pt x="3425" y="1506"/>
                    <a:pt x="3449" y="1494"/>
                    <a:pt x="3449" y="1494"/>
                  </a:cubicBezTo>
                  <a:cubicBezTo>
                    <a:pt x="3449" y="1494"/>
                    <a:pt x="3478" y="1435"/>
                    <a:pt x="3478" y="1311"/>
                  </a:cubicBezTo>
                  <a:cubicBezTo>
                    <a:pt x="1831" y="1040"/>
                    <a:pt x="674" y="396"/>
                    <a:pt x="59"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7" name="Google Shape;1027;p45"/>
            <p:cNvSpPr/>
            <p:nvPr/>
          </p:nvSpPr>
          <p:spPr>
            <a:xfrm>
              <a:off x="870867" y="4354324"/>
              <a:ext cx="103134" cy="88072"/>
            </a:xfrm>
            <a:custGeom>
              <a:avLst/>
              <a:gdLst/>
              <a:ahLst/>
              <a:cxnLst/>
              <a:rect l="l" t="t" r="r" b="b"/>
              <a:pathLst>
                <a:path w="1253" h="1070" extrusionOk="0">
                  <a:moveTo>
                    <a:pt x="945" y="0"/>
                  </a:moveTo>
                  <a:cubicBezTo>
                    <a:pt x="521" y="183"/>
                    <a:pt x="1" y="886"/>
                    <a:pt x="1" y="886"/>
                  </a:cubicBezTo>
                  <a:lnTo>
                    <a:pt x="491" y="1069"/>
                  </a:lnTo>
                  <a:cubicBezTo>
                    <a:pt x="674" y="637"/>
                    <a:pt x="1253" y="242"/>
                    <a:pt x="1253" y="242"/>
                  </a:cubicBezTo>
                  <a:lnTo>
                    <a:pt x="945" y="0"/>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8" name="Google Shape;1028;p45"/>
            <p:cNvSpPr/>
            <p:nvPr/>
          </p:nvSpPr>
          <p:spPr>
            <a:xfrm>
              <a:off x="939020" y="4394657"/>
              <a:ext cx="80252" cy="72433"/>
            </a:xfrm>
            <a:custGeom>
              <a:avLst/>
              <a:gdLst/>
              <a:ahLst/>
              <a:cxnLst/>
              <a:rect l="l" t="t" r="r" b="b"/>
              <a:pathLst>
                <a:path w="975" h="880" extrusionOk="0">
                  <a:moveTo>
                    <a:pt x="732" y="1"/>
                  </a:moveTo>
                  <a:cubicBezTo>
                    <a:pt x="271" y="184"/>
                    <a:pt x="0" y="696"/>
                    <a:pt x="0" y="696"/>
                  </a:cubicBezTo>
                  <a:lnTo>
                    <a:pt x="454" y="879"/>
                  </a:lnTo>
                  <a:cubicBezTo>
                    <a:pt x="666" y="455"/>
                    <a:pt x="974" y="242"/>
                    <a:pt x="974" y="242"/>
                  </a:cubicBezTo>
                  <a:lnTo>
                    <a:pt x="732"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29" name="Google Shape;1029;p45"/>
            <p:cNvSpPr/>
            <p:nvPr/>
          </p:nvSpPr>
          <p:spPr>
            <a:xfrm>
              <a:off x="1757442" y="3131339"/>
              <a:ext cx="105604" cy="253844"/>
            </a:xfrm>
            <a:custGeom>
              <a:avLst/>
              <a:gdLst/>
              <a:ahLst/>
              <a:cxnLst/>
              <a:rect l="l" t="t" r="r" b="b"/>
              <a:pathLst>
                <a:path w="1283" h="3084" extrusionOk="0">
                  <a:moveTo>
                    <a:pt x="1041" y="1"/>
                  </a:moveTo>
                  <a:lnTo>
                    <a:pt x="1" y="2747"/>
                  </a:lnTo>
                  <a:lnTo>
                    <a:pt x="1" y="3084"/>
                  </a:lnTo>
                  <a:lnTo>
                    <a:pt x="243" y="2901"/>
                  </a:lnTo>
                  <a:lnTo>
                    <a:pt x="1282" y="118"/>
                  </a:lnTo>
                  <a:lnTo>
                    <a:pt x="1041"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0" name="Google Shape;1030;p45"/>
            <p:cNvSpPr/>
            <p:nvPr/>
          </p:nvSpPr>
          <p:spPr>
            <a:xfrm>
              <a:off x="1212623" y="3091007"/>
              <a:ext cx="636750" cy="318540"/>
            </a:xfrm>
            <a:custGeom>
              <a:avLst/>
              <a:gdLst/>
              <a:ahLst/>
              <a:cxnLst/>
              <a:rect l="l" t="t" r="r" b="b"/>
              <a:pathLst>
                <a:path w="7735" h="3870" extrusionOk="0">
                  <a:moveTo>
                    <a:pt x="2131" y="0"/>
                  </a:moveTo>
                  <a:lnTo>
                    <a:pt x="1" y="366"/>
                  </a:lnTo>
                  <a:cubicBezTo>
                    <a:pt x="242" y="1589"/>
                    <a:pt x="638" y="2688"/>
                    <a:pt x="733" y="2841"/>
                  </a:cubicBezTo>
                  <a:cubicBezTo>
                    <a:pt x="887" y="3142"/>
                    <a:pt x="1370" y="3691"/>
                    <a:pt x="1648" y="3720"/>
                  </a:cubicBezTo>
                  <a:cubicBezTo>
                    <a:pt x="2164" y="3785"/>
                    <a:pt x="2657" y="3809"/>
                    <a:pt x="3110" y="3809"/>
                  </a:cubicBezTo>
                  <a:cubicBezTo>
                    <a:pt x="4612" y="3809"/>
                    <a:pt x="5675" y="3537"/>
                    <a:pt x="5675" y="3537"/>
                  </a:cubicBezTo>
                  <a:cubicBezTo>
                    <a:pt x="6172" y="3792"/>
                    <a:pt x="6509" y="3870"/>
                    <a:pt x="6736" y="3870"/>
                  </a:cubicBezTo>
                  <a:cubicBezTo>
                    <a:pt x="7081" y="3870"/>
                    <a:pt x="7169" y="3691"/>
                    <a:pt x="7169" y="3691"/>
                  </a:cubicBezTo>
                  <a:cubicBezTo>
                    <a:pt x="7735" y="2448"/>
                    <a:pt x="7105" y="2379"/>
                    <a:pt x="6957" y="2379"/>
                  </a:cubicBezTo>
                  <a:cubicBezTo>
                    <a:pt x="6938" y="2379"/>
                    <a:pt x="6928" y="2380"/>
                    <a:pt x="6928" y="2380"/>
                  </a:cubicBezTo>
                  <a:cubicBezTo>
                    <a:pt x="6928" y="2380"/>
                    <a:pt x="7198" y="2073"/>
                    <a:pt x="7045" y="1926"/>
                  </a:cubicBezTo>
                  <a:cubicBezTo>
                    <a:pt x="7007" y="1882"/>
                    <a:pt x="6946" y="1864"/>
                    <a:pt x="6870" y="1864"/>
                  </a:cubicBezTo>
                  <a:cubicBezTo>
                    <a:pt x="6518" y="1864"/>
                    <a:pt x="5858" y="2256"/>
                    <a:pt x="5858" y="2256"/>
                  </a:cubicBezTo>
                  <a:cubicBezTo>
                    <a:pt x="5858" y="2256"/>
                    <a:pt x="4211" y="2256"/>
                    <a:pt x="2622" y="2043"/>
                  </a:cubicBezTo>
                  <a:cubicBezTo>
                    <a:pt x="2468" y="1282"/>
                    <a:pt x="2314" y="608"/>
                    <a:pt x="21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1" name="Google Shape;1031;p45"/>
            <p:cNvSpPr/>
            <p:nvPr/>
          </p:nvSpPr>
          <p:spPr>
            <a:xfrm>
              <a:off x="1204804" y="3086150"/>
              <a:ext cx="628108" cy="326195"/>
            </a:xfrm>
            <a:custGeom>
              <a:avLst/>
              <a:gdLst/>
              <a:ahLst/>
              <a:cxnLst/>
              <a:rect l="l" t="t" r="r" b="b"/>
              <a:pathLst>
                <a:path w="7631" h="3963" extrusionOk="0">
                  <a:moveTo>
                    <a:pt x="2226" y="1"/>
                  </a:moveTo>
                  <a:cubicBezTo>
                    <a:pt x="2197" y="30"/>
                    <a:pt x="2168" y="59"/>
                    <a:pt x="2168" y="89"/>
                  </a:cubicBezTo>
                  <a:cubicBezTo>
                    <a:pt x="2351" y="762"/>
                    <a:pt x="2534" y="1465"/>
                    <a:pt x="2658" y="2102"/>
                  </a:cubicBezTo>
                  <a:cubicBezTo>
                    <a:pt x="2658" y="2132"/>
                    <a:pt x="2658" y="2168"/>
                    <a:pt x="2688" y="2168"/>
                  </a:cubicBezTo>
                  <a:cubicBezTo>
                    <a:pt x="4277" y="2381"/>
                    <a:pt x="5953" y="2381"/>
                    <a:pt x="5953" y="2381"/>
                  </a:cubicBezTo>
                  <a:lnTo>
                    <a:pt x="5983" y="2381"/>
                  </a:lnTo>
                  <a:cubicBezTo>
                    <a:pt x="6310" y="2205"/>
                    <a:pt x="6763" y="1984"/>
                    <a:pt x="6997" y="1984"/>
                  </a:cubicBezTo>
                  <a:cubicBezTo>
                    <a:pt x="7045" y="1984"/>
                    <a:pt x="7084" y="1993"/>
                    <a:pt x="7110" y="2014"/>
                  </a:cubicBezTo>
                  <a:cubicBezTo>
                    <a:pt x="7169" y="2102"/>
                    <a:pt x="7052" y="2315"/>
                    <a:pt x="6957" y="2410"/>
                  </a:cubicBezTo>
                  <a:cubicBezTo>
                    <a:pt x="6957" y="2410"/>
                    <a:pt x="6927" y="2439"/>
                    <a:pt x="6957" y="2468"/>
                  </a:cubicBezTo>
                  <a:cubicBezTo>
                    <a:pt x="6957" y="2498"/>
                    <a:pt x="6986" y="2498"/>
                    <a:pt x="7023" y="2498"/>
                  </a:cubicBezTo>
                  <a:cubicBezTo>
                    <a:pt x="7023" y="2498"/>
                    <a:pt x="7035" y="2496"/>
                    <a:pt x="7056" y="2496"/>
                  </a:cubicBezTo>
                  <a:cubicBezTo>
                    <a:pt x="7120" y="2496"/>
                    <a:pt x="7263" y="2513"/>
                    <a:pt x="7352" y="2651"/>
                  </a:cubicBezTo>
                  <a:cubicBezTo>
                    <a:pt x="7447" y="2776"/>
                    <a:pt x="7506" y="3047"/>
                    <a:pt x="7206" y="3721"/>
                  </a:cubicBezTo>
                  <a:cubicBezTo>
                    <a:pt x="7206" y="3721"/>
                    <a:pt x="7132" y="3852"/>
                    <a:pt x="6842" y="3852"/>
                  </a:cubicBezTo>
                  <a:cubicBezTo>
                    <a:pt x="6629" y="3852"/>
                    <a:pt x="6301" y="3782"/>
                    <a:pt x="5800" y="3537"/>
                  </a:cubicBezTo>
                  <a:cubicBezTo>
                    <a:pt x="5780" y="3537"/>
                    <a:pt x="5774" y="3524"/>
                    <a:pt x="5771" y="3524"/>
                  </a:cubicBezTo>
                  <a:cubicBezTo>
                    <a:pt x="5770" y="3524"/>
                    <a:pt x="5770" y="3528"/>
                    <a:pt x="5770" y="3537"/>
                  </a:cubicBezTo>
                  <a:cubicBezTo>
                    <a:pt x="5748" y="3537"/>
                    <a:pt x="4679" y="3810"/>
                    <a:pt x="3189" y="3810"/>
                  </a:cubicBezTo>
                  <a:cubicBezTo>
                    <a:pt x="2740" y="3810"/>
                    <a:pt x="2252" y="3785"/>
                    <a:pt x="1743" y="3721"/>
                  </a:cubicBezTo>
                  <a:cubicBezTo>
                    <a:pt x="1494" y="3721"/>
                    <a:pt x="1011" y="3142"/>
                    <a:pt x="886" y="2835"/>
                  </a:cubicBezTo>
                  <a:cubicBezTo>
                    <a:pt x="798" y="2717"/>
                    <a:pt x="396" y="1619"/>
                    <a:pt x="154" y="425"/>
                  </a:cubicBezTo>
                  <a:cubicBezTo>
                    <a:pt x="125" y="396"/>
                    <a:pt x="96" y="367"/>
                    <a:pt x="66" y="367"/>
                  </a:cubicBezTo>
                  <a:cubicBezTo>
                    <a:pt x="30" y="396"/>
                    <a:pt x="0" y="425"/>
                    <a:pt x="30" y="455"/>
                  </a:cubicBezTo>
                  <a:cubicBezTo>
                    <a:pt x="279" y="1678"/>
                    <a:pt x="674" y="2776"/>
                    <a:pt x="762" y="2900"/>
                  </a:cubicBezTo>
                  <a:cubicBezTo>
                    <a:pt x="916" y="3201"/>
                    <a:pt x="1406" y="3816"/>
                    <a:pt x="1743" y="3845"/>
                  </a:cubicBezTo>
                  <a:cubicBezTo>
                    <a:pt x="2240" y="3910"/>
                    <a:pt x="2718" y="3935"/>
                    <a:pt x="3161" y="3935"/>
                  </a:cubicBezTo>
                  <a:cubicBezTo>
                    <a:pt x="4563" y="3935"/>
                    <a:pt x="5609" y="3684"/>
                    <a:pt x="5770" y="3662"/>
                  </a:cubicBezTo>
                  <a:cubicBezTo>
                    <a:pt x="6254" y="3904"/>
                    <a:pt x="6591" y="3962"/>
                    <a:pt x="6839" y="3962"/>
                  </a:cubicBezTo>
                  <a:cubicBezTo>
                    <a:pt x="6957" y="3962"/>
                    <a:pt x="7023" y="3962"/>
                    <a:pt x="7081" y="3933"/>
                  </a:cubicBezTo>
                  <a:cubicBezTo>
                    <a:pt x="7264" y="3874"/>
                    <a:pt x="7323" y="3779"/>
                    <a:pt x="7323" y="3779"/>
                  </a:cubicBezTo>
                  <a:cubicBezTo>
                    <a:pt x="7572" y="3201"/>
                    <a:pt x="7630" y="2805"/>
                    <a:pt x="7447" y="2564"/>
                  </a:cubicBezTo>
                  <a:cubicBezTo>
                    <a:pt x="7352" y="2439"/>
                    <a:pt x="7235" y="2410"/>
                    <a:pt x="7140" y="2381"/>
                  </a:cubicBezTo>
                  <a:cubicBezTo>
                    <a:pt x="7206" y="2256"/>
                    <a:pt x="7323" y="2073"/>
                    <a:pt x="7206" y="1948"/>
                  </a:cubicBezTo>
                  <a:cubicBezTo>
                    <a:pt x="7155" y="1899"/>
                    <a:pt x="7081" y="1879"/>
                    <a:pt x="6993" y="1879"/>
                  </a:cubicBezTo>
                  <a:cubicBezTo>
                    <a:pt x="6649" y="1879"/>
                    <a:pt x="6099" y="2186"/>
                    <a:pt x="5953" y="2256"/>
                  </a:cubicBezTo>
                  <a:cubicBezTo>
                    <a:pt x="5770" y="2256"/>
                    <a:pt x="4240" y="2256"/>
                    <a:pt x="2746" y="2044"/>
                  </a:cubicBezTo>
                  <a:cubicBezTo>
                    <a:pt x="2629" y="1399"/>
                    <a:pt x="2475" y="733"/>
                    <a:pt x="2292" y="59"/>
                  </a:cubicBezTo>
                  <a:cubicBezTo>
                    <a:pt x="2292" y="30"/>
                    <a:pt x="2263" y="1"/>
                    <a:pt x="2226"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2" name="Google Shape;1032;p45"/>
            <p:cNvSpPr/>
            <p:nvPr/>
          </p:nvSpPr>
          <p:spPr>
            <a:xfrm>
              <a:off x="1169821" y="2854690"/>
              <a:ext cx="253844" cy="297798"/>
            </a:xfrm>
            <a:custGeom>
              <a:avLst/>
              <a:gdLst/>
              <a:ahLst/>
              <a:cxnLst/>
              <a:rect l="l" t="t" r="r" b="b"/>
              <a:pathLst>
                <a:path w="3084" h="3618" extrusionOk="0">
                  <a:moveTo>
                    <a:pt x="1619" y="1"/>
                  </a:moveTo>
                  <a:lnTo>
                    <a:pt x="1" y="2930"/>
                  </a:lnTo>
                  <a:lnTo>
                    <a:pt x="1" y="3421"/>
                  </a:lnTo>
                  <a:cubicBezTo>
                    <a:pt x="1" y="3421"/>
                    <a:pt x="626" y="3618"/>
                    <a:pt x="1362" y="3618"/>
                  </a:cubicBezTo>
                  <a:cubicBezTo>
                    <a:pt x="1955" y="3618"/>
                    <a:pt x="2619" y="3489"/>
                    <a:pt x="3083" y="3025"/>
                  </a:cubicBezTo>
                  <a:cubicBezTo>
                    <a:pt x="3083" y="3025"/>
                    <a:pt x="2900" y="38"/>
                    <a:pt x="16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3" name="Google Shape;1033;p45"/>
            <p:cNvSpPr/>
            <p:nvPr/>
          </p:nvSpPr>
          <p:spPr>
            <a:xfrm>
              <a:off x="1165047" y="2849916"/>
              <a:ext cx="263392" cy="306276"/>
            </a:xfrm>
            <a:custGeom>
              <a:avLst/>
              <a:gdLst/>
              <a:ahLst/>
              <a:cxnLst/>
              <a:rect l="l" t="t" r="r" b="b"/>
              <a:pathLst>
                <a:path w="3200" h="3720" extrusionOk="0">
                  <a:moveTo>
                    <a:pt x="1677" y="0"/>
                  </a:moveTo>
                  <a:cubicBezTo>
                    <a:pt x="1648" y="0"/>
                    <a:pt x="1611" y="30"/>
                    <a:pt x="1611" y="59"/>
                  </a:cubicBezTo>
                  <a:cubicBezTo>
                    <a:pt x="1611" y="96"/>
                    <a:pt x="1648" y="125"/>
                    <a:pt x="1677" y="125"/>
                  </a:cubicBezTo>
                  <a:cubicBezTo>
                    <a:pt x="2805" y="125"/>
                    <a:pt x="3075" y="2746"/>
                    <a:pt x="3075" y="3054"/>
                  </a:cubicBezTo>
                  <a:cubicBezTo>
                    <a:pt x="2612" y="3488"/>
                    <a:pt x="1959" y="3606"/>
                    <a:pt x="1380" y="3606"/>
                  </a:cubicBezTo>
                  <a:cubicBezTo>
                    <a:pt x="779" y="3606"/>
                    <a:pt x="259" y="3479"/>
                    <a:pt x="117" y="3449"/>
                  </a:cubicBezTo>
                  <a:lnTo>
                    <a:pt x="117" y="2988"/>
                  </a:lnTo>
                  <a:cubicBezTo>
                    <a:pt x="117" y="2959"/>
                    <a:pt x="88" y="2929"/>
                    <a:pt x="59" y="2929"/>
                  </a:cubicBezTo>
                  <a:cubicBezTo>
                    <a:pt x="29" y="2929"/>
                    <a:pt x="0" y="2959"/>
                    <a:pt x="0" y="2988"/>
                  </a:cubicBezTo>
                  <a:lnTo>
                    <a:pt x="0" y="3479"/>
                  </a:lnTo>
                  <a:cubicBezTo>
                    <a:pt x="0" y="3508"/>
                    <a:pt x="29" y="3537"/>
                    <a:pt x="29" y="3537"/>
                  </a:cubicBezTo>
                  <a:cubicBezTo>
                    <a:pt x="88" y="3574"/>
                    <a:pt x="696" y="3720"/>
                    <a:pt x="1399" y="3720"/>
                  </a:cubicBezTo>
                  <a:cubicBezTo>
                    <a:pt x="2014" y="3720"/>
                    <a:pt x="2709" y="3603"/>
                    <a:pt x="3200" y="3112"/>
                  </a:cubicBezTo>
                  <a:lnTo>
                    <a:pt x="3200" y="3083"/>
                  </a:lnTo>
                  <a:cubicBezTo>
                    <a:pt x="3200" y="2959"/>
                    <a:pt x="2988" y="30"/>
                    <a:pt x="167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034" name="Google Shape;1034;p45"/>
          <p:cNvGrpSpPr/>
          <p:nvPr/>
        </p:nvGrpSpPr>
        <p:grpSpPr>
          <a:xfrm>
            <a:off x="1073396" y="3449850"/>
            <a:ext cx="7028611" cy="1194749"/>
            <a:chOff x="1073396" y="3449850"/>
            <a:chExt cx="7028611" cy="1194749"/>
          </a:xfrm>
        </p:grpSpPr>
        <p:sp>
          <p:nvSpPr>
            <p:cNvPr id="1035" name="Google Shape;1035;p45"/>
            <p:cNvSpPr/>
            <p:nvPr/>
          </p:nvSpPr>
          <p:spPr>
            <a:xfrm>
              <a:off x="7779020" y="4544921"/>
              <a:ext cx="152356" cy="56300"/>
            </a:xfrm>
            <a:custGeom>
              <a:avLst/>
              <a:gdLst/>
              <a:ahLst/>
              <a:cxnLst/>
              <a:rect l="l" t="t" r="r" b="b"/>
              <a:pathLst>
                <a:path w="1851" h="684" extrusionOk="0">
                  <a:moveTo>
                    <a:pt x="964" y="0"/>
                  </a:moveTo>
                  <a:cubicBezTo>
                    <a:pt x="841" y="0"/>
                    <a:pt x="718" y="10"/>
                    <a:pt x="599" y="31"/>
                  </a:cubicBezTo>
                  <a:lnTo>
                    <a:pt x="570" y="155"/>
                  </a:lnTo>
                  <a:cubicBezTo>
                    <a:pt x="386" y="185"/>
                    <a:pt x="203" y="214"/>
                    <a:pt x="20" y="243"/>
                  </a:cubicBezTo>
                  <a:cubicBezTo>
                    <a:pt x="1" y="535"/>
                    <a:pt x="452" y="683"/>
                    <a:pt x="927" y="683"/>
                  </a:cubicBezTo>
                  <a:cubicBezTo>
                    <a:pt x="1156" y="683"/>
                    <a:pt x="1390" y="649"/>
                    <a:pt x="1580" y="580"/>
                  </a:cubicBezTo>
                  <a:cubicBezTo>
                    <a:pt x="1668" y="521"/>
                    <a:pt x="1822" y="426"/>
                    <a:pt x="1851" y="338"/>
                  </a:cubicBezTo>
                  <a:cubicBezTo>
                    <a:pt x="1851" y="185"/>
                    <a:pt x="1726" y="126"/>
                    <a:pt x="1609" y="89"/>
                  </a:cubicBezTo>
                  <a:cubicBezTo>
                    <a:pt x="1411" y="33"/>
                    <a:pt x="1188" y="0"/>
                    <a:pt x="96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6" name="Google Shape;1036;p45"/>
            <p:cNvSpPr/>
            <p:nvPr/>
          </p:nvSpPr>
          <p:spPr>
            <a:xfrm>
              <a:off x="7949651" y="4589287"/>
              <a:ext cx="152356" cy="55312"/>
            </a:xfrm>
            <a:custGeom>
              <a:avLst/>
              <a:gdLst/>
              <a:ahLst/>
              <a:cxnLst/>
              <a:rect l="l" t="t" r="r" b="b"/>
              <a:pathLst>
                <a:path w="1851" h="672" extrusionOk="0">
                  <a:moveTo>
                    <a:pt x="1063" y="0"/>
                  </a:moveTo>
                  <a:cubicBezTo>
                    <a:pt x="909" y="0"/>
                    <a:pt x="753" y="15"/>
                    <a:pt x="605" y="41"/>
                  </a:cubicBezTo>
                  <a:lnTo>
                    <a:pt x="569" y="165"/>
                  </a:lnTo>
                  <a:cubicBezTo>
                    <a:pt x="386" y="195"/>
                    <a:pt x="203" y="224"/>
                    <a:pt x="20" y="253"/>
                  </a:cubicBezTo>
                  <a:cubicBezTo>
                    <a:pt x="0" y="536"/>
                    <a:pt x="427" y="672"/>
                    <a:pt x="887" y="672"/>
                  </a:cubicBezTo>
                  <a:cubicBezTo>
                    <a:pt x="1129" y="672"/>
                    <a:pt x="1380" y="634"/>
                    <a:pt x="1579" y="561"/>
                  </a:cubicBezTo>
                  <a:cubicBezTo>
                    <a:pt x="1667" y="532"/>
                    <a:pt x="1821" y="436"/>
                    <a:pt x="1850" y="319"/>
                  </a:cubicBezTo>
                  <a:cubicBezTo>
                    <a:pt x="1850" y="195"/>
                    <a:pt x="1733" y="100"/>
                    <a:pt x="1609" y="70"/>
                  </a:cubicBezTo>
                  <a:cubicBezTo>
                    <a:pt x="1439" y="22"/>
                    <a:pt x="1252" y="0"/>
                    <a:pt x="1063"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7" name="Google Shape;1037;p45"/>
            <p:cNvSpPr/>
            <p:nvPr/>
          </p:nvSpPr>
          <p:spPr>
            <a:xfrm>
              <a:off x="7745601" y="3477587"/>
              <a:ext cx="90541" cy="188737"/>
            </a:xfrm>
            <a:custGeom>
              <a:avLst/>
              <a:gdLst/>
              <a:ahLst/>
              <a:cxnLst/>
              <a:rect l="l" t="t" r="r" b="b"/>
              <a:pathLst>
                <a:path w="1100" h="2293" extrusionOk="0">
                  <a:moveTo>
                    <a:pt x="733" y="1"/>
                  </a:moveTo>
                  <a:lnTo>
                    <a:pt x="1" y="184"/>
                  </a:lnTo>
                  <a:lnTo>
                    <a:pt x="433" y="2292"/>
                  </a:lnTo>
                  <a:cubicBezTo>
                    <a:pt x="645" y="2168"/>
                    <a:pt x="857" y="2044"/>
                    <a:pt x="1099" y="1890"/>
                  </a:cubicBezTo>
                  <a:lnTo>
                    <a:pt x="73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8" name="Google Shape;1038;p45"/>
            <p:cNvSpPr/>
            <p:nvPr/>
          </p:nvSpPr>
          <p:spPr>
            <a:xfrm>
              <a:off x="7735477" y="3472731"/>
              <a:ext cx="100665" cy="198449"/>
            </a:xfrm>
            <a:custGeom>
              <a:avLst/>
              <a:gdLst/>
              <a:ahLst/>
              <a:cxnLst/>
              <a:rect l="l" t="t" r="r" b="b"/>
              <a:pathLst>
                <a:path w="1223" h="2411" extrusionOk="0">
                  <a:moveTo>
                    <a:pt x="732" y="155"/>
                  </a:moveTo>
                  <a:lnTo>
                    <a:pt x="1069" y="1919"/>
                  </a:lnTo>
                  <a:cubicBezTo>
                    <a:pt x="915" y="2044"/>
                    <a:pt x="732" y="2168"/>
                    <a:pt x="520" y="2256"/>
                  </a:cubicBezTo>
                  <a:lnTo>
                    <a:pt x="154" y="301"/>
                  </a:lnTo>
                  <a:lnTo>
                    <a:pt x="732" y="155"/>
                  </a:lnTo>
                  <a:close/>
                  <a:moveTo>
                    <a:pt x="762" y="1"/>
                  </a:moveTo>
                  <a:lnTo>
                    <a:pt x="59" y="184"/>
                  </a:lnTo>
                  <a:cubicBezTo>
                    <a:pt x="29" y="184"/>
                    <a:pt x="0" y="213"/>
                    <a:pt x="29" y="243"/>
                  </a:cubicBezTo>
                  <a:lnTo>
                    <a:pt x="425" y="2351"/>
                  </a:lnTo>
                  <a:cubicBezTo>
                    <a:pt x="425" y="2381"/>
                    <a:pt x="425" y="2381"/>
                    <a:pt x="461" y="2410"/>
                  </a:cubicBezTo>
                  <a:lnTo>
                    <a:pt x="491" y="2410"/>
                  </a:lnTo>
                  <a:cubicBezTo>
                    <a:pt x="762" y="2286"/>
                    <a:pt x="974" y="2132"/>
                    <a:pt x="1194" y="1985"/>
                  </a:cubicBezTo>
                  <a:cubicBezTo>
                    <a:pt x="1194" y="1985"/>
                    <a:pt x="1223" y="1949"/>
                    <a:pt x="1223" y="1919"/>
                  </a:cubicBezTo>
                  <a:lnTo>
                    <a:pt x="857" y="60"/>
                  </a:lnTo>
                  <a:cubicBezTo>
                    <a:pt x="857" y="30"/>
                    <a:pt x="828" y="30"/>
                    <a:pt x="828" y="30"/>
                  </a:cubicBezTo>
                  <a:cubicBezTo>
                    <a:pt x="828" y="1"/>
                    <a:pt x="791" y="1"/>
                    <a:pt x="7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39" name="Google Shape;1039;p45"/>
            <p:cNvSpPr/>
            <p:nvPr/>
          </p:nvSpPr>
          <p:spPr>
            <a:xfrm>
              <a:off x="7781160" y="3633074"/>
              <a:ext cx="238781" cy="997844"/>
            </a:xfrm>
            <a:custGeom>
              <a:avLst/>
              <a:gdLst/>
              <a:ahLst/>
              <a:cxnLst/>
              <a:rect l="l" t="t" r="r" b="b"/>
              <a:pathLst>
                <a:path w="2901" h="12123" extrusionOk="0">
                  <a:moveTo>
                    <a:pt x="667" y="1"/>
                  </a:moveTo>
                  <a:cubicBezTo>
                    <a:pt x="425" y="155"/>
                    <a:pt x="213" y="279"/>
                    <a:pt x="1" y="403"/>
                  </a:cubicBezTo>
                  <a:lnTo>
                    <a:pt x="2227" y="12083"/>
                  </a:lnTo>
                  <a:cubicBezTo>
                    <a:pt x="2310" y="12110"/>
                    <a:pt x="2383" y="12122"/>
                    <a:pt x="2448" y="12122"/>
                  </a:cubicBezTo>
                  <a:cubicBezTo>
                    <a:pt x="2811" y="12122"/>
                    <a:pt x="2900" y="11753"/>
                    <a:pt x="2900" y="11753"/>
                  </a:cubicBezTo>
                  <a:lnTo>
                    <a:pt x="6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0" name="Google Shape;1040;p45"/>
            <p:cNvSpPr/>
            <p:nvPr/>
          </p:nvSpPr>
          <p:spPr>
            <a:xfrm>
              <a:off x="7773340" y="3628300"/>
              <a:ext cx="251457" cy="1007145"/>
            </a:xfrm>
            <a:custGeom>
              <a:avLst/>
              <a:gdLst/>
              <a:ahLst/>
              <a:cxnLst/>
              <a:rect l="l" t="t" r="r" b="b"/>
              <a:pathLst>
                <a:path w="3055" h="12236" extrusionOk="0">
                  <a:moveTo>
                    <a:pt x="704" y="154"/>
                  </a:moveTo>
                  <a:lnTo>
                    <a:pt x="2930" y="11811"/>
                  </a:lnTo>
                  <a:cubicBezTo>
                    <a:pt x="2900" y="11840"/>
                    <a:pt x="2842" y="11994"/>
                    <a:pt x="2717" y="12082"/>
                  </a:cubicBezTo>
                  <a:cubicBezTo>
                    <a:pt x="2666" y="12099"/>
                    <a:pt x="2604" y="12116"/>
                    <a:pt x="2530" y="12116"/>
                  </a:cubicBezTo>
                  <a:cubicBezTo>
                    <a:pt x="2476" y="12116"/>
                    <a:pt x="2416" y="12107"/>
                    <a:pt x="2351" y="12082"/>
                  </a:cubicBezTo>
                  <a:lnTo>
                    <a:pt x="154" y="491"/>
                  </a:lnTo>
                  <a:cubicBezTo>
                    <a:pt x="367" y="396"/>
                    <a:pt x="550" y="278"/>
                    <a:pt x="704" y="154"/>
                  </a:cubicBezTo>
                  <a:close/>
                  <a:moveTo>
                    <a:pt x="704" y="0"/>
                  </a:moveTo>
                  <a:cubicBezTo>
                    <a:pt x="520" y="154"/>
                    <a:pt x="308" y="278"/>
                    <a:pt x="66" y="396"/>
                  </a:cubicBezTo>
                  <a:cubicBezTo>
                    <a:pt x="30" y="396"/>
                    <a:pt x="1" y="425"/>
                    <a:pt x="30" y="461"/>
                  </a:cubicBezTo>
                  <a:lnTo>
                    <a:pt x="2263" y="12141"/>
                  </a:lnTo>
                  <a:cubicBezTo>
                    <a:pt x="2263" y="12177"/>
                    <a:pt x="2263" y="12177"/>
                    <a:pt x="2292" y="12177"/>
                  </a:cubicBezTo>
                  <a:cubicBezTo>
                    <a:pt x="2380" y="12236"/>
                    <a:pt x="2476" y="12236"/>
                    <a:pt x="2534" y="12236"/>
                  </a:cubicBezTo>
                  <a:cubicBezTo>
                    <a:pt x="2629" y="12236"/>
                    <a:pt x="2717" y="12236"/>
                    <a:pt x="2776" y="12177"/>
                  </a:cubicBezTo>
                  <a:cubicBezTo>
                    <a:pt x="2995" y="12082"/>
                    <a:pt x="3054" y="11811"/>
                    <a:pt x="3054" y="11811"/>
                  </a:cubicBezTo>
                  <a:lnTo>
                    <a:pt x="3054" y="11775"/>
                  </a:lnTo>
                  <a:lnTo>
                    <a:pt x="828" y="29"/>
                  </a:lnTo>
                  <a:cubicBezTo>
                    <a:pt x="799" y="29"/>
                    <a:pt x="799" y="0"/>
                    <a:pt x="76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1" name="Google Shape;1041;p45"/>
            <p:cNvSpPr/>
            <p:nvPr/>
          </p:nvSpPr>
          <p:spPr>
            <a:xfrm>
              <a:off x="7574559" y="3477587"/>
              <a:ext cx="85602" cy="180917"/>
            </a:xfrm>
            <a:custGeom>
              <a:avLst/>
              <a:gdLst/>
              <a:ahLst/>
              <a:cxnLst/>
              <a:rect l="l" t="t" r="r" b="b"/>
              <a:pathLst>
                <a:path w="1040" h="2198" extrusionOk="0">
                  <a:moveTo>
                    <a:pt x="703" y="1"/>
                  </a:moveTo>
                  <a:lnTo>
                    <a:pt x="0" y="184"/>
                  </a:lnTo>
                  <a:lnTo>
                    <a:pt x="403" y="2197"/>
                  </a:lnTo>
                  <a:cubicBezTo>
                    <a:pt x="615" y="2109"/>
                    <a:pt x="828" y="1985"/>
                    <a:pt x="1040" y="1831"/>
                  </a:cubicBezTo>
                  <a:lnTo>
                    <a:pt x="7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2" name="Google Shape;1042;p45"/>
            <p:cNvSpPr/>
            <p:nvPr/>
          </p:nvSpPr>
          <p:spPr>
            <a:xfrm>
              <a:off x="7569702" y="3472731"/>
              <a:ext cx="95315" cy="190548"/>
            </a:xfrm>
            <a:custGeom>
              <a:avLst/>
              <a:gdLst/>
              <a:ahLst/>
              <a:cxnLst/>
              <a:rect l="l" t="t" r="r" b="b"/>
              <a:pathLst>
                <a:path w="1158" h="2315" extrusionOk="0">
                  <a:moveTo>
                    <a:pt x="703" y="155"/>
                  </a:moveTo>
                  <a:lnTo>
                    <a:pt x="1040" y="1861"/>
                  </a:lnTo>
                  <a:cubicBezTo>
                    <a:pt x="887" y="1985"/>
                    <a:pt x="703" y="2073"/>
                    <a:pt x="491" y="2168"/>
                  </a:cubicBezTo>
                  <a:lnTo>
                    <a:pt x="154" y="272"/>
                  </a:lnTo>
                  <a:lnTo>
                    <a:pt x="703" y="155"/>
                  </a:lnTo>
                  <a:close/>
                  <a:moveTo>
                    <a:pt x="762" y="1"/>
                  </a:moveTo>
                  <a:lnTo>
                    <a:pt x="59" y="184"/>
                  </a:lnTo>
                  <a:cubicBezTo>
                    <a:pt x="30" y="184"/>
                    <a:pt x="0" y="213"/>
                    <a:pt x="0" y="243"/>
                  </a:cubicBezTo>
                  <a:lnTo>
                    <a:pt x="396" y="2286"/>
                  </a:lnTo>
                  <a:lnTo>
                    <a:pt x="425" y="2315"/>
                  </a:lnTo>
                  <a:lnTo>
                    <a:pt x="491" y="2315"/>
                  </a:lnTo>
                  <a:cubicBezTo>
                    <a:pt x="733" y="2198"/>
                    <a:pt x="945" y="2073"/>
                    <a:pt x="1128" y="1919"/>
                  </a:cubicBezTo>
                  <a:cubicBezTo>
                    <a:pt x="1157" y="1919"/>
                    <a:pt x="1157" y="1890"/>
                    <a:pt x="1157" y="1861"/>
                  </a:cubicBezTo>
                  <a:lnTo>
                    <a:pt x="828" y="60"/>
                  </a:lnTo>
                  <a:cubicBezTo>
                    <a:pt x="828" y="30"/>
                    <a:pt x="828" y="30"/>
                    <a:pt x="791" y="30"/>
                  </a:cubicBezTo>
                  <a:cubicBezTo>
                    <a:pt x="791" y="1"/>
                    <a:pt x="762" y="1"/>
                    <a:pt x="7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3" name="Google Shape;1043;p45"/>
            <p:cNvSpPr/>
            <p:nvPr/>
          </p:nvSpPr>
          <p:spPr>
            <a:xfrm>
              <a:off x="7612998" y="3628300"/>
              <a:ext cx="230962" cy="961381"/>
            </a:xfrm>
            <a:custGeom>
              <a:avLst/>
              <a:gdLst/>
              <a:ahLst/>
              <a:cxnLst/>
              <a:rect l="l" t="t" r="r" b="b"/>
              <a:pathLst>
                <a:path w="2806" h="11680" extrusionOk="0">
                  <a:moveTo>
                    <a:pt x="638" y="0"/>
                  </a:moveTo>
                  <a:cubicBezTo>
                    <a:pt x="426" y="154"/>
                    <a:pt x="213" y="278"/>
                    <a:pt x="1" y="366"/>
                  </a:cubicBezTo>
                  <a:lnTo>
                    <a:pt x="2132" y="11628"/>
                  </a:lnTo>
                  <a:cubicBezTo>
                    <a:pt x="2225" y="11664"/>
                    <a:pt x="2306" y="11679"/>
                    <a:pt x="2376" y="11679"/>
                  </a:cubicBezTo>
                  <a:cubicBezTo>
                    <a:pt x="2719" y="11679"/>
                    <a:pt x="2805" y="11321"/>
                    <a:pt x="2805" y="11321"/>
                  </a:cubicBezTo>
                  <a:lnTo>
                    <a:pt x="6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4" name="Google Shape;1044;p45"/>
            <p:cNvSpPr/>
            <p:nvPr/>
          </p:nvSpPr>
          <p:spPr>
            <a:xfrm>
              <a:off x="7607565" y="3622373"/>
              <a:ext cx="241168" cy="972740"/>
            </a:xfrm>
            <a:custGeom>
              <a:avLst/>
              <a:gdLst/>
              <a:ahLst/>
              <a:cxnLst/>
              <a:rect l="l" t="t" r="r" b="b"/>
              <a:pathLst>
                <a:path w="2930" h="11818" extrusionOk="0">
                  <a:moveTo>
                    <a:pt x="675" y="167"/>
                  </a:moveTo>
                  <a:lnTo>
                    <a:pt x="2813" y="11393"/>
                  </a:lnTo>
                  <a:cubicBezTo>
                    <a:pt x="2776" y="11422"/>
                    <a:pt x="2718" y="11576"/>
                    <a:pt x="2593" y="11634"/>
                  </a:cubicBezTo>
                  <a:cubicBezTo>
                    <a:pt x="2543" y="11672"/>
                    <a:pt x="2480" y="11688"/>
                    <a:pt x="2414" y="11688"/>
                  </a:cubicBezTo>
                  <a:cubicBezTo>
                    <a:pt x="2365" y="11688"/>
                    <a:pt x="2314" y="11679"/>
                    <a:pt x="2264" y="11663"/>
                  </a:cubicBezTo>
                  <a:lnTo>
                    <a:pt x="125" y="468"/>
                  </a:lnTo>
                  <a:cubicBezTo>
                    <a:pt x="338" y="380"/>
                    <a:pt x="492" y="285"/>
                    <a:pt x="675" y="167"/>
                  </a:cubicBezTo>
                  <a:close/>
                  <a:moveTo>
                    <a:pt x="711" y="1"/>
                  </a:moveTo>
                  <a:cubicBezTo>
                    <a:pt x="701" y="1"/>
                    <a:pt x="694" y="14"/>
                    <a:pt x="675" y="14"/>
                  </a:cubicBezTo>
                  <a:cubicBezTo>
                    <a:pt x="492" y="167"/>
                    <a:pt x="279" y="285"/>
                    <a:pt x="30" y="380"/>
                  </a:cubicBezTo>
                  <a:cubicBezTo>
                    <a:pt x="1" y="409"/>
                    <a:pt x="1" y="438"/>
                    <a:pt x="1" y="468"/>
                  </a:cubicBezTo>
                  <a:lnTo>
                    <a:pt x="2139" y="11700"/>
                  </a:lnTo>
                  <a:cubicBezTo>
                    <a:pt x="2168" y="11729"/>
                    <a:pt x="2168" y="11759"/>
                    <a:pt x="2198" y="11759"/>
                  </a:cubicBezTo>
                  <a:cubicBezTo>
                    <a:pt x="2293" y="11788"/>
                    <a:pt x="2351" y="11817"/>
                    <a:pt x="2447" y="11817"/>
                  </a:cubicBezTo>
                  <a:cubicBezTo>
                    <a:pt x="2505" y="11817"/>
                    <a:pt x="2593" y="11788"/>
                    <a:pt x="2659" y="11759"/>
                  </a:cubicBezTo>
                  <a:cubicBezTo>
                    <a:pt x="2871" y="11634"/>
                    <a:pt x="2930" y="11393"/>
                    <a:pt x="2930" y="11393"/>
                  </a:cubicBezTo>
                  <a:lnTo>
                    <a:pt x="2930" y="11363"/>
                  </a:lnTo>
                  <a:lnTo>
                    <a:pt x="762" y="43"/>
                  </a:lnTo>
                  <a:cubicBezTo>
                    <a:pt x="762" y="43"/>
                    <a:pt x="762" y="14"/>
                    <a:pt x="733" y="14"/>
                  </a:cubicBezTo>
                  <a:cubicBezTo>
                    <a:pt x="723" y="4"/>
                    <a:pt x="717" y="1"/>
                    <a:pt x="711"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1045" name="Google Shape;1045;p45"/>
            <p:cNvGrpSpPr/>
            <p:nvPr/>
          </p:nvGrpSpPr>
          <p:grpSpPr>
            <a:xfrm>
              <a:off x="1073396" y="3472731"/>
              <a:ext cx="446702" cy="1171869"/>
              <a:chOff x="969146" y="3402556"/>
              <a:chExt cx="446702" cy="1171869"/>
            </a:xfrm>
          </p:grpSpPr>
          <p:sp>
            <p:nvSpPr>
              <p:cNvPr id="1046" name="Google Shape;1046;p45"/>
              <p:cNvSpPr/>
              <p:nvPr/>
            </p:nvSpPr>
            <p:spPr>
              <a:xfrm>
                <a:off x="1162990" y="4474746"/>
                <a:ext cx="155154" cy="56300"/>
              </a:xfrm>
              <a:custGeom>
                <a:avLst/>
                <a:gdLst/>
                <a:ahLst/>
                <a:cxnLst/>
                <a:rect l="l" t="t" r="r" b="b"/>
                <a:pathLst>
                  <a:path w="1885" h="684" extrusionOk="0">
                    <a:moveTo>
                      <a:pt x="990" y="0"/>
                    </a:moveTo>
                    <a:cubicBezTo>
                      <a:pt x="871" y="0"/>
                      <a:pt x="752" y="10"/>
                      <a:pt x="633" y="31"/>
                    </a:cubicBezTo>
                    <a:lnTo>
                      <a:pt x="604" y="155"/>
                    </a:lnTo>
                    <a:cubicBezTo>
                      <a:pt x="420" y="185"/>
                      <a:pt x="237" y="214"/>
                      <a:pt x="25" y="243"/>
                    </a:cubicBezTo>
                    <a:cubicBezTo>
                      <a:pt x="0" y="535"/>
                      <a:pt x="453" y="683"/>
                      <a:pt x="928" y="683"/>
                    </a:cubicBezTo>
                    <a:cubicBezTo>
                      <a:pt x="1156" y="683"/>
                      <a:pt x="1390" y="649"/>
                      <a:pt x="1577" y="580"/>
                    </a:cubicBezTo>
                    <a:cubicBezTo>
                      <a:pt x="1702" y="521"/>
                      <a:pt x="1819" y="426"/>
                      <a:pt x="1856" y="338"/>
                    </a:cubicBezTo>
                    <a:cubicBezTo>
                      <a:pt x="1885" y="185"/>
                      <a:pt x="1731" y="126"/>
                      <a:pt x="1636" y="89"/>
                    </a:cubicBezTo>
                    <a:cubicBezTo>
                      <a:pt x="1423" y="33"/>
                      <a:pt x="1207" y="0"/>
                      <a:pt x="99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7" name="Google Shape;1047;p45"/>
              <p:cNvSpPr/>
              <p:nvPr/>
            </p:nvSpPr>
            <p:spPr>
              <a:xfrm>
                <a:off x="987420" y="4519112"/>
                <a:ext cx="154743" cy="55312"/>
              </a:xfrm>
              <a:custGeom>
                <a:avLst/>
                <a:gdLst/>
                <a:ahLst/>
                <a:cxnLst/>
                <a:rect l="l" t="t" r="r" b="b"/>
                <a:pathLst>
                  <a:path w="1880" h="672" extrusionOk="0">
                    <a:moveTo>
                      <a:pt x="1077" y="0"/>
                    </a:moveTo>
                    <a:cubicBezTo>
                      <a:pt x="922" y="0"/>
                      <a:pt x="763" y="15"/>
                      <a:pt x="598" y="41"/>
                    </a:cubicBezTo>
                    <a:lnTo>
                      <a:pt x="598" y="165"/>
                    </a:lnTo>
                    <a:cubicBezTo>
                      <a:pt x="415" y="195"/>
                      <a:pt x="232" y="224"/>
                      <a:pt x="20" y="253"/>
                    </a:cubicBezTo>
                    <a:cubicBezTo>
                      <a:pt x="1" y="536"/>
                      <a:pt x="425" y="672"/>
                      <a:pt x="882" y="672"/>
                    </a:cubicBezTo>
                    <a:cubicBezTo>
                      <a:pt x="1123" y="672"/>
                      <a:pt x="1373" y="634"/>
                      <a:pt x="1572" y="561"/>
                    </a:cubicBezTo>
                    <a:cubicBezTo>
                      <a:pt x="1697" y="532"/>
                      <a:pt x="1821" y="436"/>
                      <a:pt x="1851" y="319"/>
                    </a:cubicBezTo>
                    <a:cubicBezTo>
                      <a:pt x="1880" y="195"/>
                      <a:pt x="1726" y="100"/>
                      <a:pt x="1638" y="70"/>
                    </a:cubicBezTo>
                    <a:cubicBezTo>
                      <a:pt x="1453" y="22"/>
                      <a:pt x="1267" y="0"/>
                      <a:pt x="107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8" name="Google Shape;1048;p45"/>
              <p:cNvSpPr/>
              <p:nvPr/>
            </p:nvSpPr>
            <p:spPr>
              <a:xfrm>
                <a:off x="1157145" y="3407412"/>
                <a:ext cx="88072" cy="188737"/>
              </a:xfrm>
              <a:custGeom>
                <a:avLst/>
                <a:gdLst/>
                <a:ahLst/>
                <a:cxnLst/>
                <a:rect l="l" t="t" r="r" b="b"/>
                <a:pathLst>
                  <a:path w="1070" h="2293" extrusionOk="0">
                    <a:moveTo>
                      <a:pt x="367" y="1"/>
                    </a:moveTo>
                    <a:lnTo>
                      <a:pt x="1" y="1890"/>
                    </a:lnTo>
                    <a:cubicBezTo>
                      <a:pt x="213" y="2044"/>
                      <a:pt x="426" y="2168"/>
                      <a:pt x="675" y="2292"/>
                    </a:cubicBezTo>
                    <a:lnTo>
                      <a:pt x="1070" y="184"/>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49" name="Google Shape;1049;p45"/>
              <p:cNvSpPr/>
              <p:nvPr/>
            </p:nvSpPr>
            <p:spPr>
              <a:xfrm>
                <a:off x="1152371" y="3402556"/>
                <a:ext cx="97702" cy="198449"/>
              </a:xfrm>
              <a:custGeom>
                <a:avLst/>
                <a:gdLst/>
                <a:ahLst/>
                <a:cxnLst/>
                <a:rect l="l" t="t" r="r" b="b"/>
                <a:pathLst>
                  <a:path w="1187" h="2411" extrusionOk="0">
                    <a:moveTo>
                      <a:pt x="454" y="155"/>
                    </a:moveTo>
                    <a:lnTo>
                      <a:pt x="1069" y="301"/>
                    </a:lnTo>
                    <a:lnTo>
                      <a:pt x="667" y="2256"/>
                    </a:lnTo>
                    <a:cubicBezTo>
                      <a:pt x="484" y="2168"/>
                      <a:pt x="301" y="2044"/>
                      <a:pt x="117" y="1919"/>
                    </a:cubicBezTo>
                    <a:lnTo>
                      <a:pt x="454" y="155"/>
                    </a:lnTo>
                    <a:close/>
                    <a:moveTo>
                      <a:pt x="425" y="1"/>
                    </a:moveTo>
                    <a:cubicBezTo>
                      <a:pt x="425" y="1"/>
                      <a:pt x="396" y="1"/>
                      <a:pt x="366" y="30"/>
                    </a:cubicBezTo>
                    <a:lnTo>
                      <a:pt x="366" y="60"/>
                    </a:lnTo>
                    <a:lnTo>
                      <a:pt x="0" y="1919"/>
                    </a:lnTo>
                    <a:cubicBezTo>
                      <a:pt x="0" y="1949"/>
                      <a:pt x="0" y="1985"/>
                      <a:pt x="30" y="1985"/>
                    </a:cubicBezTo>
                    <a:cubicBezTo>
                      <a:pt x="213" y="2132"/>
                      <a:pt x="454" y="2286"/>
                      <a:pt x="703" y="2410"/>
                    </a:cubicBezTo>
                    <a:lnTo>
                      <a:pt x="762" y="2410"/>
                    </a:lnTo>
                    <a:cubicBezTo>
                      <a:pt x="762" y="2381"/>
                      <a:pt x="791" y="2381"/>
                      <a:pt x="791" y="2351"/>
                    </a:cubicBezTo>
                    <a:lnTo>
                      <a:pt x="1187" y="243"/>
                    </a:lnTo>
                    <a:cubicBezTo>
                      <a:pt x="1187" y="213"/>
                      <a:pt x="1187" y="184"/>
                      <a:pt x="1157" y="184"/>
                    </a:cubicBezTo>
                    <a:lnTo>
                      <a:pt x="42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0" name="Google Shape;1050;p45"/>
              <p:cNvSpPr/>
              <p:nvPr/>
            </p:nvSpPr>
            <p:spPr>
              <a:xfrm>
                <a:off x="973920" y="3562899"/>
                <a:ext cx="238781" cy="997844"/>
              </a:xfrm>
              <a:custGeom>
                <a:avLst/>
                <a:gdLst/>
                <a:ahLst/>
                <a:cxnLst/>
                <a:rect l="l" t="t" r="r" b="b"/>
                <a:pathLst>
                  <a:path w="2901" h="12123" extrusionOk="0">
                    <a:moveTo>
                      <a:pt x="2227" y="1"/>
                    </a:moveTo>
                    <a:lnTo>
                      <a:pt x="1" y="11753"/>
                    </a:lnTo>
                    <a:cubicBezTo>
                      <a:pt x="1" y="11753"/>
                      <a:pt x="90" y="12122"/>
                      <a:pt x="453" y="12122"/>
                    </a:cubicBezTo>
                    <a:cubicBezTo>
                      <a:pt x="518" y="12122"/>
                      <a:pt x="591" y="12110"/>
                      <a:pt x="675" y="12083"/>
                    </a:cubicBezTo>
                    <a:lnTo>
                      <a:pt x="2901" y="403"/>
                    </a:lnTo>
                    <a:cubicBezTo>
                      <a:pt x="2652" y="279"/>
                      <a:pt x="2439" y="155"/>
                      <a:pt x="22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1" name="Google Shape;1051;p45"/>
              <p:cNvSpPr/>
              <p:nvPr/>
            </p:nvSpPr>
            <p:spPr>
              <a:xfrm>
                <a:off x="969146" y="3558125"/>
                <a:ext cx="248412" cy="1007145"/>
              </a:xfrm>
              <a:custGeom>
                <a:avLst/>
                <a:gdLst/>
                <a:ahLst/>
                <a:cxnLst/>
                <a:rect l="l" t="t" r="r" b="b"/>
                <a:pathLst>
                  <a:path w="3018" h="12236" extrusionOk="0">
                    <a:moveTo>
                      <a:pt x="2314" y="154"/>
                    </a:moveTo>
                    <a:cubicBezTo>
                      <a:pt x="2497" y="278"/>
                      <a:pt x="2680" y="396"/>
                      <a:pt x="2893" y="491"/>
                    </a:cubicBezTo>
                    <a:lnTo>
                      <a:pt x="667" y="12082"/>
                    </a:lnTo>
                    <a:cubicBezTo>
                      <a:pt x="617" y="12107"/>
                      <a:pt x="566" y="12116"/>
                      <a:pt x="517" y="12116"/>
                    </a:cubicBezTo>
                    <a:cubicBezTo>
                      <a:pt x="449" y="12116"/>
                      <a:pt x="385" y="12099"/>
                      <a:pt x="330" y="12082"/>
                    </a:cubicBezTo>
                    <a:cubicBezTo>
                      <a:pt x="183" y="11994"/>
                      <a:pt x="117" y="11840"/>
                      <a:pt x="117" y="11811"/>
                    </a:cubicBezTo>
                    <a:lnTo>
                      <a:pt x="2314" y="154"/>
                    </a:lnTo>
                    <a:close/>
                    <a:moveTo>
                      <a:pt x="2256" y="0"/>
                    </a:moveTo>
                    <a:lnTo>
                      <a:pt x="2226" y="29"/>
                    </a:lnTo>
                    <a:lnTo>
                      <a:pt x="0" y="11775"/>
                    </a:lnTo>
                    <a:lnTo>
                      <a:pt x="0" y="11811"/>
                    </a:lnTo>
                    <a:cubicBezTo>
                      <a:pt x="0" y="11811"/>
                      <a:pt x="59" y="12082"/>
                      <a:pt x="271" y="12177"/>
                    </a:cubicBezTo>
                    <a:cubicBezTo>
                      <a:pt x="330" y="12236"/>
                      <a:pt x="396" y="12236"/>
                      <a:pt x="484" y="12236"/>
                    </a:cubicBezTo>
                    <a:cubicBezTo>
                      <a:pt x="579" y="12236"/>
                      <a:pt x="667" y="12236"/>
                      <a:pt x="762" y="12177"/>
                    </a:cubicBezTo>
                    <a:cubicBezTo>
                      <a:pt x="762" y="12177"/>
                      <a:pt x="791" y="12177"/>
                      <a:pt x="791" y="12141"/>
                    </a:cubicBezTo>
                    <a:lnTo>
                      <a:pt x="3017" y="461"/>
                    </a:lnTo>
                    <a:cubicBezTo>
                      <a:pt x="3017" y="425"/>
                      <a:pt x="3017" y="396"/>
                      <a:pt x="2988" y="396"/>
                    </a:cubicBezTo>
                    <a:cubicBezTo>
                      <a:pt x="2746" y="278"/>
                      <a:pt x="2527" y="154"/>
                      <a:pt x="231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2" name="Google Shape;1052;p45"/>
              <p:cNvSpPr/>
              <p:nvPr/>
            </p:nvSpPr>
            <p:spPr>
              <a:xfrm>
                <a:off x="1325308" y="3407412"/>
                <a:ext cx="85685" cy="180917"/>
              </a:xfrm>
              <a:custGeom>
                <a:avLst/>
                <a:gdLst/>
                <a:ahLst/>
                <a:cxnLst/>
                <a:rect l="l" t="t" r="r" b="b"/>
                <a:pathLst>
                  <a:path w="1041" h="2198" extrusionOk="0">
                    <a:moveTo>
                      <a:pt x="367" y="1"/>
                    </a:moveTo>
                    <a:lnTo>
                      <a:pt x="1" y="1831"/>
                    </a:lnTo>
                    <a:cubicBezTo>
                      <a:pt x="213" y="1985"/>
                      <a:pt x="433" y="2109"/>
                      <a:pt x="674" y="2197"/>
                    </a:cubicBezTo>
                    <a:lnTo>
                      <a:pt x="1041" y="184"/>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3" name="Google Shape;1053;p45"/>
              <p:cNvSpPr/>
              <p:nvPr/>
            </p:nvSpPr>
            <p:spPr>
              <a:xfrm>
                <a:off x="1320533" y="3402556"/>
                <a:ext cx="95315" cy="190548"/>
              </a:xfrm>
              <a:custGeom>
                <a:avLst/>
                <a:gdLst/>
                <a:ahLst/>
                <a:cxnLst/>
                <a:rect l="l" t="t" r="r" b="b"/>
                <a:pathLst>
                  <a:path w="1158" h="2315" extrusionOk="0">
                    <a:moveTo>
                      <a:pt x="454" y="155"/>
                    </a:moveTo>
                    <a:lnTo>
                      <a:pt x="1040" y="272"/>
                    </a:lnTo>
                    <a:lnTo>
                      <a:pt x="674" y="2168"/>
                    </a:lnTo>
                    <a:cubicBezTo>
                      <a:pt x="491" y="2073"/>
                      <a:pt x="308" y="1985"/>
                      <a:pt x="125" y="1861"/>
                    </a:cubicBezTo>
                    <a:lnTo>
                      <a:pt x="454" y="155"/>
                    </a:lnTo>
                    <a:close/>
                    <a:moveTo>
                      <a:pt x="425" y="1"/>
                    </a:moveTo>
                    <a:cubicBezTo>
                      <a:pt x="396" y="1"/>
                      <a:pt x="396" y="1"/>
                      <a:pt x="366" y="30"/>
                    </a:cubicBezTo>
                    <a:lnTo>
                      <a:pt x="366" y="60"/>
                    </a:lnTo>
                    <a:lnTo>
                      <a:pt x="0" y="1861"/>
                    </a:lnTo>
                    <a:cubicBezTo>
                      <a:pt x="0" y="1890"/>
                      <a:pt x="0" y="1919"/>
                      <a:pt x="30" y="1919"/>
                    </a:cubicBezTo>
                    <a:cubicBezTo>
                      <a:pt x="242" y="2073"/>
                      <a:pt x="454" y="2198"/>
                      <a:pt x="703" y="2315"/>
                    </a:cubicBezTo>
                    <a:lnTo>
                      <a:pt x="732" y="2315"/>
                    </a:lnTo>
                    <a:cubicBezTo>
                      <a:pt x="762" y="2315"/>
                      <a:pt x="762" y="2286"/>
                      <a:pt x="762" y="2286"/>
                    </a:cubicBezTo>
                    <a:lnTo>
                      <a:pt x="1157" y="243"/>
                    </a:lnTo>
                    <a:cubicBezTo>
                      <a:pt x="1157" y="213"/>
                      <a:pt x="1157" y="184"/>
                      <a:pt x="1128" y="184"/>
                    </a:cubicBezTo>
                    <a:lnTo>
                      <a:pt x="42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4" name="Google Shape;1054;p45"/>
              <p:cNvSpPr/>
              <p:nvPr/>
            </p:nvSpPr>
            <p:spPr>
              <a:xfrm>
                <a:off x="1149984" y="3558125"/>
                <a:ext cx="230880" cy="961381"/>
              </a:xfrm>
              <a:custGeom>
                <a:avLst/>
                <a:gdLst/>
                <a:ahLst/>
                <a:cxnLst/>
                <a:rect l="l" t="t" r="r" b="b"/>
                <a:pathLst>
                  <a:path w="2805" h="11680" extrusionOk="0">
                    <a:moveTo>
                      <a:pt x="2131" y="0"/>
                    </a:moveTo>
                    <a:lnTo>
                      <a:pt x="0" y="11321"/>
                    </a:lnTo>
                    <a:cubicBezTo>
                      <a:pt x="0" y="11321"/>
                      <a:pt x="81" y="11679"/>
                      <a:pt x="406" y="11679"/>
                    </a:cubicBezTo>
                    <a:cubicBezTo>
                      <a:pt x="472" y="11679"/>
                      <a:pt x="549" y="11664"/>
                      <a:pt x="637" y="11628"/>
                    </a:cubicBezTo>
                    <a:lnTo>
                      <a:pt x="2804" y="366"/>
                    </a:lnTo>
                    <a:cubicBezTo>
                      <a:pt x="2563" y="278"/>
                      <a:pt x="2343" y="154"/>
                      <a:pt x="21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5" name="Google Shape;1055;p45"/>
              <p:cNvSpPr/>
              <p:nvPr/>
            </p:nvSpPr>
            <p:spPr>
              <a:xfrm>
                <a:off x="1144552" y="3552198"/>
                <a:ext cx="241168" cy="972740"/>
              </a:xfrm>
              <a:custGeom>
                <a:avLst/>
                <a:gdLst/>
                <a:ahLst/>
                <a:cxnLst/>
                <a:rect l="l" t="t" r="r" b="b"/>
                <a:pathLst>
                  <a:path w="2930" h="11818" extrusionOk="0">
                    <a:moveTo>
                      <a:pt x="2263" y="167"/>
                    </a:moveTo>
                    <a:cubicBezTo>
                      <a:pt x="2409" y="285"/>
                      <a:pt x="2592" y="380"/>
                      <a:pt x="2775" y="468"/>
                    </a:cubicBezTo>
                    <a:lnTo>
                      <a:pt x="644" y="11663"/>
                    </a:lnTo>
                    <a:cubicBezTo>
                      <a:pt x="591" y="11679"/>
                      <a:pt x="538" y="11688"/>
                      <a:pt x="488" y="11688"/>
                    </a:cubicBezTo>
                    <a:cubicBezTo>
                      <a:pt x="420" y="11688"/>
                      <a:pt x="358" y="11672"/>
                      <a:pt x="308" y="11634"/>
                    </a:cubicBezTo>
                    <a:cubicBezTo>
                      <a:pt x="183" y="11576"/>
                      <a:pt x="125" y="11422"/>
                      <a:pt x="125" y="11393"/>
                    </a:cubicBezTo>
                    <a:lnTo>
                      <a:pt x="2263" y="167"/>
                    </a:lnTo>
                    <a:close/>
                    <a:moveTo>
                      <a:pt x="2204" y="1"/>
                    </a:moveTo>
                    <a:cubicBezTo>
                      <a:pt x="2200" y="1"/>
                      <a:pt x="2197" y="4"/>
                      <a:pt x="2197" y="14"/>
                    </a:cubicBezTo>
                    <a:cubicBezTo>
                      <a:pt x="2168" y="14"/>
                      <a:pt x="2138" y="43"/>
                      <a:pt x="2138" y="43"/>
                    </a:cubicBezTo>
                    <a:lnTo>
                      <a:pt x="0" y="11363"/>
                    </a:lnTo>
                    <a:lnTo>
                      <a:pt x="0" y="11393"/>
                    </a:lnTo>
                    <a:cubicBezTo>
                      <a:pt x="0" y="11393"/>
                      <a:pt x="66" y="11634"/>
                      <a:pt x="249" y="11759"/>
                    </a:cubicBezTo>
                    <a:cubicBezTo>
                      <a:pt x="337" y="11788"/>
                      <a:pt x="396" y="11817"/>
                      <a:pt x="491" y="11817"/>
                    </a:cubicBezTo>
                    <a:cubicBezTo>
                      <a:pt x="549" y="11817"/>
                      <a:pt x="644" y="11788"/>
                      <a:pt x="732" y="11759"/>
                    </a:cubicBezTo>
                    <a:cubicBezTo>
                      <a:pt x="762" y="11759"/>
                      <a:pt x="762" y="11729"/>
                      <a:pt x="762" y="11700"/>
                    </a:cubicBezTo>
                    <a:lnTo>
                      <a:pt x="2900" y="468"/>
                    </a:lnTo>
                    <a:cubicBezTo>
                      <a:pt x="2929" y="438"/>
                      <a:pt x="2900" y="409"/>
                      <a:pt x="2870" y="380"/>
                    </a:cubicBezTo>
                    <a:cubicBezTo>
                      <a:pt x="2658" y="285"/>
                      <a:pt x="2446" y="167"/>
                      <a:pt x="2226" y="14"/>
                    </a:cubicBezTo>
                    <a:cubicBezTo>
                      <a:pt x="2226" y="14"/>
                      <a:pt x="2213" y="1"/>
                      <a:pt x="2204"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1056" name="Google Shape;1056;p45"/>
            <p:cNvSpPr/>
            <p:nvPr/>
          </p:nvSpPr>
          <p:spPr>
            <a:xfrm>
              <a:off x="1132294" y="3455275"/>
              <a:ext cx="6786681" cy="54901"/>
            </a:xfrm>
            <a:custGeom>
              <a:avLst/>
              <a:gdLst/>
              <a:ahLst/>
              <a:cxnLst/>
              <a:rect l="l" t="t" r="r" b="b"/>
              <a:pathLst>
                <a:path w="43570" h="667" extrusionOk="0">
                  <a:moveTo>
                    <a:pt x="1" y="1"/>
                  </a:moveTo>
                  <a:lnTo>
                    <a:pt x="1" y="667"/>
                  </a:lnTo>
                  <a:lnTo>
                    <a:pt x="43569" y="667"/>
                  </a:lnTo>
                  <a:lnTo>
                    <a:pt x="435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57" name="Google Shape;1057;p45"/>
            <p:cNvSpPr/>
            <p:nvPr/>
          </p:nvSpPr>
          <p:spPr>
            <a:xfrm>
              <a:off x="1119850" y="3449850"/>
              <a:ext cx="6804357" cy="65776"/>
            </a:xfrm>
            <a:custGeom>
              <a:avLst/>
              <a:gdLst/>
              <a:ahLst/>
              <a:cxnLst/>
              <a:rect l="l" t="t" r="r" b="b"/>
              <a:pathLst>
                <a:path w="43694" h="799" extrusionOk="0">
                  <a:moveTo>
                    <a:pt x="43569" y="125"/>
                  </a:moveTo>
                  <a:lnTo>
                    <a:pt x="43569" y="674"/>
                  </a:lnTo>
                  <a:lnTo>
                    <a:pt x="125" y="674"/>
                  </a:lnTo>
                  <a:lnTo>
                    <a:pt x="125" y="125"/>
                  </a:lnTo>
                  <a:close/>
                  <a:moveTo>
                    <a:pt x="59" y="1"/>
                  </a:moveTo>
                  <a:cubicBezTo>
                    <a:pt x="30" y="1"/>
                    <a:pt x="0" y="1"/>
                    <a:pt x="0" y="67"/>
                  </a:cubicBezTo>
                  <a:lnTo>
                    <a:pt x="0" y="733"/>
                  </a:lnTo>
                  <a:cubicBezTo>
                    <a:pt x="0" y="762"/>
                    <a:pt x="30" y="799"/>
                    <a:pt x="59" y="799"/>
                  </a:cubicBezTo>
                  <a:lnTo>
                    <a:pt x="43627" y="799"/>
                  </a:lnTo>
                  <a:cubicBezTo>
                    <a:pt x="43656" y="799"/>
                    <a:pt x="43693" y="762"/>
                    <a:pt x="43693" y="733"/>
                  </a:cubicBezTo>
                  <a:lnTo>
                    <a:pt x="43693" y="67"/>
                  </a:lnTo>
                  <a:cubicBezTo>
                    <a:pt x="43693" y="1"/>
                    <a:pt x="43656" y="1"/>
                    <a:pt x="4362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058" name="Google Shape;1058;p45"/>
          <p:cNvGrpSpPr/>
          <p:nvPr/>
        </p:nvGrpSpPr>
        <p:grpSpPr>
          <a:xfrm>
            <a:off x="1307822" y="1022716"/>
            <a:ext cx="655983" cy="632405"/>
            <a:chOff x="3804675" y="1695800"/>
            <a:chExt cx="193900" cy="186925"/>
          </a:xfrm>
        </p:grpSpPr>
        <p:sp>
          <p:nvSpPr>
            <p:cNvPr id="1059" name="Google Shape;1059;p45"/>
            <p:cNvSpPr/>
            <p:nvPr/>
          </p:nvSpPr>
          <p:spPr>
            <a:xfrm>
              <a:off x="3806325" y="1697250"/>
              <a:ext cx="190600" cy="183825"/>
            </a:xfrm>
            <a:custGeom>
              <a:avLst/>
              <a:gdLst/>
              <a:ahLst/>
              <a:cxnLst/>
              <a:rect l="l" t="t" r="r" b="b"/>
              <a:pathLst>
                <a:path w="7624" h="7353" extrusionOk="0">
                  <a:moveTo>
                    <a:pt x="1253" y="1"/>
                  </a:moveTo>
                  <a:lnTo>
                    <a:pt x="1" y="6408"/>
                  </a:lnTo>
                  <a:lnTo>
                    <a:pt x="4972" y="7352"/>
                  </a:lnTo>
                  <a:lnTo>
                    <a:pt x="6679" y="6195"/>
                  </a:lnTo>
                  <a:lnTo>
                    <a:pt x="7623" y="1253"/>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0" name="Google Shape;1060;p45"/>
            <p:cNvSpPr/>
            <p:nvPr/>
          </p:nvSpPr>
          <p:spPr>
            <a:xfrm>
              <a:off x="3804675" y="1695800"/>
              <a:ext cx="193900" cy="186925"/>
            </a:xfrm>
            <a:custGeom>
              <a:avLst/>
              <a:gdLst/>
              <a:ahLst/>
              <a:cxnLst/>
              <a:rect l="l" t="t" r="r" b="b"/>
              <a:pathLst>
                <a:path w="7756" h="7477" extrusionOk="0">
                  <a:moveTo>
                    <a:pt x="1348" y="154"/>
                  </a:moveTo>
                  <a:lnTo>
                    <a:pt x="7631" y="1340"/>
                  </a:lnTo>
                  <a:lnTo>
                    <a:pt x="6686" y="6224"/>
                  </a:lnTo>
                  <a:lnTo>
                    <a:pt x="5038" y="7352"/>
                  </a:lnTo>
                  <a:lnTo>
                    <a:pt x="125" y="6407"/>
                  </a:lnTo>
                  <a:lnTo>
                    <a:pt x="1348" y="154"/>
                  </a:lnTo>
                  <a:close/>
                  <a:moveTo>
                    <a:pt x="1319" y="0"/>
                  </a:moveTo>
                  <a:cubicBezTo>
                    <a:pt x="1282" y="0"/>
                    <a:pt x="1282" y="0"/>
                    <a:pt x="1253" y="29"/>
                  </a:cubicBezTo>
                  <a:lnTo>
                    <a:pt x="1253" y="59"/>
                  </a:lnTo>
                  <a:lnTo>
                    <a:pt x="1" y="6437"/>
                  </a:lnTo>
                  <a:cubicBezTo>
                    <a:pt x="1" y="6495"/>
                    <a:pt x="37" y="6524"/>
                    <a:pt x="67" y="6524"/>
                  </a:cubicBezTo>
                  <a:lnTo>
                    <a:pt x="5038" y="7476"/>
                  </a:lnTo>
                  <a:lnTo>
                    <a:pt x="5068" y="7476"/>
                  </a:lnTo>
                  <a:lnTo>
                    <a:pt x="6774" y="6312"/>
                  </a:lnTo>
                  <a:cubicBezTo>
                    <a:pt x="6774" y="6283"/>
                    <a:pt x="6811" y="6283"/>
                    <a:pt x="6811" y="6253"/>
                  </a:cubicBezTo>
                  <a:lnTo>
                    <a:pt x="7755" y="1311"/>
                  </a:lnTo>
                  <a:cubicBezTo>
                    <a:pt x="7755" y="1282"/>
                    <a:pt x="7755" y="1252"/>
                    <a:pt x="7726" y="1252"/>
                  </a:cubicBezTo>
                  <a:lnTo>
                    <a:pt x="1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1" name="Google Shape;1061;p45"/>
            <p:cNvSpPr/>
            <p:nvPr/>
          </p:nvSpPr>
          <p:spPr>
            <a:xfrm>
              <a:off x="3847525" y="1726750"/>
              <a:ext cx="26750" cy="24250"/>
            </a:xfrm>
            <a:custGeom>
              <a:avLst/>
              <a:gdLst/>
              <a:ahLst/>
              <a:cxnLst/>
              <a:rect l="l" t="t" r="r" b="b"/>
              <a:pathLst>
                <a:path w="1070" h="970" extrusionOk="0">
                  <a:moveTo>
                    <a:pt x="505" y="1"/>
                  </a:moveTo>
                  <a:cubicBezTo>
                    <a:pt x="293" y="1"/>
                    <a:pt x="84" y="166"/>
                    <a:pt x="59" y="380"/>
                  </a:cubicBezTo>
                  <a:cubicBezTo>
                    <a:pt x="0" y="651"/>
                    <a:pt x="183" y="893"/>
                    <a:pt x="425" y="959"/>
                  </a:cubicBezTo>
                  <a:cubicBezTo>
                    <a:pt x="460" y="966"/>
                    <a:pt x="494" y="970"/>
                    <a:pt x="528" y="970"/>
                  </a:cubicBezTo>
                  <a:cubicBezTo>
                    <a:pt x="761" y="970"/>
                    <a:pt x="952" y="800"/>
                    <a:pt x="1003" y="563"/>
                  </a:cubicBezTo>
                  <a:cubicBezTo>
                    <a:pt x="1069" y="315"/>
                    <a:pt x="886" y="44"/>
                    <a:pt x="608" y="14"/>
                  </a:cubicBezTo>
                  <a:cubicBezTo>
                    <a:pt x="574" y="5"/>
                    <a:pt x="540" y="1"/>
                    <a:pt x="5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2" name="Google Shape;1062;p45"/>
            <p:cNvSpPr/>
            <p:nvPr/>
          </p:nvSpPr>
          <p:spPr>
            <a:xfrm>
              <a:off x="3846775" y="1725175"/>
              <a:ext cx="28950" cy="27025"/>
            </a:xfrm>
            <a:custGeom>
              <a:avLst/>
              <a:gdLst/>
              <a:ahLst/>
              <a:cxnLst/>
              <a:rect l="l" t="t" r="r" b="b"/>
              <a:pathLst>
                <a:path w="1158" h="1081" extrusionOk="0">
                  <a:moveTo>
                    <a:pt x="550" y="107"/>
                  </a:moveTo>
                  <a:cubicBezTo>
                    <a:pt x="579" y="107"/>
                    <a:pt x="609" y="136"/>
                    <a:pt x="638" y="136"/>
                  </a:cubicBezTo>
                  <a:cubicBezTo>
                    <a:pt x="850" y="165"/>
                    <a:pt x="1004" y="378"/>
                    <a:pt x="975" y="626"/>
                  </a:cubicBezTo>
                  <a:cubicBezTo>
                    <a:pt x="949" y="840"/>
                    <a:pt x="751" y="962"/>
                    <a:pt x="559" y="962"/>
                  </a:cubicBezTo>
                  <a:cubicBezTo>
                    <a:pt x="534" y="962"/>
                    <a:pt x="509" y="960"/>
                    <a:pt x="484" y="956"/>
                  </a:cubicBezTo>
                  <a:cubicBezTo>
                    <a:pt x="367" y="927"/>
                    <a:pt x="272" y="868"/>
                    <a:pt x="213" y="773"/>
                  </a:cubicBezTo>
                  <a:cubicBezTo>
                    <a:pt x="147" y="685"/>
                    <a:pt x="118" y="561"/>
                    <a:pt x="147" y="473"/>
                  </a:cubicBezTo>
                  <a:cubicBezTo>
                    <a:pt x="147" y="348"/>
                    <a:pt x="213" y="260"/>
                    <a:pt x="330" y="194"/>
                  </a:cubicBezTo>
                  <a:cubicBezTo>
                    <a:pt x="396" y="136"/>
                    <a:pt x="484" y="107"/>
                    <a:pt x="550" y="107"/>
                  </a:cubicBezTo>
                  <a:close/>
                  <a:moveTo>
                    <a:pt x="555" y="1"/>
                  </a:moveTo>
                  <a:cubicBezTo>
                    <a:pt x="443" y="1"/>
                    <a:pt x="336" y="35"/>
                    <a:pt x="242" y="107"/>
                  </a:cubicBezTo>
                  <a:cubicBezTo>
                    <a:pt x="118" y="165"/>
                    <a:pt x="59" y="290"/>
                    <a:pt x="30" y="443"/>
                  </a:cubicBezTo>
                  <a:cubicBezTo>
                    <a:pt x="1" y="590"/>
                    <a:pt x="30" y="714"/>
                    <a:pt x="89" y="839"/>
                  </a:cubicBezTo>
                  <a:cubicBezTo>
                    <a:pt x="184" y="956"/>
                    <a:pt x="301" y="1051"/>
                    <a:pt x="455" y="1080"/>
                  </a:cubicBezTo>
                  <a:lnTo>
                    <a:pt x="550" y="1080"/>
                  </a:lnTo>
                  <a:cubicBezTo>
                    <a:pt x="821" y="1080"/>
                    <a:pt x="1033" y="897"/>
                    <a:pt x="1099" y="656"/>
                  </a:cubicBezTo>
                  <a:cubicBezTo>
                    <a:pt x="1158" y="348"/>
                    <a:pt x="945" y="77"/>
                    <a:pt x="667" y="11"/>
                  </a:cubicBezTo>
                  <a:cubicBezTo>
                    <a:pt x="629" y="4"/>
                    <a:pt x="592" y="1"/>
                    <a:pt x="5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3" name="Google Shape;1063;p45"/>
            <p:cNvSpPr/>
            <p:nvPr/>
          </p:nvSpPr>
          <p:spPr>
            <a:xfrm>
              <a:off x="3839100" y="1768925"/>
              <a:ext cx="26750" cy="24550"/>
            </a:xfrm>
            <a:custGeom>
              <a:avLst/>
              <a:gdLst/>
              <a:ahLst/>
              <a:cxnLst/>
              <a:rect l="l" t="t" r="r" b="b"/>
              <a:pathLst>
                <a:path w="1070" h="982" extrusionOk="0">
                  <a:moveTo>
                    <a:pt x="570" y="0"/>
                  </a:moveTo>
                  <a:cubicBezTo>
                    <a:pt x="327" y="0"/>
                    <a:pt x="119" y="145"/>
                    <a:pt x="59" y="400"/>
                  </a:cubicBezTo>
                  <a:cubicBezTo>
                    <a:pt x="0" y="670"/>
                    <a:pt x="183" y="919"/>
                    <a:pt x="454" y="978"/>
                  </a:cubicBezTo>
                  <a:cubicBezTo>
                    <a:pt x="474" y="980"/>
                    <a:pt x="495" y="982"/>
                    <a:pt x="515" y="982"/>
                  </a:cubicBezTo>
                  <a:cubicBezTo>
                    <a:pt x="741" y="982"/>
                    <a:pt x="950" y="832"/>
                    <a:pt x="1003" y="583"/>
                  </a:cubicBezTo>
                  <a:cubicBezTo>
                    <a:pt x="1069" y="304"/>
                    <a:pt x="886" y="63"/>
                    <a:pt x="637" y="4"/>
                  </a:cubicBezTo>
                  <a:cubicBezTo>
                    <a:pt x="615" y="2"/>
                    <a:pt x="592" y="0"/>
                    <a:pt x="5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4" name="Google Shape;1064;p45"/>
            <p:cNvSpPr/>
            <p:nvPr/>
          </p:nvSpPr>
          <p:spPr>
            <a:xfrm>
              <a:off x="3837625" y="1767300"/>
              <a:ext cx="29675" cy="27550"/>
            </a:xfrm>
            <a:custGeom>
              <a:avLst/>
              <a:gdLst/>
              <a:ahLst/>
              <a:cxnLst/>
              <a:rect l="l" t="t" r="r" b="b"/>
              <a:pathLst>
                <a:path w="1187" h="1102" extrusionOk="0">
                  <a:moveTo>
                    <a:pt x="667" y="128"/>
                  </a:moveTo>
                  <a:cubicBezTo>
                    <a:pt x="916" y="186"/>
                    <a:pt x="1062" y="406"/>
                    <a:pt x="1004" y="648"/>
                  </a:cubicBezTo>
                  <a:cubicBezTo>
                    <a:pt x="977" y="842"/>
                    <a:pt x="771" y="988"/>
                    <a:pt x="568" y="988"/>
                  </a:cubicBezTo>
                  <a:cubicBezTo>
                    <a:pt x="550" y="988"/>
                    <a:pt x="531" y="987"/>
                    <a:pt x="513" y="984"/>
                  </a:cubicBezTo>
                  <a:cubicBezTo>
                    <a:pt x="272" y="919"/>
                    <a:pt x="118" y="706"/>
                    <a:pt x="184" y="465"/>
                  </a:cubicBezTo>
                  <a:cubicBezTo>
                    <a:pt x="213" y="281"/>
                    <a:pt x="396" y="128"/>
                    <a:pt x="608" y="128"/>
                  </a:cubicBezTo>
                  <a:close/>
                  <a:moveTo>
                    <a:pt x="634" y="0"/>
                  </a:moveTo>
                  <a:cubicBezTo>
                    <a:pt x="358" y="0"/>
                    <a:pt x="114" y="179"/>
                    <a:pt x="59" y="465"/>
                  </a:cubicBezTo>
                  <a:cubicBezTo>
                    <a:pt x="1" y="735"/>
                    <a:pt x="184" y="1043"/>
                    <a:pt x="484" y="1102"/>
                  </a:cubicBezTo>
                  <a:lnTo>
                    <a:pt x="608" y="1102"/>
                  </a:lnTo>
                  <a:cubicBezTo>
                    <a:pt x="850" y="1102"/>
                    <a:pt x="1062" y="919"/>
                    <a:pt x="1128" y="648"/>
                  </a:cubicBezTo>
                  <a:cubicBezTo>
                    <a:pt x="1187" y="369"/>
                    <a:pt x="1004" y="69"/>
                    <a:pt x="696" y="3"/>
                  </a:cubicBezTo>
                  <a:cubicBezTo>
                    <a:pt x="675" y="1"/>
                    <a:pt x="654" y="0"/>
                    <a:pt x="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5" name="Google Shape;1065;p45"/>
            <p:cNvSpPr/>
            <p:nvPr/>
          </p:nvSpPr>
          <p:spPr>
            <a:xfrm>
              <a:off x="3831400" y="1811400"/>
              <a:ext cx="26025" cy="24250"/>
            </a:xfrm>
            <a:custGeom>
              <a:avLst/>
              <a:gdLst/>
              <a:ahLst/>
              <a:cxnLst/>
              <a:rect l="l" t="t" r="r" b="b"/>
              <a:pathLst>
                <a:path w="1041" h="970" extrusionOk="0">
                  <a:moveTo>
                    <a:pt x="512" y="0"/>
                  </a:moveTo>
                  <a:cubicBezTo>
                    <a:pt x="279" y="0"/>
                    <a:pt x="88" y="170"/>
                    <a:pt x="30" y="407"/>
                  </a:cubicBezTo>
                  <a:cubicBezTo>
                    <a:pt x="1" y="656"/>
                    <a:pt x="155" y="927"/>
                    <a:pt x="433" y="956"/>
                  </a:cubicBezTo>
                  <a:cubicBezTo>
                    <a:pt x="466" y="965"/>
                    <a:pt x="501" y="969"/>
                    <a:pt x="535" y="969"/>
                  </a:cubicBezTo>
                  <a:cubicBezTo>
                    <a:pt x="745" y="969"/>
                    <a:pt x="950" y="804"/>
                    <a:pt x="982" y="590"/>
                  </a:cubicBezTo>
                  <a:cubicBezTo>
                    <a:pt x="1041" y="319"/>
                    <a:pt x="857" y="70"/>
                    <a:pt x="616" y="11"/>
                  </a:cubicBezTo>
                  <a:cubicBezTo>
                    <a:pt x="581" y="4"/>
                    <a:pt x="546" y="0"/>
                    <a:pt x="5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6" name="Google Shape;1066;p45"/>
            <p:cNvSpPr/>
            <p:nvPr/>
          </p:nvSpPr>
          <p:spPr>
            <a:xfrm>
              <a:off x="3829200" y="1809900"/>
              <a:ext cx="29700" cy="27800"/>
            </a:xfrm>
            <a:custGeom>
              <a:avLst/>
              <a:gdLst/>
              <a:ahLst/>
              <a:cxnLst/>
              <a:rect l="l" t="t" r="r" b="b"/>
              <a:pathLst>
                <a:path w="1188" h="1112" extrusionOk="0">
                  <a:moveTo>
                    <a:pt x="667" y="130"/>
                  </a:moveTo>
                  <a:cubicBezTo>
                    <a:pt x="916" y="166"/>
                    <a:pt x="1070" y="408"/>
                    <a:pt x="1004" y="620"/>
                  </a:cubicBezTo>
                  <a:cubicBezTo>
                    <a:pt x="979" y="827"/>
                    <a:pt x="820" y="970"/>
                    <a:pt x="623" y="970"/>
                  </a:cubicBezTo>
                  <a:cubicBezTo>
                    <a:pt x="590" y="970"/>
                    <a:pt x="556" y="966"/>
                    <a:pt x="521" y="957"/>
                  </a:cubicBezTo>
                  <a:cubicBezTo>
                    <a:pt x="301" y="928"/>
                    <a:pt x="155" y="679"/>
                    <a:pt x="184" y="467"/>
                  </a:cubicBezTo>
                  <a:cubicBezTo>
                    <a:pt x="213" y="254"/>
                    <a:pt x="396" y="130"/>
                    <a:pt x="609" y="130"/>
                  </a:cubicBezTo>
                  <a:close/>
                  <a:moveTo>
                    <a:pt x="593" y="1"/>
                  </a:moveTo>
                  <a:cubicBezTo>
                    <a:pt x="332" y="1"/>
                    <a:pt x="111" y="199"/>
                    <a:pt x="59" y="437"/>
                  </a:cubicBezTo>
                  <a:cubicBezTo>
                    <a:pt x="1" y="745"/>
                    <a:pt x="213" y="1016"/>
                    <a:pt x="484" y="1082"/>
                  </a:cubicBezTo>
                  <a:cubicBezTo>
                    <a:pt x="550" y="1082"/>
                    <a:pt x="579" y="1111"/>
                    <a:pt x="609" y="1111"/>
                  </a:cubicBezTo>
                  <a:cubicBezTo>
                    <a:pt x="850" y="1111"/>
                    <a:pt x="1099" y="928"/>
                    <a:pt x="1129" y="650"/>
                  </a:cubicBezTo>
                  <a:cubicBezTo>
                    <a:pt x="1187" y="350"/>
                    <a:pt x="1004" y="71"/>
                    <a:pt x="704" y="13"/>
                  </a:cubicBezTo>
                  <a:cubicBezTo>
                    <a:pt x="666" y="5"/>
                    <a:pt x="630" y="1"/>
                    <a:pt x="5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7" name="Google Shape;1067;p45"/>
            <p:cNvSpPr/>
            <p:nvPr/>
          </p:nvSpPr>
          <p:spPr>
            <a:xfrm>
              <a:off x="3881750" y="1753650"/>
              <a:ext cx="90825" cy="17575"/>
            </a:xfrm>
            <a:custGeom>
              <a:avLst/>
              <a:gdLst/>
              <a:ahLst/>
              <a:cxnLst/>
              <a:rect l="l" t="t" r="r" b="b"/>
              <a:pathLst>
                <a:path w="3633" h="703" extrusionOk="0">
                  <a:moveTo>
                    <a:pt x="0" y="0"/>
                  </a:moveTo>
                  <a:lnTo>
                    <a:pt x="3632" y="7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8" name="Google Shape;1068;p45"/>
            <p:cNvSpPr/>
            <p:nvPr/>
          </p:nvSpPr>
          <p:spPr>
            <a:xfrm>
              <a:off x="3880275" y="1751875"/>
              <a:ext cx="94675" cy="21000"/>
            </a:xfrm>
            <a:custGeom>
              <a:avLst/>
              <a:gdLst/>
              <a:ahLst/>
              <a:cxnLst/>
              <a:rect l="l" t="t" r="r" b="b"/>
              <a:pathLst>
                <a:path w="3787" h="840" extrusionOk="0">
                  <a:moveTo>
                    <a:pt x="34" y="0"/>
                  </a:moveTo>
                  <a:cubicBezTo>
                    <a:pt x="15" y="0"/>
                    <a:pt x="1" y="21"/>
                    <a:pt x="1" y="42"/>
                  </a:cubicBezTo>
                  <a:cubicBezTo>
                    <a:pt x="1" y="71"/>
                    <a:pt x="30" y="108"/>
                    <a:pt x="59" y="137"/>
                  </a:cubicBezTo>
                  <a:lnTo>
                    <a:pt x="3691" y="840"/>
                  </a:lnTo>
                  <a:cubicBezTo>
                    <a:pt x="3721" y="840"/>
                    <a:pt x="3750" y="803"/>
                    <a:pt x="3750" y="774"/>
                  </a:cubicBezTo>
                  <a:cubicBezTo>
                    <a:pt x="3787" y="745"/>
                    <a:pt x="3750" y="715"/>
                    <a:pt x="3721" y="715"/>
                  </a:cubicBezTo>
                  <a:lnTo>
                    <a:pt x="59" y="12"/>
                  </a:lnTo>
                  <a:cubicBezTo>
                    <a:pt x="51" y="4"/>
                    <a:pt x="42" y="0"/>
                    <a:pt x="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69" name="Google Shape;1069;p45"/>
            <p:cNvSpPr/>
            <p:nvPr/>
          </p:nvSpPr>
          <p:spPr>
            <a:xfrm>
              <a:off x="3873325" y="1795750"/>
              <a:ext cx="91550" cy="17400"/>
            </a:xfrm>
            <a:custGeom>
              <a:avLst/>
              <a:gdLst/>
              <a:ahLst/>
              <a:cxnLst/>
              <a:rect l="l" t="t" r="r" b="b"/>
              <a:pathLst>
                <a:path w="3661" h="696" extrusionOk="0">
                  <a:moveTo>
                    <a:pt x="1" y="0"/>
                  </a:moveTo>
                  <a:lnTo>
                    <a:pt x="3662" y="69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0" name="Google Shape;1070;p45"/>
            <p:cNvSpPr/>
            <p:nvPr/>
          </p:nvSpPr>
          <p:spPr>
            <a:xfrm>
              <a:off x="3871850" y="1794100"/>
              <a:ext cx="94675" cy="20700"/>
            </a:xfrm>
            <a:custGeom>
              <a:avLst/>
              <a:gdLst/>
              <a:ahLst/>
              <a:cxnLst/>
              <a:rect l="l" t="t" r="r" b="b"/>
              <a:pathLst>
                <a:path w="3787" h="826" extrusionOk="0">
                  <a:moveTo>
                    <a:pt x="96" y="0"/>
                  </a:moveTo>
                  <a:cubicBezTo>
                    <a:pt x="60" y="0"/>
                    <a:pt x="30" y="30"/>
                    <a:pt x="1" y="66"/>
                  </a:cubicBezTo>
                  <a:cubicBezTo>
                    <a:pt x="1" y="95"/>
                    <a:pt x="30" y="125"/>
                    <a:pt x="60" y="125"/>
                  </a:cubicBezTo>
                  <a:lnTo>
                    <a:pt x="3691" y="828"/>
                  </a:lnTo>
                  <a:lnTo>
                    <a:pt x="3721" y="828"/>
                  </a:lnTo>
                  <a:cubicBezTo>
                    <a:pt x="3757" y="828"/>
                    <a:pt x="3757" y="828"/>
                    <a:pt x="3787" y="798"/>
                  </a:cubicBezTo>
                  <a:cubicBezTo>
                    <a:pt x="3787" y="762"/>
                    <a:pt x="3757" y="733"/>
                    <a:pt x="3721" y="703"/>
                  </a:cubicBezTo>
                  <a:lnTo>
                    <a:pt x="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1" name="Google Shape;1071;p45"/>
            <p:cNvSpPr/>
            <p:nvPr/>
          </p:nvSpPr>
          <p:spPr>
            <a:xfrm>
              <a:off x="3865825" y="1838400"/>
              <a:ext cx="90825" cy="17600"/>
            </a:xfrm>
            <a:custGeom>
              <a:avLst/>
              <a:gdLst/>
              <a:ahLst/>
              <a:cxnLst/>
              <a:rect l="l" t="t" r="r" b="b"/>
              <a:pathLst>
                <a:path w="3633" h="704" extrusionOk="0">
                  <a:moveTo>
                    <a:pt x="0" y="0"/>
                  </a:moveTo>
                  <a:lnTo>
                    <a:pt x="3632" y="7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2" name="Google Shape;1072;p45"/>
            <p:cNvSpPr/>
            <p:nvPr/>
          </p:nvSpPr>
          <p:spPr>
            <a:xfrm>
              <a:off x="3863450" y="1836925"/>
              <a:ext cx="94650" cy="20525"/>
            </a:xfrm>
            <a:custGeom>
              <a:avLst/>
              <a:gdLst/>
              <a:ahLst/>
              <a:cxnLst/>
              <a:rect l="l" t="t" r="r" b="b"/>
              <a:pathLst>
                <a:path w="3786" h="821" extrusionOk="0">
                  <a:moveTo>
                    <a:pt x="95" y="1"/>
                  </a:moveTo>
                  <a:cubicBezTo>
                    <a:pt x="66" y="1"/>
                    <a:pt x="29" y="1"/>
                    <a:pt x="29" y="59"/>
                  </a:cubicBezTo>
                  <a:cubicBezTo>
                    <a:pt x="0" y="89"/>
                    <a:pt x="29" y="118"/>
                    <a:pt x="66" y="118"/>
                  </a:cubicBezTo>
                  <a:lnTo>
                    <a:pt x="3691" y="821"/>
                  </a:lnTo>
                  <a:lnTo>
                    <a:pt x="3727" y="821"/>
                  </a:lnTo>
                  <a:cubicBezTo>
                    <a:pt x="3757" y="821"/>
                    <a:pt x="3786" y="792"/>
                    <a:pt x="3786" y="762"/>
                  </a:cubicBezTo>
                  <a:cubicBezTo>
                    <a:pt x="3786" y="733"/>
                    <a:pt x="3757" y="696"/>
                    <a:pt x="3727" y="696"/>
                  </a:cubicBez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3" name="Google Shape;1073;p45"/>
            <p:cNvSpPr/>
            <p:nvPr/>
          </p:nvSpPr>
          <p:spPr>
            <a:xfrm>
              <a:off x="3826825" y="1799925"/>
              <a:ext cx="44325" cy="46175"/>
            </a:xfrm>
            <a:custGeom>
              <a:avLst/>
              <a:gdLst/>
              <a:ahLst/>
              <a:cxnLst/>
              <a:rect l="l" t="t" r="r" b="b"/>
              <a:pathLst>
                <a:path w="1773" h="1847" extrusionOk="0">
                  <a:moveTo>
                    <a:pt x="276" y="1"/>
                  </a:moveTo>
                  <a:cubicBezTo>
                    <a:pt x="267" y="1"/>
                    <a:pt x="258" y="5"/>
                    <a:pt x="250" y="16"/>
                  </a:cubicBezTo>
                  <a:cubicBezTo>
                    <a:pt x="184" y="46"/>
                    <a:pt x="184" y="75"/>
                    <a:pt x="184" y="104"/>
                  </a:cubicBezTo>
                  <a:lnTo>
                    <a:pt x="616" y="932"/>
                  </a:lnTo>
                  <a:lnTo>
                    <a:pt x="67" y="1261"/>
                  </a:lnTo>
                  <a:cubicBezTo>
                    <a:pt x="1" y="1298"/>
                    <a:pt x="1" y="1356"/>
                    <a:pt x="30" y="1386"/>
                  </a:cubicBezTo>
                  <a:cubicBezTo>
                    <a:pt x="30" y="1386"/>
                    <a:pt x="67" y="1415"/>
                    <a:pt x="96" y="1415"/>
                  </a:cubicBezTo>
                  <a:lnTo>
                    <a:pt x="125" y="1415"/>
                  </a:lnTo>
                  <a:lnTo>
                    <a:pt x="674" y="1049"/>
                  </a:lnTo>
                  <a:lnTo>
                    <a:pt x="1070" y="1810"/>
                  </a:lnTo>
                  <a:cubicBezTo>
                    <a:pt x="1070" y="1810"/>
                    <a:pt x="1099" y="1847"/>
                    <a:pt x="1128" y="1847"/>
                  </a:cubicBezTo>
                  <a:lnTo>
                    <a:pt x="1165" y="1847"/>
                  </a:lnTo>
                  <a:cubicBezTo>
                    <a:pt x="1224" y="1810"/>
                    <a:pt x="1224" y="1781"/>
                    <a:pt x="1194" y="1722"/>
                  </a:cubicBezTo>
                  <a:lnTo>
                    <a:pt x="828" y="961"/>
                  </a:lnTo>
                  <a:lnTo>
                    <a:pt x="1743" y="382"/>
                  </a:lnTo>
                  <a:cubicBezTo>
                    <a:pt x="1773" y="346"/>
                    <a:pt x="1773" y="316"/>
                    <a:pt x="1773" y="258"/>
                  </a:cubicBezTo>
                  <a:cubicBezTo>
                    <a:pt x="1758" y="243"/>
                    <a:pt x="1734" y="236"/>
                    <a:pt x="1710" y="236"/>
                  </a:cubicBezTo>
                  <a:cubicBezTo>
                    <a:pt x="1687" y="236"/>
                    <a:pt x="1663" y="243"/>
                    <a:pt x="1648" y="258"/>
                  </a:cubicBezTo>
                  <a:lnTo>
                    <a:pt x="733" y="836"/>
                  </a:lnTo>
                  <a:lnTo>
                    <a:pt x="338" y="46"/>
                  </a:lnTo>
                  <a:cubicBezTo>
                    <a:pt x="317" y="25"/>
                    <a:pt x="296" y="1"/>
                    <a:pt x="2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4" name="Google Shape;1074;p45"/>
            <p:cNvSpPr/>
            <p:nvPr/>
          </p:nvSpPr>
          <p:spPr>
            <a:xfrm>
              <a:off x="3844400" y="1769750"/>
              <a:ext cx="34450" cy="18325"/>
            </a:xfrm>
            <a:custGeom>
              <a:avLst/>
              <a:gdLst/>
              <a:ahLst/>
              <a:cxnLst/>
              <a:rect l="l" t="t" r="r" b="b"/>
              <a:pathLst>
                <a:path w="1378" h="733" extrusionOk="0">
                  <a:moveTo>
                    <a:pt x="1223" y="0"/>
                  </a:moveTo>
                  <a:lnTo>
                    <a:pt x="308" y="550"/>
                  </a:lnTo>
                  <a:lnTo>
                    <a:pt x="184" y="271"/>
                  </a:lnTo>
                  <a:cubicBezTo>
                    <a:pt x="154" y="213"/>
                    <a:pt x="125" y="213"/>
                    <a:pt x="59" y="213"/>
                  </a:cubicBezTo>
                  <a:cubicBezTo>
                    <a:pt x="30" y="242"/>
                    <a:pt x="1" y="271"/>
                    <a:pt x="30" y="337"/>
                  </a:cubicBezTo>
                  <a:lnTo>
                    <a:pt x="184" y="674"/>
                  </a:lnTo>
                  <a:cubicBezTo>
                    <a:pt x="184" y="703"/>
                    <a:pt x="213" y="703"/>
                    <a:pt x="242" y="733"/>
                  </a:cubicBezTo>
                  <a:lnTo>
                    <a:pt x="308" y="733"/>
                  </a:lnTo>
                  <a:lnTo>
                    <a:pt x="1311" y="154"/>
                  </a:lnTo>
                  <a:cubicBezTo>
                    <a:pt x="1341" y="125"/>
                    <a:pt x="1377" y="88"/>
                    <a:pt x="1341" y="30"/>
                  </a:cubicBezTo>
                  <a:cubicBezTo>
                    <a:pt x="1311" y="0"/>
                    <a:pt x="1282" y="0"/>
                    <a:pt x="1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5" name="Google Shape;1075;p45"/>
            <p:cNvSpPr/>
            <p:nvPr/>
          </p:nvSpPr>
          <p:spPr>
            <a:xfrm>
              <a:off x="3854300" y="1727525"/>
              <a:ext cx="33700" cy="17900"/>
            </a:xfrm>
            <a:custGeom>
              <a:avLst/>
              <a:gdLst/>
              <a:ahLst/>
              <a:cxnLst/>
              <a:rect l="l" t="t" r="r" b="b"/>
              <a:pathLst>
                <a:path w="1348" h="716" extrusionOk="0">
                  <a:moveTo>
                    <a:pt x="1254" y="0"/>
                  </a:moveTo>
                  <a:cubicBezTo>
                    <a:pt x="1243" y="0"/>
                    <a:pt x="1231" y="4"/>
                    <a:pt x="1223" y="13"/>
                  </a:cubicBezTo>
                  <a:lnTo>
                    <a:pt x="278" y="532"/>
                  </a:lnTo>
                  <a:lnTo>
                    <a:pt x="154" y="254"/>
                  </a:lnTo>
                  <a:cubicBezTo>
                    <a:pt x="154" y="234"/>
                    <a:pt x="125" y="213"/>
                    <a:pt x="97" y="213"/>
                  </a:cubicBezTo>
                  <a:cubicBezTo>
                    <a:pt x="86" y="213"/>
                    <a:pt x="75" y="216"/>
                    <a:pt x="66" y="225"/>
                  </a:cubicBezTo>
                  <a:cubicBezTo>
                    <a:pt x="0" y="225"/>
                    <a:pt x="0" y="284"/>
                    <a:pt x="0" y="313"/>
                  </a:cubicBezTo>
                  <a:lnTo>
                    <a:pt x="183" y="679"/>
                  </a:lnTo>
                  <a:cubicBezTo>
                    <a:pt x="183" y="679"/>
                    <a:pt x="183" y="716"/>
                    <a:pt x="212" y="716"/>
                  </a:cubicBezTo>
                  <a:lnTo>
                    <a:pt x="278" y="716"/>
                  </a:lnTo>
                  <a:lnTo>
                    <a:pt x="1281" y="130"/>
                  </a:lnTo>
                  <a:cubicBezTo>
                    <a:pt x="1347" y="130"/>
                    <a:pt x="1347" y="71"/>
                    <a:pt x="1311" y="42"/>
                  </a:cubicBezTo>
                  <a:cubicBezTo>
                    <a:pt x="1311" y="21"/>
                    <a:pt x="1281" y="0"/>
                    <a:pt x="1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6" name="Google Shape;1076;p45"/>
            <p:cNvSpPr/>
            <p:nvPr/>
          </p:nvSpPr>
          <p:spPr>
            <a:xfrm>
              <a:off x="3887050" y="1731275"/>
              <a:ext cx="89375" cy="35375"/>
            </a:xfrm>
            <a:custGeom>
              <a:avLst/>
              <a:gdLst/>
              <a:ahLst/>
              <a:cxnLst/>
              <a:rect l="l" t="t" r="r" b="b"/>
              <a:pathLst>
                <a:path w="3575" h="1415" extrusionOk="0">
                  <a:moveTo>
                    <a:pt x="704" y="134"/>
                  </a:moveTo>
                  <a:cubicBezTo>
                    <a:pt x="733" y="163"/>
                    <a:pt x="770" y="229"/>
                    <a:pt x="733" y="258"/>
                  </a:cubicBezTo>
                  <a:cubicBezTo>
                    <a:pt x="733" y="317"/>
                    <a:pt x="704" y="346"/>
                    <a:pt x="645" y="412"/>
                  </a:cubicBezTo>
                  <a:cubicBezTo>
                    <a:pt x="616" y="441"/>
                    <a:pt x="616" y="441"/>
                    <a:pt x="587" y="470"/>
                  </a:cubicBezTo>
                  <a:cubicBezTo>
                    <a:pt x="587" y="441"/>
                    <a:pt x="587" y="441"/>
                    <a:pt x="550" y="412"/>
                  </a:cubicBezTo>
                  <a:cubicBezTo>
                    <a:pt x="550" y="346"/>
                    <a:pt x="521" y="258"/>
                    <a:pt x="550" y="199"/>
                  </a:cubicBezTo>
                  <a:cubicBezTo>
                    <a:pt x="550" y="163"/>
                    <a:pt x="587" y="134"/>
                    <a:pt x="645" y="134"/>
                  </a:cubicBezTo>
                  <a:close/>
                  <a:moveTo>
                    <a:pt x="1714" y="317"/>
                  </a:moveTo>
                  <a:cubicBezTo>
                    <a:pt x="1773" y="346"/>
                    <a:pt x="1802" y="412"/>
                    <a:pt x="1773" y="470"/>
                  </a:cubicBezTo>
                  <a:cubicBezTo>
                    <a:pt x="1773" y="566"/>
                    <a:pt x="1714" y="624"/>
                    <a:pt x="1648" y="683"/>
                  </a:cubicBezTo>
                  <a:cubicBezTo>
                    <a:pt x="1619" y="712"/>
                    <a:pt x="1590" y="749"/>
                    <a:pt x="1560" y="778"/>
                  </a:cubicBezTo>
                  <a:cubicBezTo>
                    <a:pt x="1531" y="712"/>
                    <a:pt x="1531" y="683"/>
                    <a:pt x="1502" y="624"/>
                  </a:cubicBezTo>
                  <a:cubicBezTo>
                    <a:pt x="1502" y="566"/>
                    <a:pt x="1502" y="470"/>
                    <a:pt x="1531" y="412"/>
                  </a:cubicBezTo>
                  <a:cubicBezTo>
                    <a:pt x="1560" y="346"/>
                    <a:pt x="1619" y="317"/>
                    <a:pt x="1685" y="317"/>
                  </a:cubicBezTo>
                  <a:close/>
                  <a:moveTo>
                    <a:pt x="2600" y="595"/>
                  </a:moveTo>
                  <a:cubicBezTo>
                    <a:pt x="2629" y="595"/>
                    <a:pt x="2659" y="624"/>
                    <a:pt x="2688" y="624"/>
                  </a:cubicBezTo>
                  <a:cubicBezTo>
                    <a:pt x="2717" y="653"/>
                    <a:pt x="2747" y="712"/>
                    <a:pt x="2747" y="778"/>
                  </a:cubicBezTo>
                  <a:cubicBezTo>
                    <a:pt x="2747" y="866"/>
                    <a:pt x="2659" y="961"/>
                    <a:pt x="2564" y="1049"/>
                  </a:cubicBezTo>
                  <a:cubicBezTo>
                    <a:pt x="2534" y="1020"/>
                    <a:pt x="2534" y="1020"/>
                    <a:pt x="2505" y="990"/>
                  </a:cubicBezTo>
                  <a:cubicBezTo>
                    <a:pt x="2476" y="932"/>
                    <a:pt x="2417" y="836"/>
                    <a:pt x="2446" y="749"/>
                  </a:cubicBezTo>
                  <a:cubicBezTo>
                    <a:pt x="2446" y="683"/>
                    <a:pt x="2505" y="595"/>
                    <a:pt x="2564" y="595"/>
                  </a:cubicBezTo>
                  <a:close/>
                  <a:moveTo>
                    <a:pt x="645" y="0"/>
                  </a:moveTo>
                  <a:cubicBezTo>
                    <a:pt x="626" y="0"/>
                    <a:pt x="606" y="4"/>
                    <a:pt x="587" y="16"/>
                  </a:cubicBezTo>
                  <a:cubicBezTo>
                    <a:pt x="521" y="46"/>
                    <a:pt x="462" y="75"/>
                    <a:pt x="433" y="134"/>
                  </a:cubicBezTo>
                  <a:cubicBezTo>
                    <a:pt x="403" y="229"/>
                    <a:pt x="403" y="346"/>
                    <a:pt x="462" y="470"/>
                  </a:cubicBezTo>
                  <a:cubicBezTo>
                    <a:pt x="462" y="500"/>
                    <a:pt x="462" y="529"/>
                    <a:pt x="491" y="529"/>
                  </a:cubicBezTo>
                  <a:cubicBezTo>
                    <a:pt x="338" y="624"/>
                    <a:pt x="220" y="683"/>
                    <a:pt x="67" y="712"/>
                  </a:cubicBezTo>
                  <a:cubicBezTo>
                    <a:pt x="1" y="712"/>
                    <a:pt x="1" y="749"/>
                    <a:pt x="1" y="778"/>
                  </a:cubicBezTo>
                  <a:cubicBezTo>
                    <a:pt x="1" y="807"/>
                    <a:pt x="37" y="836"/>
                    <a:pt x="67" y="836"/>
                  </a:cubicBezTo>
                  <a:cubicBezTo>
                    <a:pt x="250" y="807"/>
                    <a:pt x="403" y="749"/>
                    <a:pt x="550" y="653"/>
                  </a:cubicBezTo>
                  <a:cubicBezTo>
                    <a:pt x="674" y="807"/>
                    <a:pt x="828" y="932"/>
                    <a:pt x="1011" y="961"/>
                  </a:cubicBezTo>
                  <a:cubicBezTo>
                    <a:pt x="1087" y="973"/>
                    <a:pt x="1158" y="980"/>
                    <a:pt x="1226" y="980"/>
                  </a:cubicBezTo>
                  <a:cubicBezTo>
                    <a:pt x="1322" y="980"/>
                    <a:pt x="1412" y="966"/>
                    <a:pt x="1502" y="932"/>
                  </a:cubicBezTo>
                  <a:cubicBezTo>
                    <a:pt x="1590" y="1049"/>
                    <a:pt x="1743" y="1173"/>
                    <a:pt x="1897" y="1232"/>
                  </a:cubicBezTo>
                  <a:cubicBezTo>
                    <a:pt x="1987" y="1272"/>
                    <a:pt x="2078" y="1290"/>
                    <a:pt x="2168" y="1290"/>
                  </a:cubicBezTo>
                  <a:cubicBezTo>
                    <a:pt x="2290" y="1290"/>
                    <a:pt x="2412" y="1257"/>
                    <a:pt x="2534" y="1203"/>
                  </a:cubicBezTo>
                  <a:cubicBezTo>
                    <a:pt x="2688" y="1356"/>
                    <a:pt x="2900" y="1415"/>
                    <a:pt x="3113" y="1415"/>
                  </a:cubicBezTo>
                  <a:cubicBezTo>
                    <a:pt x="3267" y="1415"/>
                    <a:pt x="3391" y="1386"/>
                    <a:pt x="3516" y="1327"/>
                  </a:cubicBezTo>
                  <a:cubicBezTo>
                    <a:pt x="3545" y="1298"/>
                    <a:pt x="3574" y="1261"/>
                    <a:pt x="3545" y="1232"/>
                  </a:cubicBezTo>
                  <a:cubicBezTo>
                    <a:pt x="3545" y="1203"/>
                    <a:pt x="3479" y="1203"/>
                    <a:pt x="3450" y="1203"/>
                  </a:cubicBezTo>
                  <a:cubicBezTo>
                    <a:pt x="3344" y="1270"/>
                    <a:pt x="3221" y="1302"/>
                    <a:pt x="3098" y="1302"/>
                  </a:cubicBezTo>
                  <a:cubicBezTo>
                    <a:pt x="2938" y="1302"/>
                    <a:pt x="2779" y="1247"/>
                    <a:pt x="2659" y="1144"/>
                  </a:cubicBezTo>
                  <a:cubicBezTo>
                    <a:pt x="2783" y="1049"/>
                    <a:pt x="2871" y="895"/>
                    <a:pt x="2871" y="778"/>
                  </a:cubicBezTo>
                  <a:cubicBezTo>
                    <a:pt x="2871" y="683"/>
                    <a:pt x="2842" y="595"/>
                    <a:pt x="2783" y="529"/>
                  </a:cubicBezTo>
                  <a:cubicBezTo>
                    <a:pt x="2717" y="500"/>
                    <a:pt x="2629" y="470"/>
                    <a:pt x="2564" y="470"/>
                  </a:cubicBezTo>
                  <a:cubicBezTo>
                    <a:pt x="2446" y="470"/>
                    <a:pt x="2322" y="595"/>
                    <a:pt x="2322" y="712"/>
                  </a:cubicBezTo>
                  <a:cubicBezTo>
                    <a:pt x="2293" y="836"/>
                    <a:pt x="2322" y="961"/>
                    <a:pt x="2417" y="1049"/>
                  </a:cubicBezTo>
                  <a:cubicBezTo>
                    <a:pt x="2417" y="1078"/>
                    <a:pt x="2446" y="1078"/>
                    <a:pt x="2446" y="1115"/>
                  </a:cubicBezTo>
                  <a:cubicBezTo>
                    <a:pt x="2370" y="1144"/>
                    <a:pt x="2285" y="1159"/>
                    <a:pt x="2197" y="1159"/>
                  </a:cubicBezTo>
                  <a:cubicBezTo>
                    <a:pt x="2110" y="1159"/>
                    <a:pt x="2018" y="1144"/>
                    <a:pt x="1927" y="1115"/>
                  </a:cubicBezTo>
                  <a:cubicBezTo>
                    <a:pt x="1802" y="1078"/>
                    <a:pt x="1685" y="990"/>
                    <a:pt x="1619" y="866"/>
                  </a:cubicBezTo>
                  <a:cubicBezTo>
                    <a:pt x="1648" y="836"/>
                    <a:pt x="1714" y="807"/>
                    <a:pt x="1743" y="778"/>
                  </a:cubicBezTo>
                  <a:cubicBezTo>
                    <a:pt x="1831" y="683"/>
                    <a:pt x="1897" y="595"/>
                    <a:pt x="1897" y="500"/>
                  </a:cubicBezTo>
                  <a:cubicBezTo>
                    <a:pt x="1927" y="346"/>
                    <a:pt x="1831" y="229"/>
                    <a:pt x="1743" y="199"/>
                  </a:cubicBezTo>
                  <a:cubicBezTo>
                    <a:pt x="1720" y="193"/>
                    <a:pt x="1697" y="189"/>
                    <a:pt x="1675" y="189"/>
                  </a:cubicBezTo>
                  <a:cubicBezTo>
                    <a:pt x="1577" y="189"/>
                    <a:pt x="1489" y="251"/>
                    <a:pt x="1436" y="346"/>
                  </a:cubicBezTo>
                  <a:cubicBezTo>
                    <a:pt x="1377" y="441"/>
                    <a:pt x="1377" y="529"/>
                    <a:pt x="1407" y="653"/>
                  </a:cubicBezTo>
                  <a:cubicBezTo>
                    <a:pt x="1407" y="712"/>
                    <a:pt x="1436" y="778"/>
                    <a:pt x="1436" y="807"/>
                  </a:cubicBezTo>
                  <a:cubicBezTo>
                    <a:pt x="1367" y="842"/>
                    <a:pt x="1296" y="856"/>
                    <a:pt x="1218" y="856"/>
                  </a:cubicBezTo>
                  <a:cubicBezTo>
                    <a:pt x="1163" y="856"/>
                    <a:pt x="1104" y="849"/>
                    <a:pt x="1041" y="836"/>
                  </a:cubicBezTo>
                  <a:cubicBezTo>
                    <a:pt x="887" y="807"/>
                    <a:pt x="733" y="712"/>
                    <a:pt x="645" y="566"/>
                  </a:cubicBezTo>
                  <a:cubicBezTo>
                    <a:pt x="674" y="566"/>
                    <a:pt x="704" y="529"/>
                    <a:pt x="704" y="500"/>
                  </a:cubicBezTo>
                  <a:cubicBezTo>
                    <a:pt x="770" y="470"/>
                    <a:pt x="828" y="382"/>
                    <a:pt x="857" y="287"/>
                  </a:cubicBezTo>
                  <a:cubicBezTo>
                    <a:pt x="887" y="199"/>
                    <a:pt x="857" y="75"/>
                    <a:pt x="770" y="16"/>
                  </a:cubicBezTo>
                  <a:cubicBezTo>
                    <a:pt x="726" y="16"/>
                    <a:pt x="685" y="0"/>
                    <a:pt x="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7" name="Google Shape;1077;p45"/>
            <p:cNvSpPr/>
            <p:nvPr/>
          </p:nvSpPr>
          <p:spPr>
            <a:xfrm>
              <a:off x="3880275" y="1769875"/>
              <a:ext cx="88450" cy="36500"/>
            </a:xfrm>
            <a:custGeom>
              <a:avLst/>
              <a:gdLst/>
              <a:ahLst/>
              <a:cxnLst/>
              <a:rect l="l" t="t" r="r" b="b"/>
              <a:pathLst>
                <a:path w="3538" h="1460" extrusionOk="0">
                  <a:moveTo>
                    <a:pt x="674" y="120"/>
                  </a:moveTo>
                  <a:cubicBezTo>
                    <a:pt x="704" y="120"/>
                    <a:pt x="704" y="120"/>
                    <a:pt x="733" y="149"/>
                  </a:cubicBezTo>
                  <a:cubicBezTo>
                    <a:pt x="762" y="178"/>
                    <a:pt x="762" y="208"/>
                    <a:pt x="762" y="266"/>
                  </a:cubicBezTo>
                  <a:cubicBezTo>
                    <a:pt x="733" y="332"/>
                    <a:pt x="704" y="362"/>
                    <a:pt x="674" y="420"/>
                  </a:cubicBezTo>
                  <a:cubicBezTo>
                    <a:pt x="609" y="449"/>
                    <a:pt x="579" y="515"/>
                    <a:pt x="521" y="545"/>
                  </a:cubicBezTo>
                  <a:lnTo>
                    <a:pt x="521" y="362"/>
                  </a:lnTo>
                  <a:cubicBezTo>
                    <a:pt x="521" y="303"/>
                    <a:pt x="521" y="208"/>
                    <a:pt x="579" y="149"/>
                  </a:cubicBezTo>
                  <a:cubicBezTo>
                    <a:pt x="609" y="149"/>
                    <a:pt x="638" y="120"/>
                    <a:pt x="674" y="120"/>
                  </a:cubicBezTo>
                  <a:close/>
                  <a:moveTo>
                    <a:pt x="1524" y="420"/>
                  </a:moveTo>
                  <a:cubicBezTo>
                    <a:pt x="1590" y="420"/>
                    <a:pt x="1648" y="486"/>
                    <a:pt x="1648" y="545"/>
                  </a:cubicBezTo>
                  <a:cubicBezTo>
                    <a:pt x="1648" y="603"/>
                    <a:pt x="1619" y="698"/>
                    <a:pt x="1590" y="728"/>
                  </a:cubicBezTo>
                  <a:cubicBezTo>
                    <a:pt x="1553" y="757"/>
                    <a:pt x="1524" y="786"/>
                    <a:pt x="1495" y="816"/>
                  </a:cubicBezTo>
                  <a:cubicBezTo>
                    <a:pt x="1495" y="786"/>
                    <a:pt x="1465" y="757"/>
                    <a:pt x="1465" y="728"/>
                  </a:cubicBezTo>
                  <a:cubicBezTo>
                    <a:pt x="1436" y="632"/>
                    <a:pt x="1436" y="574"/>
                    <a:pt x="1436" y="515"/>
                  </a:cubicBezTo>
                  <a:cubicBezTo>
                    <a:pt x="1436" y="486"/>
                    <a:pt x="1495" y="420"/>
                    <a:pt x="1524" y="420"/>
                  </a:cubicBezTo>
                  <a:close/>
                  <a:moveTo>
                    <a:pt x="2593" y="486"/>
                  </a:moveTo>
                  <a:cubicBezTo>
                    <a:pt x="2622" y="486"/>
                    <a:pt x="2688" y="515"/>
                    <a:pt x="2717" y="545"/>
                  </a:cubicBezTo>
                  <a:cubicBezTo>
                    <a:pt x="2776" y="603"/>
                    <a:pt x="2805" y="669"/>
                    <a:pt x="2805" y="728"/>
                  </a:cubicBezTo>
                  <a:cubicBezTo>
                    <a:pt x="2805" y="881"/>
                    <a:pt x="2717" y="999"/>
                    <a:pt x="2564" y="1064"/>
                  </a:cubicBezTo>
                  <a:lnTo>
                    <a:pt x="2534" y="1094"/>
                  </a:lnTo>
                  <a:cubicBezTo>
                    <a:pt x="2505" y="1064"/>
                    <a:pt x="2468" y="999"/>
                    <a:pt x="2439" y="969"/>
                  </a:cubicBezTo>
                  <a:cubicBezTo>
                    <a:pt x="2381" y="852"/>
                    <a:pt x="2381" y="757"/>
                    <a:pt x="2410" y="669"/>
                  </a:cubicBezTo>
                  <a:cubicBezTo>
                    <a:pt x="2410" y="574"/>
                    <a:pt x="2505" y="486"/>
                    <a:pt x="2593" y="486"/>
                  </a:cubicBezTo>
                  <a:close/>
                  <a:moveTo>
                    <a:pt x="673" y="1"/>
                  </a:moveTo>
                  <a:cubicBezTo>
                    <a:pt x="606" y="1"/>
                    <a:pt x="542" y="32"/>
                    <a:pt x="491" y="83"/>
                  </a:cubicBezTo>
                  <a:cubicBezTo>
                    <a:pt x="396" y="149"/>
                    <a:pt x="396" y="266"/>
                    <a:pt x="396" y="362"/>
                  </a:cubicBezTo>
                  <a:cubicBezTo>
                    <a:pt x="367" y="449"/>
                    <a:pt x="396" y="545"/>
                    <a:pt x="426" y="632"/>
                  </a:cubicBezTo>
                  <a:cubicBezTo>
                    <a:pt x="308" y="728"/>
                    <a:pt x="184" y="786"/>
                    <a:pt x="30" y="852"/>
                  </a:cubicBezTo>
                  <a:cubicBezTo>
                    <a:pt x="1" y="852"/>
                    <a:pt x="1" y="881"/>
                    <a:pt x="1" y="911"/>
                  </a:cubicBezTo>
                  <a:cubicBezTo>
                    <a:pt x="1" y="969"/>
                    <a:pt x="59" y="969"/>
                    <a:pt x="89" y="969"/>
                  </a:cubicBezTo>
                  <a:cubicBezTo>
                    <a:pt x="213" y="911"/>
                    <a:pt x="367" y="816"/>
                    <a:pt x="491" y="728"/>
                  </a:cubicBezTo>
                  <a:cubicBezTo>
                    <a:pt x="579" y="881"/>
                    <a:pt x="704" y="999"/>
                    <a:pt x="858" y="1064"/>
                  </a:cubicBezTo>
                  <a:cubicBezTo>
                    <a:pt x="927" y="1084"/>
                    <a:pt x="997" y="1094"/>
                    <a:pt x="1066" y="1094"/>
                  </a:cubicBezTo>
                  <a:cubicBezTo>
                    <a:pt x="1206" y="1094"/>
                    <a:pt x="1342" y="1053"/>
                    <a:pt x="1465" y="969"/>
                  </a:cubicBezTo>
                  <a:cubicBezTo>
                    <a:pt x="1590" y="1123"/>
                    <a:pt x="1736" y="1218"/>
                    <a:pt x="1890" y="1277"/>
                  </a:cubicBezTo>
                  <a:cubicBezTo>
                    <a:pt x="1985" y="1303"/>
                    <a:pt x="2082" y="1318"/>
                    <a:pt x="2177" y="1318"/>
                  </a:cubicBezTo>
                  <a:cubicBezTo>
                    <a:pt x="2292" y="1318"/>
                    <a:pt x="2404" y="1296"/>
                    <a:pt x="2505" y="1248"/>
                  </a:cubicBezTo>
                  <a:cubicBezTo>
                    <a:pt x="2593" y="1335"/>
                    <a:pt x="2717" y="1401"/>
                    <a:pt x="2871" y="1431"/>
                  </a:cubicBezTo>
                  <a:cubicBezTo>
                    <a:pt x="2930" y="1431"/>
                    <a:pt x="2988" y="1460"/>
                    <a:pt x="3054" y="1460"/>
                  </a:cubicBezTo>
                  <a:cubicBezTo>
                    <a:pt x="3201" y="1460"/>
                    <a:pt x="3384" y="1401"/>
                    <a:pt x="3508" y="1306"/>
                  </a:cubicBezTo>
                  <a:cubicBezTo>
                    <a:pt x="3538" y="1277"/>
                    <a:pt x="3538" y="1248"/>
                    <a:pt x="3508" y="1218"/>
                  </a:cubicBezTo>
                  <a:cubicBezTo>
                    <a:pt x="3508" y="1200"/>
                    <a:pt x="3501" y="1191"/>
                    <a:pt x="3490" y="1191"/>
                  </a:cubicBezTo>
                  <a:cubicBezTo>
                    <a:pt x="3479" y="1191"/>
                    <a:pt x="3464" y="1200"/>
                    <a:pt x="3450" y="1218"/>
                  </a:cubicBezTo>
                  <a:cubicBezTo>
                    <a:pt x="3318" y="1282"/>
                    <a:pt x="3186" y="1330"/>
                    <a:pt x="3054" y="1330"/>
                  </a:cubicBezTo>
                  <a:cubicBezTo>
                    <a:pt x="3003" y="1330"/>
                    <a:pt x="2952" y="1322"/>
                    <a:pt x="2900" y="1306"/>
                  </a:cubicBezTo>
                  <a:cubicBezTo>
                    <a:pt x="2776" y="1277"/>
                    <a:pt x="2717" y="1248"/>
                    <a:pt x="2622" y="1182"/>
                  </a:cubicBezTo>
                  <a:cubicBezTo>
                    <a:pt x="2805" y="1064"/>
                    <a:pt x="2900" y="911"/>
                    <a:pt x="2930" y="757"/>
                  </a:cubicBezTo>
                  <a:cubicBezTo>
                    <a:pt x="2930" y="632"/>
                    <a:pt x="2900" y="545"/>
                    <a:pt x="2805" y="449"/>
                  </a:cubicBezTo>
                  <a:cubicBezTo>
                    <a:pt x="2747" y="391"/>
                    <a:pt x="2652" y="362"/>
                    <a:pt x="2564" y="362"/>
                  </a:cubicBezTo>
                  <a:cubicBezTo>
                    <a:pt x="2439" y="391"/>
                    <a:pt x="2322" y="486"/>
                    <a:pt x="2285" y="632"/>
                  </a:cubicBezTo>
                  <a:cubicBezTo>
                    <a:pt x="2256" y="757"/>
                    <a:pt x="2256" y="881"/>
                    <a:pt x="2351" y="999"/>
                  </a:cubicBezTo>
                  <a:cubicBezTo>
                    <a:pt x="2351" y="1064"/>
                    <a:pt x="2381" y="1094"/>
                    <a:pt x="2410" y="1152"/>
                  </a:cubicBezTo>
                  <a:cubicBezTo>
                    <a:pt x="2320" y="1170"/>
                    <a:pt x="2219" y="1189"/>
                    <a:pt x="2120" y="1189"/>
                  </a:cubicBezTo>
                  <a:cubicBezTo>
                    <a:pt x="2051" y="1189"/>
                    <a:pt x="1983" y="1180"/>
                    <a:pt x="1919" y="1152"/>
                  </a:cubicBezTo>
                  <a:cubicBezTo>
                    <a:pt x="1802" y="1094"/>
                    <a:pt x="1678" y="1035"/>
                    <a:pt x="1590" y="911"/>
                  </a:cubicBezTo>
                  <a:cubicBezTo>
                    <a:pt x="1619" y="881"/>
                    <a:pt x="1648" y="852"/>
                    <a:pt x="1678" y="816"/>
                  </a:cubicBezTo>
                  <a:cubicBezTo>
                    <a:pt x="1736" y="728"/>
                    <a:pt x="1773" y="603"/>
                    <a:pt x="1773" y="515"/>
                  </a:cubicBezTo>
                  <a:cubicBezTo>
                    <a:pt x="1736" y="391"/>
                    <a:pt x="1648" y="303"/>
                    <a:pt x="1524" y="303"/>
                  </a:cubicBezTo>
                  <a:cubicBezTo>
                    <a:pt x="1436" y="303"/>
                    <a:pt x="1341" y="391"/>
                    <a:pt x="1312" y="486"/>
                  </a:cubicBezTo>
                  <a:cubicBezTo>
                    <a:pt x="1282" y="574"/>
                    <a:pt x="1312" y="669"/>
                    <a:pt x="1341" y="757"/>
                  </a:cubicBezTo>
                  <a:cubicBezTo>
                    <a:pt x="1370" y="786"/>
                    <a:pt x="1370" y="852"/>
                    <a:pt x="1407" y="881"/>
                  </a:cubicBezTo>
                  <a:cubicBezTo>
                    <a:pt x="1307" y="938"/>
                    <a:pt x="1196" y="970"/>
                    <a:pt x="1088" y="970"/>
                  </a:cubicBezTo>
                  <a:cubicBezTo>
                    <a:pt x="1029" y="970"/>
                    <a:pt x="971" y="961"/>
                    <a:pt x="916" y="940"/>
                  </a:cubicBezTo>
                  <a:cubicBezTo>
                    <a:pt x="762" y="881"/>
                    <a:pt x="638" y="786"/>
                    <a:pt x="579" y="669"/>
                  </a:cubicBezTo>
                  <a:cubicBezTo>
                    <a:pt x="638" y="603"/>
                    <a:pt x="704" y="545"/>
                    <a:pt x="762" y="486"/>
                  </a:cubicBezTo>
                  <a:cubicBezTo>
                    <a:pt x="792" y="449"/>
                    <a:pt x="858" y="391"/>
                    <a:pt x="887" y="303"/>
                  </a:cubicBezTo>
                  <a:cubicBezTo>
                    <a:pt x="887" y="208"/>
                    <a:pt x="887" y="120"/>
                    <a:pt x="821" y="54"/>
                  </a:cubicBezTo>
                  <a:cubicBezTo>
                    <a:pt x="772" y="17"/>
                    <a:pt x="721" y="1"/>
                    <a:pt x="6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8" name="Google Shape;1078;p45"/>
            <p:cNvSpPr/>
            <p:nvPr/>
          </p:nvSpPr>
          <p:spPr>
            <a:xfrm>
              <a:off x="3871850" y="1816250"/>
              <a:ext cx="88450" cy="32050"/>
            </a:xfrm>
            <a:custGeom>
              <a:avLst/>
              <a:gdLst/>
              <a:ahLst/>
              <a:cxnLst/>
              <a:rect l="l" t="t" r="r" b="b"/>
              <a:pathLst>
                <a:path w="3538" h="1282" extrusionOk="0">
                  <a:moveTo>
                    <a:pt x="675" y="125"/>
                  </a:moveTo>
                  <a:cubicBezTo>
                    <a:pt x="704" y="183"/>
                    <a:pt x="675" y="279"/>
                    <a:pt x="609" y="337"/>
                  </a:cubicBezTo>
                  <a:cubicBezTo>
                    <a:pt x="579" y="396"/>
                    <a:pt x="550" y="425"/>
                    <a:pt x="521" y="425"/>
                  </a:cubicBezTo>
                  <a:lnTo>
                    <a:pt x="492" y="425"/>
                  </a:lnTo>
                  <a:cubicBezTo>
                    <a:pt x="492" y="366"/>
                    <a:pt x="462" y="242"/>
                    <a:pt x="492" y="183"/>
                  </a:cubicBezTo>
                  <a:cubicBezTo>
                    <a:pt x="521" y="154"/>
                    <a:pt x="550" y="125"/>
                    <a:pt x="609" y="125"/>
                  </a:cubicBezTo>
                  <a:close/>
                  <a:moveTo>
                    <a:pt x="1707" y="337"/>
                  </a:moveTo>
                  <a:cubicBezTo>
                    <a:pt x="1707" y="337"/>
                    <a:pt x="1744" y="337"/>
                    <a:pt x="1744" y="366"/>
                  </a:cubicBezTo>
                  <a:cubicBezTo>
                    <a:pt x="1773" y="366"/>
                    <a:pt x="1773" y="396"/>
                    <a:pt x="1802" y="425"/>
                  </a:cubicBezTo>
                  <a:cubicBezTo>
                    <a:pt x="1802" y="491"/>
                    <a:pt x="1773" y="549"/>
                    <a:pt x="1707" y="608"/>
                  </a:cubicBezTo>
                  <a:cubicBezTo>
                    <a:pt x="1678" y="674"/>
                    <a:pt x="1649" y="703"/>
                    <a:pt x="1590" y="733"/>
                  </a:cubicBezTo>
                  <a:cubicBezTo>
                    <a:pt x="1590" y="703"/>
                    <a:pt x="1561" y="674"/>
                    <a:pt x="1561" y="608"/>
                  </a:cubicBezTo>
                  <a:cubicBezTo>
                    <a:pt x="1561" y="549"/>
                    <a:pt x="1561" y="462"/>
                    <a:pt x="1590" y="396"/>
                  </a:cubicBezTo>
                  <a:cubicBezTo>
                    <a:pt x="1619" y="366"/>
                    <a:pt x="1649" y="337"/>
                    <a:pt x="1707" y="337"/>
                  </a:cubicBezTo>
                  <a:close/>
                  <a:moveTo>
                    <a:pt x="2718" y="425"/>
                  </a:moveTo>
                  <a:cubicBezTo>
                    <a:pt x="2718" y="425"/>
                    <a:pt x="2747" y="425"/>
                    <a:pt x="2776" y="462"/>
                  </a:cubicBezTo>
                  <a:cubicBezTo>
                    <a:pt x="2842" y="491"/>
                    <a:pt x="2842" y="608"/>
                    <a:pt x="2805" y="703"/>
                  </a:cubicBezTo>
                  <a:cubicBezTo>
                    <a:pt x="2776" y="762"/>
                    <a:pt x="2747" y="857"/>
                    <a:pt x="2688" y="916"/>
                  </a:cubicBezTo>
                  <a:cubicBezTo>
                    <a:pt x="2659" y="886"/>
                    <a:pt x="2622" y="857"/>
                    <a:pt x="2593" y="828"/>
                  </a:cubicBezTo>
                  <a:cubicBezTo>
                    <a:pt x="2593" y="762"/>
                    <a:pt x="2535" y="645"/>
                    <a:pt x="2564" y="549"/>
                  </a:cubicBezTo>
                  <a:cubicBezTo>
                    <a:pt x="2593" y="491"/>
                    <a:pt x="2622" y="462"/>
                    <a:pt x="2688" y="462"/>
                  </a:cubicBezTo>
                  <a:cubicBezTo>
                    <a:pt x="2688" y="425"/>
                    <a:pt x="2688" y="425"/>
                    <a:pt x="2718" y="425"/>
                  </a:cubicBezTo>
                  <a:close/>
                  <a:moveTo>
                    <a:pt x="579" y="0"/>
                  </a:moveTo>
                  <a:cubicBezTo>
                    <a:pt x="521" y="0"/>
                    <a:pt x="426" y="30"/>
                    <a:pt x="396" y="125"/>
                  </a:cubicBezTo>
                  <a:cubicBezTo>
                    <a:pt x="338" y="213"/>
                    <a:pt x="338" y="366"/>
                    <a:pt x="396" y="462"/>
                  </a:cubicBezTo>
                  <a:lnTo>
                    <a:pt x="396" y="520"/>
                  </a:lnTo>
                  <a:cubicBezTo>
                    <a:pt x="309" y="579"/>
                    <a:pt x="184" y="608"/>
                    <a:pt x="60" y="608"/>
                  </a:cubicBezTo>
                  <a:cubicBezTo>
                    <a:pt x="30" y="608"/>
                    <a:pt x="1" y="645"/>
                    <a:pt x="1" y="674"/>
                  </a:cubicBezTo>
                  <a:cubicBezTo>
                    <a:pt x="1" y="703"/>
                    <a:pt x="30" y="733"/>
                    <a:pt x="60" y="733"/>
                  </a:cubicBezTo>
                  <a:cubicBezTo>
                    <a:pt x="184" y="733"/>
                    <a:pt x="338" y="674"/>
                    <a:pt x="462" y="608"/>
                  </a:cubicBezTo>
                  <a:cubicBezTo>
                    <a:pt x="579" y="828"/>
                    <a:pt x="792" y="974"/>
                    <a:pt x="1041" y="1011"/>
                  </a:cubicBezTo>
                  <a:cubicBezTo>
                    <a:pt x="1079" y="1018"/>
                    <a:pt x="1118" y="1022"/>
                    <a:pt x="1159" y="1022"/>
                  </a:cubicBezTo>
                  <a:cubicBezTo>
                    <a:pt x="1285" y="1022"/>
                    <a:pt x="1423" y="987"/>
                    <a:pt x="1561" y="916"/>
                  </a:cubicBezTo>
                  <a:cubicBezTo>
                    <a:pt x="1678" y="1128"/>
                    <a:pt x="1890" y="1282"/>
                    <a:pt x="2139" y="1282"/>
                  </a:cubicBezTo>
                  <a:lnTo>
                    <a:pt x="2198" y="1282"/>
                  </a:lnTo>
                  <a:cubicBezTo>
                    <a:pt x="2381" y="1282"/>
                    <a:pt x="2564" y="1223"/>
                    <a:pt x="2688" y="1099"/>
                  </a:cubicBezTo>
                  <a:cubicBezTo>
                    <a:pt x="2828" y="1188"/>
                    <a:pt x="3000" y="1235"/>
                    <a:pt x="3166" y="1235"/>
                  </a:cubicBezTo>
                  <a:cubicBezTo>
                    <a:pt x="3288" y="1235"/>
                    <a:pt x="3407" y="1210"/>
                    <a:pt x="3508" y="1157"/>
                  </a:cubicBezTo>
                  <a:cubicBezTo>
                    <a:pt x="3538" y="1128"/>
                    <a:pt x="3538" y="1099"/>
                    <a:pt x="3508" y="1069"/>
                  </a:cubicBezTo>
                  <a:cubicBezTo>
                    <a:pt x="3508" y="1040"/>
                    <a:pt x="3479" y="1040"/>
                    <a:pt x="3450" y="1040"/>
                  </a:cubicBezTo>
                  <a:cubicBezTo>
                    <a:pt x="3357" y="1091"/>
                    <a:pt x="3251" y="1115"/>
                    <a:pt x="3146" y="1115"/>
                  </a:cubicBezTo>
                  <a:cubicBezTo>
                    <a:pt x="3012" y="1115"/>
                    <a:pt x="2879" y="1077"/>
                    <a:pt x="2776" y="1011"/>
                  </a:cubicBezTo>
                  <a:cubicBezTo>
                    <a:pt x="2842" y="916"/>
                    <a:pt x="2901" y="828"/>
                    <a:pt x="2930" y="733"/>
                  </a:cubicBezTo>
                  <a:cubicBezTo>
                    <a:pt x="2959" y="608"/>
                    <a:pt x="2959" y="425"/>
                    <a:pt x="2842" y="337"/>
                  </a:cubicBezTo>
                  <a:cubicBezTo>
                    <a:pt x="2809" y="322"/>
                    <a:pt x="2778" y="315"/>
                    <a:pt x="2743" y="315"/>
                  </a:cubicBezTo>
                  <a:cubicBezTo>
                    <a:pt x="2708" y="315"/>
                    <a:pt x="2670" y="322"/>
                    <a:pt x="2622" y="337"/>
                  </a:cubicBezTo>
                  <a:cubicBezTo>
                    <a:pt x="2564" y="366"/>
                    <a:pt x="2505" y="425"/>
                    <a:pt x="2476" y="491"/>
                  </a:cubicBezTo>
                  <a:cubicBezTo>
                    <a:pt x="2410" y="608"/>
                    <a:pt x="2410" y="733"/>
                    <a:pt x="2505" y="886"/>
                  </a:cubicBezTo>
                  <a:cubicBezTo>
                    <a:pt x="2535" y="916"/>
                    <a:pt x="2564" y="974"/>
                    <a:pt x="2593" y="1011"/>
                  </a:cubicBezTo>
                  <a:cubicBezTo>
                    <a:pt x="2498" y="1106"/>
                    <a:pt x="2379" y="1167"/>
                    <a:pt x="2255" y="1167"/>
                  </a:cubicBezTo>
                  <a:cubicBezTo>
                    <a:pt x="2226" y="1167"/>
                    <a:pt x="2197" y="1164"/>
                    <a:pt x="2168" y="1157"/>
                  </a:cubicBezTo>
                  <a:cubicBezTo>
                    <a:pt x="1956" y="1157"/>
                    <a:pt x="1773" y="1040"/>
                    <a:pt x="1649" y="857"/>
                  </a:cubicBezTo>
                  <a:cubicBezTo>
                    <a:pt x="1707" y="828"/>
                    <a:pt x="1773" y="762"/>
                    <a:pt x="1832" y="703"/>
                  </a:cubicBezTo>
                  <a:cubicBezTo>
                    <a:pt x="1890" y="608"/>
                    <a:pt x="1927" y="491"/>
                    <a:pt x="1890" y="396"/>
                  </a:cubicBezTo>
                  <a:cubicBezTo>
                    <a:pt x="1890" y="337"/>
                    <a:pt x="1861" y="279"/>
                    <a:pt x="1832" y="242"/>
                  </a:cubicBezTo>
                  <a:cubicBezTo>
                    <a:pt x="1797" y="226"/>
                    <a:pt x="1761" y="219"/>
                    <a:pt x="1726" y="219"/>
                  </a:cubicBezTo>
                  <a:cubicBezTo>
                    <a:pt x="1632" y="219"/>
                    <a:pt x="1542" y="268"/>
                    <a:pt x="1495" y="337"/>
                  </a:cubicBezTo>
                  <a:cubicBezTo>
                    <a:pt x="1436" y="396"/>
                    <a:pt x="1407" y="520"/>
                    <a:pt x="1436" y="645"/>
                  </a:cubicBezTo>
                  <a:cubicBezTo>
                    <a:pt x="1436" y="703"/>
                    <a:pt x="1465" y="762"/>
                    <a:pt x="1495" y="828"/>
                  </a:cubicBezTo>
                  <a:cubicBezTo>
                    <a:pt x="1382" y="871"/>
                    <a:pt x="1274" y="898"/>
                    <a:pt x="1163" y="898"/>
                  </a:cubicBezTo>
                  <a:cubicBezTo>
                    <a:pt x="1123" y="898"/>
                    <a:pt x="1082" y="894"/>
                    <a:pt x="1041" y="886"/>
                  </a:cubicBezTo>
                  <a:cubicBezTo>
                    <a:pt x="858" y="857"/>
                    <a:pt x="675" y="733"/>
                    <a:pt x="550" y="549"/>
                  </a:cubicBezTo>
                  <a:cubicBezTo>
                    <a:pt x="609" y="520"/>
                    <a:pt x="675" y="491"/>
                    <a:pt x="704" y="425"/>
                  </a:cubicBezTo>
                  <a:cubicBezTo>
                    <a:pt x="792" y="337"/>
                    <a:pt x="858" y="154"/>
                    <a:pt x="763" y="59"/>
                  </a:cubicBezTo>
                  <a:cubicBezTo>
                    <a:pt x="704" y="0"/>
                    <a:pt x="645" y="0"/>
                    <a:pt x="5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79" name="Google Shape;1079;p45"/>
            <p:cNvSpPr/>
            <p:nvPr/>
          </p:nvSpPr>
          <p:spPr>
            <a:xfrm>
              <a:off x="3929900" y="1846075"/>
              <a:ext cx="43400" cy="35000"/>
            </a:xfrm>
            <a:custGeom>
              <a:avLst/>
              <a:gdLst/>
              <a:ahLst/>
              <a:cxnLst/>
              <a:rect l="l" t="t" r="r" b="b"/>
              <a:pathLst>
                <a:path w="1735" h="1400" extrusionOk="0">
                  <a:moveTo>
                    <a:pt x="271" y="1"/>
                  </a:moveTo>
                  <a:lnTo>
                    <a:pt x="0" y="1399"/>
                  </a:lnTo>
                  <a:lnTo>
                    <a:pt x="0" y="1399"/>
                  </a:lnTo>
                  <a:lnTo>
                    <a:pt x="1736" y="272"/>
                  </a:lnTo>
                  <a:lnTo>
                    <a:pt x="2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0" name="Google Shape;1080;p45"/>
            <p:cNvSpPr/>
            <p:nvPr/>
          </p:nvSpPr>
          <p:spPr>
            <a:xfrm>
              <a:off x="3928250" y="1844425"/>
              <a:ext cx="46700" cy="38300"/>
            </a:xfrm>
            <a:custGeom>
              <a:avLst/>
              <a:gdLst/>
              <a:ahLst/>
              <a:cxnLst/>
              <a:rect l="l" t="t" r="r" b="b"/>
              <a:pathLst>
                <a:path w="1868" h="1532" extrusionOk="0">
                  <a:moveTo>
                    <a:pt x="403" y="125"/>
                  </a:moveTo>
                  <a:lnTo>
                    <a:pt x="1648" y="367"/>
                  </a:lnTo>
                  <a:lnTo>
                    <a:pt x="154" y="1348"/>
                  </a:lnTo>
                  <a:lnTo>
                    <a:pt x="154" y="1348"/>
                  </a:lnTo>
                  <a:lnTo>
                    <a:pt x="403" y="125"/>
                  </a:lnTo>
                  <a:close/>
                  <a:moveTo>
                    <a:pt x="308" y="1"/>
                  </a:moveTo>
                  <a:cubicBezTo>
                    <a:pt x="308" y="1"/>
                    <a:pt x="308" y="30"/>
                    <a:pt x="279" y="30"/>
                  </a:cubicBezTo>
                  <a:lnTo>
                    <a:pt x="0" y="1465"/>
                  </a:lnTo>
                  <a:cubicBezTo>
                    <a:pt x="0" y="1495"/>
                    <a:pt x="37" y="1495"/>
                    <a:pt x="37" y="1531"/>
                  </a:cubicBezTo>
                  <a:lnTo>
                    <a:pt x="125" y="1531"/>
                  </a:lnTo>
                  <a:lnTo>
                    <a:pt x="1831" y="396"/>
                  </a:lnTo>
                  <a:cubicBezTo>
                    <a:pt x="1868" y="367"/>
                    <a:pt x="1868" y="338"/>
                    <a:pt x="1868" y="338"/>
                  </a:cubicBezTo>
                  <a:cubicBezTo>
                    <a:pt x="1868" y="308"/>
                    <a:pt x="1831" y="279"/>
                    <a:pt x="1802" y="279"/>
                  </a:cubicBezTo>
                  <a:lnTo>
                    <a:pt x="3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081" name="Google Shape;1081;p45"/>
          <p:cNvGrpSpPr/>
          <p:nvPr/>
        </p:nvGrpSpPr>
        <p:grpSpPr>
          <a:xfrm>
            <a:off x="6937643" y="1031083"/>
            <a:ext cx="599030" cy="615673"/>
            <a:chOff x="6937600" y="1150975"/>
            <a:chExt cx="482350" cy="495751"/>
          </a:xfrm>
        </p:grpSpPr>
        <p:sp>
          <p:nvSpPr>
            <p:cNvPr id="1082" name="Google Shape;1082;p45"/>
            <p:cNvSpPr/>
            <p:nvPr/>
          </p:nvSpPr>
          <p:spPr>
            <a:xfrm>
              <a:off x="6941371" y="1154811"/>
              <a:ext cx="472407" cy="488078"/>
            </a:xfrm>
            <a:custGeom>
              <a:avLst/>
              <a:gdLst/>
              <a:ahLst/>
              <a:cxnLst/>
              <a:rect l="l" t="t" r="r" b="b"/>
              <a:pathLst>
                <a:path w="7263" h="7506" extrusionOk="0">
                  <a:moveTo>
                    <a:pt x="6445" y="0"/>
                  </a:moveTo>
                  <a:lnTo>
                    <a:pt x="1" y="1069"/>
                  </a:lnTo>
                  <a:lnTo>
                    <a:pt x="1099" y="7506"/>
                  </a:lnTo>
                  <a:lnTo>
                    <a:pt x="6108" y="6649"/>
                  </a:lnTo>
                  <a:lnTo>
                    <a:pt x="7265" y="4972"/>
                  </a:lnTo>
                  <a:lnTo>
                    <a:pt x="64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3" name="Google Shape;1083;p45"/>
            <p:cNvSpPr/>
            <p:nvPr/>
          </p:nvSpPr>
          <p:spPr>
            <a:xfrm>
              <a:off x="6937600" y="1150975"/>
              <a:ext cx="480015" cy="495751"/>
            </a:xfrm>
            <a:custGeom>
              <a:avLst/>
              <a:gdLst/>
              <a:ahLst/>
              <a:cxnLst/>
              <a:rect l="l" t="t" r="r" b="b"/>
              <a:pathLst>
                <a:path w="7381" h="7624" extrusionOk="0">
                  <a:moveTo>
                    <a:pt x="6437" y="118"/>
                  </a:moveTo>
                  <a:lnTo>
                    <a:pt x="7264" y="5002"/>
                  </a:lnTo>
                  <a:lnTo>
                    <a:pt x="6136" y="6650"/>
                  </a:lnTo>
                  <a:lnTo>
                    <a:pt x="1194" y="7506"/>
                  </a:lnTo>
                  <a:lnTo>
                    <a:pt x="154" y="1187"/>
                  </a:lnTo>
                  <a:lnTo>
                    <a:pt x="6437" y="118"/>
                  </a:lnTo>
                  <a:close/>
                  <a:moveTo>
                    <a:pt x="6466" y="1"/>
                  </a:moveTo>
                  <a:lnTo>
                    <a:pt x="59" y="1070"/>
                  </a:lnTo>
                  <a:cubicBezTo>
                    <a:pt x="29" y="1099"/>
                    <a:pt x="0" y="1128"/>
                    <a:pt x="0" y="1158"/>
                  </a:cubicBezTo>
                  <a:lnTo>
                    <a:pt x="1099" y="7565"/>
                  </a:lnTo>
                  <a:cubicBezTo>
                    <a:pt x="1099" y="7594"/>
                    <a:pt x="1128" y="7623"/>
                    <a:pt x="1157" y="7623"/>
                  </a:cubicBezTo>
                  <a:lnTo>
                    <a:pt x="6166" y="6774"/>
                  </a:lnTo>
                  <a:cubicBezTo>
                    <a:pt x="6195" y="6774"/>
                    <a:pt x="6195" y="6774"/>
                    <a:pt x="6195" y="6745"/>
                  </a:cubicBezTo>
                  <a:lnTo>
                    <a:pt x="7381" y="5061"/>
                  </a:lnTo>
                  <a:lnTo>
                    <a:pt x="7381" y="5031"/>
                  </a:lnTo>
                  <a:lnTo>
                    <a:pt x="6561" y="30"/>
                  </a:lnTo>
                  <a:cubicBezTo>
                    <a:pt x="6561" y="1"/>
                    <a:pt x="6532" y="1"/>
                    <a:pt x="6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4" name="Google Shape;1084;p45"/>
            <p:cNvSpPr/>
            <p:nvPr/>
          </p:nvSpPr>
          <p:spPr>
            <a:xfrm>
              <a:off x="6979475" y="1190510"/>
              <a:ext cx="364790" cy="93376"/>
            </a:xfrm>
            <a:custGeom>
              <a:avLst/>
              <a:gdLst/>
              <a:ahLst/>
              <a:cxnLst/>
              <a:rect l="l" t="t" r="r" b="b"/>
              <a:pathLst>
                <a:path w="5610" h="1436" extrusionOk="0">
                  <a:moveTo>
                    <a:pt x="5522" y="1"/>
                  </a:moveTo>
                  <a:lnTo>
                    <a:pt x="1" y="916"/>
                  </a:lnTo>
                  <a:lnTo>
                    <a:pt x="88" y="1436"/>
                  </a:lnTo>
                  <a:lnTo>
                    <a:pt x="5610" y="520"/>
                  </a:lnTo>
                  <a:lnTo>
                    <a:pt x="55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5" name="Google Shape;1085;p45"/>
            <p:cNvSpPr/>
            <p:nvPr/>
          </p:nvSpPr>
          <p:spPr>
            <a:xfrm>
              <a:off x="6975184" y="1186738"/>
              <a:ext cx="373374" cy="100984"/>
            </a:xfrm>
            <a:custGeom>
              <a:avLst/>
              <a:gdLst/>
              <a:ahLst/>
              <a:cxnLst/>
              <a:rect l="l" t="t" r="r" b="b"/>
              <a:pathLst>
                <a:path w="5742" h="1553" extrusionOk="0">
                  <a:moveTo>
                    <a:pt x="5522" y="117"/>
                  </a:moveTo>
                  <a:lnTo>
                    <a:pt x="5617" y="549"/>
                  </a:lnTo>
                  <a:lnTo>
                    <a:pt x="213" y="1435"/>
                  </a:lnTo>
                  <a:lnTo>
                    <a:pt x="125" y="1003"/>
                  </a:lnTo>
                  <a:lnTo>
                    <a:pt x="5522" y="117"/>
                  </a:lnTo>
                  <a:close/>
                  <a:moveTo>
                    <a:pt x="5646" y="0"/>
                  </a:moveTo>
                  <a:lnTo>
                    <a:pt x="1" y="915"/>
                  </a:lnTo>
                  <a:lnTo>
                    <a:pt x="96" y="1552"/>
                  </a:lnTo>
                  <a:lnTo>
                    <a:pt x="5741" y="637"/>
                  </a:lnTo>
                  <a:lnTo>
                    <a:pt x="56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6" name="Google Shape;1086;p45"/>
            <p:cNvSpPr/>
            <p:nvPr/>
          </p:nvSpPr>
          <p:spPr>
            <a:xfrm>
              <a:off x="6989034" y="1253843"/>
              <a:ext cx="365245" cy="93376"/>
            </a:xfrm>
            <a:custGeom>
              <a:avLst/>
              <a:gdLst/>
              <a:ahLst/>
              <a:cxnLst/>
              <a:rect l="l" t="t" r="r" b="b"/>
              <a:pathLst>
                <a:path w="5617" h="1436" extrusionOk="0">
                  <a:moveTo>
                    <a:pt x="5528" y="0"/>
                  </a:moveTo>
                  <a:lnTo>
                    <a:pt x="0" y="886"/>
                  </a:lnTo>
                  <a:lnTo>
                    <a:pt x="95" y="1436"/>
                  </a:lnTo>
                  <a:lnTo>
                    <a:pt x="5616" y="520"/>
                  </a:lnTo>
                  <a:lnTo>
                    <a:pt x="55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7" name="Google Shape;1087;p45"/>
            <p:cNvSpPr/>
            <p:nvPr/>
          </p:nvSpPr>
          <p:spPr>
            <a:xfrm>
              <a:off x="6985198" y="1250006"/>
              <a:ext cx="372853" cy="101504"/>
            </a:xfrm>
            <a:custGeom>
              <a:avLst/>
              <a:gdLst/>
              <a:ahLst/>
              <a:cxnLst/>
              <a:rect l="l" t="t" r="r" b="b"/>
              <a:pathLst>
                <a:path w="5734" h="1561" extrusionOk="0">
                  <a:moveTo>
                    <a:pt x="5551" y="125"/>
                  </a:moveTo>
                  <a:lnTo>
                    <a:pt x="5617" y="521"/>
                  </a:lnTo>
                  <a:lnTo>
                    <a:pt x="213" y="1407"/>
                  </a:lnTo>
                  <a:lnTo>
                    <a:pt x="154" y="1011"/>
                  </a:lnTo>
                  <a:lnTo>
                    <a:pt x="5551" y="125"/>
                  </a:lnTo>
                  <a:close/>
                  <a:moveTo>
                    <a:pt x="5646" y="1"/>
                  </a:moveTo>
                  <a:lnTo>
                    <a:pt x="0" y="916"/>
                  </a:lnTo>
                  <a:lnTo>
                    <a:pt x="96" y="1561"/>
                  </a:lnTo>
                  <a:lnTo>
                    <a:pt x="5734" y="645"/>
                  </a:lnTo>
                  <a:lnTo>
                    <a:pt x="56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8" name="Google Shape;1088;p45"/>
            <p:cNvSpPr/>
            <p:nvPr/>
          </p:nvSpPr>
          <p:spPr>
            <a:xfrm>
              <a:off x="7000933" y="1317631"/>
              <a:ext cx="363360" cy="91035"/>
            </a:xfrm>
            <a:custGeom>
              <a:avLst/>
              <a:gdLst/>
              <a:ahLst/>
              <a:cxnLst/>
              <a:rect l="l" t="t" r="r" b="b"/>
              <a:pathLst>
                <a:path w="5588" h="1400" extrusionOk="0">
                  <a:moveTo>
                    <a:pt x="5492" y="1"/>
                  </a:moveTo>
                  <a:lnTo>
                    <a:pt x="0" y="887"/>
                  </a:lnTo>
                  <a:lnTo>
                    <a:pt x="66" y="1399"/>
                  </a:lnTo>
                  <a:lnTo>
                    <a:pt x="5587" y="521"/>
                  </a:lnTo>
                  <a:lnTo>
                    <a:pt x="54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89" name="Google Shape;1089;p45"/>
            <p:cNvSpPr/>
            <p:nvPr/>
          </p:nvSpPr>
          <p:spPr>
            <a:xfrm>
              <a:off x="6995211" y="1311454"/>
              <a:ext cx="374739" cy="103390"/>
            </a:xfrm>
            <a:custGeom>
              <a:avLst/>
              <a:gdLst/>
              <a:ahLst/>
              <a:cxnLst/>
              <a:rect l="l" t="t" r="r" b="b"/>
              <a:pathLst>
                <a:path w="5763" h="1590" extrusionOk="0">
                  <a:moveTo>
                    <a:pt x="5551" y="154"/>
                  </a:moveTo>
                  <a:lnTo>
                    <a:pt x="5617" y="550"/>
                  </a:lnTo>
                  <a:lnTo>
                    <a:pt x="213" y="1436"/>
                  </a:lnTo>
                  <a:lnTo>
                    <a:pt x="154" y="1040"/>
                  </a:lnTo>
                  <a:lnTo>
                    <a:pt x="5551" y="154"/>
                  </a:lnTo>
                  <a:close/>
                  <a:moveTo>
                    <a:pt x="5646" y="0"/>
                  </a:moveTo>
                  <a:lnTo>
                    <a:pt x="0" y="945"/>
                  </a:lnTo>
                  <a:lnTo>
                    <a:pt x="125" y="1589"/>
                  </a:lnTo>
                  <a:lnTo>
                    <a:pt x="5763" y="674"/>
                  </a:lnTo>
                  <a:lnTo>
                    <a:pt x="56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0" name="Google Shape;1090;p45"/>
            <p:cNvSpPr/>
            <p:nvPr/>
          </p:nvSpPr>
          <p:spPr>
            <a:xfrm>
              <a:off x="7010882" y="1379079"/>
              <a:ext cx="363360" cy="93376"/>
            </a:xfrm>
            <a:custGeom>
              <a:avLst/>
              <a:gdLst/>
              <a:ahLst/>
              <a:cxnLst/>
              <a:rect l="l" t="t" r="r" b="b"/>
              <a:pathLst>
                <a:path w="5588" h="1436" extrusionOk="0">
                  <a:moveTo>
                    <a:pt x="5522" y="0"/>
                  </a:moveTo>
                  <a:lnTo>
                    <a:pt x="1" y="916"/>
                  </a:lnTo>
                  <a:lnTo>
                    <a:pt x="96" y="1435"/>
                  </a:lnTo>
                  <a:lnTo>
                    <a:pt x="5588" y="549"/>
                  </a:lnTo>
                  <a:lnTo>
                    <a:pt x="55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1" name="Google Shape;1091;p45"/>
            <p:cNvSpPr/>
            <p:nvPr/>
          </p:nvSpPr>
          <p:spPr>
            <a:xfrm>
              <a:off x="7005160" y="1375243"/>
              <a:ext cx="374804" cy="101049"/>
            </a:xfrm>
            <a:custGeom>
              <a:avLst/>
              <a:gdLst/>
              <a:ahLst/>
              <a:cxnLst/>
              <a:rect l="l" t="t" r="r" b="b"/>
              <a:pathLst>
                <a:path w="5764" h="1554" extrusionOk="0">
                  <a:moveTo>
                    <a:pt x="5551" y="147"/>
                  </a:moveTo>
                  <a:lnTo>
                    <a:pt x="5610" y="550"/>
                  </a:lnTo>
                  <a:lnTo>
                    <a:pt x="213" y="1429"/>
                  </a:lnTo>
                  <a:lnTo>
                    <a:pt x="155" y="1033"/>
                  </a:lnTo>
                  <a:lnTo>
                    <a:pt x="5551" y="147"/>
                  </a:lnTo>
                  <a:close/>
                  <a:moveTo>
                    <a:pt x="5647" y="1"/>
                  </a:moveTo>
                  <a:lnTo>
                    <a:pt x="1" y="916"/>
                  </a:lnTo>
                  <a:lnTo>
                    <a:pt x="118" y="1553"/>
                  </a:lnTo>
                  <a:lnTo>
                    <a:pt x="5764" y="638"/>
                  </a:lnTo>
                  <a:lnTo>
                    <a:pt x="56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2" name="Google Shape;1092;p45"/>
            <p:cNvSpPr/>
            <p:nvPr/>
          </p:nvSpPr>
          <p:spPr>
            <a:xfrm>
              <a:off x="7020896" y="1442412"/>
              <a:ext cx="365245" cy="93376"/>
            </a:xfrm>
            <a:custGeom>
              <a:avLst/>
              <a:gdLst/>
              <a:ahLst/>
              <a:cxnLst/>
              <a:rect l="l" t="t" r="r" b="b"/>
              <a:pathLst>
                <a:path w="5617" h="1436" extrusionOk="0">
                  <a:moveTo>
                    <a:pt x="5522" y="0"/>
                  </a:moveTo>
                  <a:lnTo>
                    <a:pt x="1" y="915"/>
                  </a:lnTo>
                  <a:lnTo>
                    <a:pt x="96" y="1435"/>
                  </a:lnTo>
                  <a:lnTo>
                    <a:pt x="5617" y="520"/>
                  </a:lnTo>
                  <a:lnTo>
                    <a:pt x="55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3" name="Google Shape;1093;p45"/>
            <p:cNvSpPr/>
            <p:nvPr/>
          </p:nvSpPr>
          <p:spPr>
            <a:xfrm>
              <a:off x="7017124" y="1438576"/>
              <a:ext cx="372853" cy="100984"/>
            </a:xfrm>
            <a:custGeom>
              <a:avLst/>
              <a:gdLst/>
              <a:ahLst/>
              <a:cxnLst/>
              <a:rect l="l" t="t" r="r" b="b"/>
              <a:pathLst>
                <a:path w="5734" h="1553" extrusionOk="0">
                  <a:moveTo>
                    <a:pt x="5521" y="154"/>
                  </a:moveTo>
                  <a:lnTo>
                    <a:pt x="5580" y="550"/>
                  </a:lnTo>
                  <a:lnTo>
                    <a:pt x="183" y="1436"/>
                  </a:lnTo>
                  <a:lnTo>
                    <a:pt x="117" y="1004"/>
                  </a:lnTo>
                  <a:lnTo>
                    <a:pt x="5521" y="154"/>
                  </a:lnTo>
                  <a:close/>
                  <a:moveTo>
                    <a:pt x="5609" y="1"/>
                  </a:moveTo>
                  <a:lnTo>
                    <a:pt x="0" y="916"/>
                  </a:lnTo>
                  <a:lnTo>
                    <a:pt x="88" y="1553"/>
                  </a:lnTo>
                  <a:lnTo>
                    <a:pt x="5733" y="638"/>
                  </a:lnTo>
                  <a:lnTo>
                    <a:pt x="56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4" name="Google Shape;1094;p45"/>
            <p:cNvSpPr/>
            <p:nvPr/>
          </p:nvSpPr>
          <p:spPr>
            <a:xfrm>
              <a:off x="7030910" y="1511923"/>
              <a:ext cx="323369" cy="87199"/>
            </a:xfrm>
            <a:custGeom>
              <a:avLst/>
              <a:gdLst/>
              <a:ahLst/>
              <a:cxnLst/>
              <a:rect l="l" t="t" r="r" b="b"/>
              <a:pathLst>
                <a:path w="4973" h="1341" extrusionOk="0">
                  <a:moveTo>
                    <a:pt x="4914" y="0"/>
                  </a:moveTo>
                  <a:lnTo>
                    <a:pt x="0" y="828"/>
                  </a:lnTo>
                  <a:lnTo>
                    <a:pt x="88" y="1340"/>
                  </a:lnTo>
                  <a:lnTo>
                    <a:pt x="4972" y="549"/>
                  </a:lnTo>
                  <a:lnTo>
                    <a:pt x="49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5" name="Google Shape;1095;p45"/>
            <p:cNvSpPr/>
            <p:nvPr/>
          </p:nvSpPr>
          <p:spPr>
            <a:xfrm>
              <a:off x="7027073" y="1508086"/>
              <a:ext cx="333383" cy="95327"/>
            </a:xfrm>
            <a:custGeom>
              <a:avLst/>
              <a:gdLst/>
              <a:ahLst/>
              <a:cxnLst/>
              <a:rect l="l" t="t" r="r" b="b"/>
              <a:pathLst>
                <a:path w="5127" h="1466" extrusionOk="0">
                  <a:moveTo>
                    <a:pt x="4907" y="154"/>
                  </a:moveTo>
                  <a:lnTo>
                    <a:pt x="4973" y="550"/>
                  </a:lnTo>
                  <a:lnTo>
                    <a:pt x="213" y="1311"/>
                  </a:lnTo>
                  <a:lnTo>
                    <a:pt x="118" y="916"/>
                  </a:lnTo>
                  <a:lnTo>
                    <a:pt x="4907" y="154"/>
                  </a:lnTo>
                  <a:close/>
                  <a:moveTo>
                    <a:pt x="5002" y="1"/>
                  </a:moveTo>
                  <a:lnTo>
                    <a:pt x="1" y="821"/>
                  </a:lnTo>
                  <a:lnTo>
                    <a:pt x="89" y="1465"/>
                  </a:lnTo>
                  <a:lnTo>
                    <a:pt x="5127" y="638"/>
                  </a:lnTo>
                  <a:lnTo>
                    <a:pt x="50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6" name="Google Shape;1096;p45"/>
            <p:cNvSpPr/>
            <p:nvPr/>
          </p:nvSpPr>
          <p:spPr>
            <a:xfrm>
              <a:off x="7320397" y="1479996"/>
              <a:ext cx="95262" cy="107226"/>
            </a:xfrm>
            <a:custGeom>
              <a:avLst/>
              <a:gdLst/>
              <a:ahLst/>
              <a:cxnLst/>
              <a:rect l="l" t="t" r="r" b="b"/>
              <a:pathLst>
                <a:path w="1465" h="1649" extrusionOk="0">
                  <a:moveTo>
                    <a:pt x="1465" y="1"/>
                  </a:moveTo>
                  <a:lnTo>
                    <a:pt x="0" y="250"/>
                  </a:lnTo>
                  <a:lnTo>
                    <a:pt x="249" y="1648"/>
                  </a:lnTo>
                  <a:lnTo>
                    <a:pt x="14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097" name="Google Shape;1097;p45"/>
            <p:cNvSpPr/>
            <p:nvPr/>
          </p:nvSpPr>
          <p:spPr>
            <a:xfrm>
              <a:off x="7316560" y="1476225"/>
              <a:ext cx="103390" cy="115289"/>
            </a:xfrm>
            <a:custGeom>
              <a:avLst/>
              <a:gdLst/>
              <a:ahLst/>
              <a:cxnLst/>
              <a:rect l="l" t="t" r="r" b="b"/>
              <a:pathLst>
                <a:path w="1590" h="1773" extrusionOk="0">
                  <a:moveTo>
                    <a:pt x="1370" y="125"/>
                  </a:moveTo>
                  <a:lnTo>
                    <a:pt x="338" y="1560"/>
                  </a:lnTo>
                  <a:lnTo>
                    <a:pt x="125" y="337"/>
                  </a:lnTo>
                  <a:lnTo>
                    <a:pt x="1370" y="125"/>
                  </a:lnTo>
                  <a:close/>
                  <a:moveTo>
                    <a:pt x="1495" y="0"/>
                  </a:moveTo>
                  <a:lnTo>
                    <a:pt x="59" y="242"/>
                  </a:lnTo>
                  <a:cubicBezTo>
                    <a:pt x="30" y="242"/>
                    <a:pt x="30" y="242"/>
                    <a:pt x="1" y="278"/>
                  </a:cubicBezTo>
                  <a:lnTo>
                    <a:pt x="1" y="308"/>
                  </a:lnTo>
                  <a:lnTo>
                    <a:pt x="242" y="1743"/>
                  </a:lnTo>
                  <a:cubicBezTo>
                    <a:pt x="242" y="1772"/>
                    <a:pt x="272" y="1772"/>
                    <a:pt x="272" y="1772"/>
                  </a:cubicBezTo>
                  <a:lnTo>
                    <a:pt x="367" y="1772"/>
                  </a:lnTo>
                  <a:lnTo>
                    <a:pt x="1553" y="95"/>
                  </a:lnTo>
                  <a:cubicBezTo>
                    <a:pt x="1590" y="59"/>
                    <a:pt x="1590" y="29"/>
                    <a:pt x="1553" y="29"/>
                  </a:cubicBezTo>
                  <a:cubicBezTo>
                    <a:pt x="1553" y="0"/>
                    <a:pt x="1524" y="0"/>
                    <a:pt x="14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098" name="Google Shape;1098;p45"/>
          <p:cNvGrpSpPr/>
          <p:nvPr/>
        </p:nvGrpSpPr>
        <p:grpSpPr>
          <a:xfrm rot="-1507140" flipH="1">
            <a:off x="2087189" y="2901460"/>
            <a:ext cx="544505" cy="559587"/>
            <a:chOff x="6937600" y="1150975"/>
            <a:chExt cx="482350" cy="495751"/>
          </a:xfrm>
        </p:grpSpPr>
        <p:sp>
          <p:nvSpPr>
            <p:cNvPr id="1099" name="Google Shape;1099;p45"/>
            <p:cNvSpPr/>
            <p:nvPr/>
          </p:nvSpPr>
          <p:spPr>
            <a:xfrm>
              <a:off x="6941371" y="1154811"/>
              <a:ext cx="472407" cy="488078"/>
            </a:xfrm>
            <a:custGeom>
              <a:avLst/>
              <a:gdLst/>
              <a:ahLst/>
              <a:cxnLst/>
              <a:rect l="l" t="t" r="r" b="b"/>
              <a:pathLst>
                <a:path w="7263" h="7506" extrusionOk="0">
                  <a:moveTo>
                    <a:pt x="6445" y="0"/>
                  </a:moveTo>
                  <a:lnTo>
                    <a:pt x="1" y="1069"/>
                  </a:lnTo>
                  <a:lnTo>
                    <a:pt x="1099" y="7506"/>
                  </a:lnTo>
                  <a:lnTo>
                    <a:pt x="6108" y="6649"/>
                  </a:lnTo>
                  <a:lnTo>
                    <a:pt x="7265" y="4972"/>
                  </a:lnTo>
                  <a:lnTo>
                    <a:pt x="64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0" name="Google Shape;1100;p45"/>
            <p:cNvSpPr/>
            <p:nvPr/>
          </p:nvSpPr>
          <p:spPr>
            <a:xfrm>
              <a:off x="6937600" y="1150975"/>
              <a:ext cx="480015" cy="495751"/>
            </a:xfrm>
            <a:custGeom>
              <a:avLst/>
              <a:gdLst/>
              <a:ahLst/>
              <a:cxnLst/>
              <a:rect l="l" t="t" r="r" b="b"/>
              <a:pathLst>
                <a:path w="7381" h="7624" extrusionOk="0">
                  <a:moveTo>
                    <a:pt x="6437" y="118"/>
                  </a:moveTo>
                  <a:lnTo>
                    <a:pt x="7264" y="5002"/>
                  </a:lnTo>
                  <a:lnTo>
                    <a:pt x="6136" y="6650"/>
                  </a:lnTo>
                  <a:lnTo>
                    <a:pt x="1194" y="7506"/>
                  </a:lnTo>
                  <a:lnTo>
                    <a:pt x="154" y="1187"/>
                  </a:lnTo>
                  <a:lnTo>
                    <a:pt x="6437" y="118"/>
                  </a:lnTo>
                  <a:close/>
                  <a:moveTo>
                    <a:pt x="6466" y="1"/>
                  </a:moveTo>
                  <a:lnTo>
                    <a:pt x="59" y="1070"/>
                  </a:lnTo>
                  <a:cubicBezTo>
                    <a:pt x="29" y="1099"/>
                    <a:pt x="0" y="1128"/>
                    <a:pt x="0" y="1158"/>
                  </a:cubicBezTo>
                  <a:lnTo>
                    <a:pt x="1099" y="7565"/>
                  </a:lnTo>
                  <a:cubicBezTo>
                    <a:pt x="1099" y="7594"/>
                    <a:pt x="1128" y="7623"/>
                    <a:pt x="1157" y="7623"/>
                  </a:cubicBezTo>
                  <a:lnTo>
                    <a:pt x="6166" y="6774"/>
                  </a:lnTo>
                  <a:cubicBezTo>
                    <a:pt x="6195" y="6774"/>
                    <a:pt x="6195" y="6774"/>
                    <a:pt x="6195" y="6745"/>
                  </a:cubicBezTo>
                  <a:lnTo>
                    <a:pt x="7381" y="5061"/>
                  </a:lnTo>
                  <a:lnTo>
                    <a:pt x="7381" y="5031"/>
                  </a:lnTo>
                  <a:lnTo>
                    <a:pt x="6561" y="30"/>
                  </a:lnTo>
                  <a:cubicBezTo>
                    <a:pt x="6561" y="1"/>
                    <a:pt x="6532" y="1"/>
                    <a:pt x="6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1" name="Google Shape;1101;p45"/>
            <p:cNvSpPr/>
            <p:nvPr/>
          </p:nvSpPr>
          <p:spPr>
            <a:xfrm>
              <a:off x="6979475" y="1190510"/>
              <a:ext cx="364790" cy="93376"/>
            </a:xfrm>
            <a:custGeom>
              <a:avLst/>
              <a:gdLst/>
              <a:ahLst/>
              <a:cxnLst/>
              <a:rect l="l" t="t" r="r" b="b"/>
              <a:pathLst>
                <a:path w="5610" h="1436" extrusionOk="0">
                  <a:moveTo>
                    <a:pt x="5522" y="1"/>
                  </a:moveTo>
                  <a:lnTo>
                    <a:pt x="1" y="916"/>
                  </a:lnTo>
                  <a:lnTo>
                    <a:pt x="88" y="1436"/>
                  </a:lnTo>
                  <a:lnTo>
                    <a:pt x="5610" y="520"/>
                  </a:lnTo>
                  <a:lnTo>
                    <a:pt x="55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2" name="Google Shape;1102;p45"/>
            <p:cNvSpPr/>
            <p:nvPr/>
          </p:nvSpPr>
          <p:spPr>
            <a:xfrm>
              <a:off x="6975184" y="1186738"/>
              <a:ext cx="373374" cy="100984"/>
            </a:xfrm>
            <a:custGeom>
              <a:avLst/>
              <a:gdLst/>
              <a:ahLst/>
              <a:cxnLst/>
              <a:rect l="l" t="t" r="r" b="b"/>
              <a:pathLst>
                <a:path w="5742" h="1553" extrusionOk="0">
                  <a:moveTo>
                    <a:pt x="5522" y="117"/>
                  </a:moveTo>
                  <a:lnTo>
                    <a:pt x="5617" y="549"/>
                  </a:lnTo>
                  <a:lnTo>
                    <a:pt x="213" y="1435"/>
                  </a:lnTo>
                  <a:lnTo>
                    <a:pt x="125" y="1003"/>
                  </a:lnTo>
                  <a:lnTo>
                    <a:pt x="5522" y="117"/>
                  </a:lnTo>
                  <a:close/>
                  <a:moveTo>
                    <a:pt x="5646" y="0"/>
                  </a:moveTo>
                  <a:lnTo>
                    <a:pt x="1" y="915"/>
                  </a:lnTo>
                  <a:lnTo>
                    <a:pt x="96" y="1552"/>
                  </a:lnTo>
                  <a:lnTo>
                    <a:pt x="5741" y="637"/>
                  </a:lnTo>
                  <a:lnTo>
                    <a:pt x="56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3" name="Google Shape;1103;p45"/>
            <p:cNvSpPr/>
            <p:nvPr/>
          </p:nvSpPr>
          <p:spPr>
            <a:xfrm>
              <a:off x="6989034" y="1253843"/>
              <a:ext cx="365245" cy="93376"/>
            </a:xfrm>
            <a:custGeom>
              <a:avLst/>
              <a:gdLst/>
              <a:ahLst/>
              <a:cxnLst/>
              <a:rect l="l" t="t" r="r" b="b"/>
              <a:pathLst>
                <a:path w="5617" h="1436" extrusionOk="0">
                  <a:moveTo>
                    <a:pt x="5528" y="0"/>
                  </a:moveTo>
                  <a:lnTo>
                    <a:pt x="0" y="886"/>
                  </a:lnTo>
                  <a:lnTo>
                    <a:pt x="95" y="1436"/>
                  </a:lnTo>
                  <a:lnTo>
                    <a:pt x="5616" y="520"/>
                  </a:lnTo>
                  <a:lnTo>
                    <a:pt x="55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4" name="Google Shape;1104;p45"/>
            <p:cNvSpPr/>
            <p:nvPr/>
          </p:nvSpPr>
          <p:spPr>
            <a:xfrm>
              <a:off x="6985198" y="1250006"/>
              <a:ext cx="372853" cy="101504"/>
            </a:xfrm>
            <a:custGeom>
              <a:avLst/>
              <a:gdLst/>
              <a:ahLst/>
              <a:cxnLst/>
              <a:rect l="l" t="t" r="r" b="b"/>
              <a:pathLst>
                <a:path w="5734" h="1561" extrusionOk="0">
                  <a:moveTo>
                    <a:pt x="5551" y="125"/>
                  </a:moveTo>
                  <a:lnTo>
                    <a:pt x="5617" y="521"/>
                  </a:lnTo>
                  <a:lnTo>
                    <a:pt x="213" y="1407"/>
                  </a:lnTo>
                  <a:lnTo>
                    <a:pt x="154" y="1011"/>
                  </a:lnTo>
                  <a:lnTo>
                    <a:pt x="5551" y="125"/>
                  </a:lnTo>
                  <a:close/>
                  <a:moveTo>
                    <a:pt x="5646" y="1"/>
                  </a:moveTo>
                  <a:lnTo>
                    <a:pt x="0" y="916"/>
                  </a:lnTo>
                  <a:lnTo>
                    <a:pt x="96" y="1561"/>
                  </a:lnTo>
                  <a:lnTo>
                    <a:pt x="5734" y="645"/>
                  </a:lnTo>
                  <a:lnTo>
                    <a:pt x="56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5" name="Google Shape;1105;p45"/>
            <p:cNvSpPr/>
            <p:nvPr/>
          </p:nvSpPr>
          <p:spPr>
            <a:xfrm>
              <a:off x="7000933" y="1317631"/>
              <a:ext cx="363360" cy="91035"/>
            </a:xfrm>
            <a:custGeom>
              <a:avLst/>
              <a:gdLst/>
              <a:ahLst/>
              <a:cxnLst/>
              <a:rect l="l" t="t" r="r" b="b"/>
              <a:pathLst>
                <a:path w="5588" h="1400" extrusionOk="0">
                  <a:moveTo>
                    <a:pt x="5492" y="1"/>
                  </a:moveTo>
                  <a:lnTo>
                    <a:pt x="0" y="887"/>
                  </a:lnTo>
                  <a:lnTo>
                    <a:pt x="66" y="1399"/>
                  </a:lnTo>
                  <a:lnTo>
                    <a:pt x="5587" y="521"/>
                  </a:lnTo>
                  <a:lnTo>
                    <a:pt x="54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6" name="Google Shape;1106;p45"/>
            <p:cNvSpPr/>
            <p:nvPr/>
          </p:nvSpPr>
          <p:spPr>
            <a:xfrm>
              <a:off x="6995211" y="1311454"/>
              <a:ext cx="374739" cy="103390"/>
            </a:xfrm>
            <a:custGeom>
              <a:avLst/>
              <a:gdLst/>
              <a:ahLst/>
              <a:cxnLst/>
              <a:rect l="l" t="t" r="r" b="b"/>
              <a:pathLst>
                <a:path w="5763" h="1590" extrusionOk="0">
                  <a:moveTo>
                    <a:pt x="5551" y="154"/>
                  </a:moveTo>
                  <a:lnTo>
                    <a:pt x="5617" y="550"/>
                  </a:lnTo>
                  <a:lnTo>
                    <a:pt x="213" y="1436"/>
                  </a:lnTo>
                  <a:lnTo>
                    <a:pt x="154" y="1040"/>
                  </a:lnTo>
                  <a:lnTo>
                    <a:pt x="5551" y="154"/>
                  </a:lnTo>
                  <a:close/>
                  <a:moveTo>
                    <a:pt x="5646" y="0"/>
                  </a:moveTo>
                  <a:lnTo>
                    <a:pt x="0" y="945"/>
                  </a:lnTo>
                  <a:lnTo>
                    <a:pt x="125" y="1589"/>
                  </a:lnTo>
                  <a:lnTo>
                    <a:pt x="5763" y="674"/>
                  </a:lnTo>
                  <a:lnTo>
                    <a:pt x="56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7" name="Google Shape;1107;p45"/>
            <p:cNvSpPr/>
            <p:nvPr/>
          </p:nvSpPr>
          <p:spPr>
            <a:xfrm>
              <a:off x="7010882" y="1379079"/>
              <a:ext cx="363360" cy="93376"/>
            </a:xfrm>
            <a:custGeom>
              <a:avLst/>
              <a:gdLst/>
              <a:ahLst/>
              <a:cxnLst/>
              <a:rect l="l" t="t" r="r" b="b"/>
              <a:pathLst>
                <a:path w="5588" h="1436" extrusionOk="0">
                  <a:moveTo>
                    <a:pt x="5522" y="0"/>
                  </a:moveTo>
                  <a:lnTo>
                    <a:pt x="1" y="916"/>
                  </a:lnTo>
                  <a:lnTo>
                    <a:pt x="96" y="1435"/>
                  </a:lnTo>
                  <a:lnTo>
                    <a:pt x="5588" y="549"/>
                  </a:lnTo>
                  <a:lnTo>
                    <a:pt x="55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8" name="Google Shape;1108;p45"/>
            <p:cNvSpPr/>
            <p:nvPr/>
          </p:nvSpPr>
          <p:spPr>
            <a:xfrm>
              <a:off x="7005160" y="1375243"/>
              <a:ext cx="374804" cy="101049"/>
            </a:xfrm>
            <a:custGeom>
              <a:avLst/>
              <a:gdLst/>
              <a:ahLst/>
              <a:cxnLst/>
              <a:rect l="l" t="t" r="r" b="b"/>
              <a:pathLst>
                <a:path w="5764" h="1554" extrusionOk="0">
                  <a:moveTo>
                    <a:pt x="5551" y="147"/>
                  </a:moveTo>
                  <a:lnTo>
                    <a:pt x="5610" y="550"/>
                  </a:lnTo>
                  <a:lnTo>
                    <a:pt x="213" y="1429"/>
                  </a:lnTo>
                  <a:lnTo>
                    <a:pt x="155" y="1033"/>
                  </a:lnTo>
                  <a:lnTo>
                    <a:pt x="5551" y="147"/>
                  </a:lnTo>
                  <a:close/>
                  <a:moveTo>
                    <a:pt x="5647" y="1"/>
                  </a:moveTo>
                  <a:lnTo>
                    <a:pt x="1" y="916"/>
                  </a:lnTo>
                  <a:lnTo>
                    <a:pt x="118" y="1553"/>
                  </a:lnTo>
                  <a:lnTo>
                    <a:pt x="5764" y="638"/>
                  </a:lnTo>
                  <a:lnTo>
                    <a:pt x="564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09" name="Google Shape;1109;p45"/>
            <p:cNvSpPr/>
            <p:nvPr/>
          </p:nvSpPr>
          <p:spPr>
            <a:xfrm>
              <a:off x="7020896" y="1442412"/>
              <a:ext cx="365245" cy="93376"/>
            </a:xfrm>
            <a:custGeom>
              <a:avLst/>
              <a:gdLst/>
              <a:ahLst/>
              <a:cxnLst/>
              <a:rect l="l" t="t" r="r" b="b"/>
              <a:pathLst>
                <a:path w="5617" h="1436" extrusionOk="0">
                  <a:moveTo>
                    <a:pt x="5522" y="0"/>
                  </a:moveTo>
                  <a:lnTo>
                    <a:pt x="1" y="915"/>
                  </a:lnTo>
                  <a:lnTo>
                    <a:pt x="96" y="1435"/>
                  </a:lnTo>
                  <a:lnTo>
                    <a:pt x="5617" y="520"/>
                  </a:lnTo>
                  <a:lnTo>
                    <a:pt x="55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10" name="Google Shape;1110;p45"/>
            <p:cNvSpPr/>
            <p:nvPr/>
          </p:nvSpPr>
          <p:spPr>
            <a:xfrm>
              <a:off x="7017124" y="1438576"/>
              <a:ext cx="372853" cy="100984"/>
            </a:xfrm>
            <a:custGeom>
              <a:avLst/>
              <a:gdLst/>
              <a:ahLst/>
              <a:cxnLst/>
              <a:rect l="l" t="t" r="r" b="b"/>
              <a:pathLst>
                <a:path w="5734" h="1553" extrusionOk="0">
                  <a:moveTo>
                    <a:pt x="5521" y="154"/>
                  </a:moveTo>
                  <a:lnTo>
                    <a:pt x="5580" y="550"/>
                  </a:lnTo>
                  <a:lnTo>
                    <a:pt x="183" y="1436"/>
                  </a:lnTo>
                  <a:lnTo>
                    <a:pt x="117" y="1004"/>
                  </a:lnTo>
                  <a:lnTo>
                    <a:pt x="5521" y="154"/>
                  </a:lnTo>
                  <a:close/>
                  <a:moveTo>
                    <a:pt x="5609" y="1"/>
                  </a:moveTo>
                  <a:lnTo>
                    <a:pt x="0" y="916"/>
                  </a:lnTo>
                  <a:lnTo>
                    <a:pt x="88" y="1553"/>
                  </a:lnTo>
                  <a:lnTo>
                    <a:pt x="5733" y="638"/>
                  </a:lnTo>
                  <a:lnTo>
                    <a:pt x="56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11" name="Google Shape;1111;p45"/>
            <p:cNvSpPr/>
            <p:nvPr/>
          </p:nvSpPr>
          <p:spPr>
            <a:xfrm>
              <a:off x="7030910" y="1511923"/>
              <a:ext cx="323369" cy="87199"/>
            </a:xfrm>
            <a:custGeom>
              <a:avLst/>
              <a:gdLst/>
              <a:ahLst/>
              <a:cxnLst/>
              <a:rect l="l" t="t" r="r" b="b"/>
              <a:pathLst>
                <a:path w="4973" h="1341" extrusionOk="0">
                  <a:moveTo>
                    <a:pt x="4914" y="0"/>
                  </a:moveTo>
                  <a:lnTo>
                    <a:pt x="0" y="828"/>
                  </a:lnTo>
                  <a:lnTo>
                    <a:pt x="88" y="1340"/>
                  </a:lnTo>
                  <a:lnTo>
                    <a:pt x="4972" y="549"/>
                  </a:lnTo>
                  <a:lnTo>
                    <a:pt x="49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12" name="Google Shape;1112;p45"/>
            <p:cNvSpPr/>
            <p:nvPr/>
          </p:nvSpPr>
          <p:spPr>
            <a:xfrm>
              <a:off x="7027073" y="1508086"/>
              <a:ext cx="333383" cy="95327"/>
            </a:xfrm>
            <a:custGeom>
              <a:avLst/>
              <a:gdLst/>
              <a:ahLst/>
              <a:cxnLst/>
              <a:rect l="l" t="t" r="r" b="b"/>
              <a:pathLst>
                <a:path w="5127" h="1466" extrusionOk="0">
                  <a:moveTo>
                    <a:pt x="4907" y="154"/>
                  </a:moveTo>
                  <a:lnTo>
                    <a:pt x="4973" y="550"/>
                  </a:lnTo>
                  <a:lnTo>
                    <a:pt x="213" y="1311"/>
                  </a:lnTo>
                  <a:lnTo>
                    <a:pt x="118" y="916"/>
                  </a:lnTo>
                  <a:lnTo>
                    <a:pt x="4907" y="154"/>
                  </a:lnTo>
                  <a:close/>
                  <a:moveTo>
                    <a:pt x="5002" y="1"/>
                  </a:moveTo>
                  <a:lnTo>
                    <a:pt x="1" y="821"/>
                  </a:lnTo>
                  <a:lnTo>
                    <a:pt x="89" y="1465"/>
                  </a:lnTo>
                  <a:lnTo>
                    <a:pt x="5127" y="638"/>
                  </a:lnTo>
                  <a:lnTo>
                    <a:pt x="50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13" name="Google Shape;1113;p45"/>
            <p:cNvSpPr/>
            <p:nvPr/>
          </p:nvSpPr>
          <p:spPr>
            <a:xfrm>
              <a:off x="7320397" y="1479996"/>
              <a:ext cx="95262" cy="107226"/>
            </a:xfrm>
            <a:custGeom>
              <a:avLst/>
              <a:gdLst/>
              <a:ahLst/>
              <a:cxnLst/>
              <a:rect l="l" t="t" r="r" b="b"/>
              <a:pathLst>
                <a:path w="1465" h="1649" extrusionOk="0">
                  <a:moveTo>
                    <a:pt x="1465" y="1"/>
                  </a:moveTo>
                  <a:lnTo>
                    <a:pt x="0" y="250"/>
                  </a:lnTo>
                  <a:lnTo>
                    <a:pt x="249" y="1648"/>
                  </a:lnTo>
                  <a:lnTo>
                    <a:pt x="14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14" name="Google Shape;1114;p45"/>
            <p:cNvSpPr/>
            <p:nvPr/>
          </p:nvSpPr>
          <p:spPr>
            <a:xfrm>
              <a:off x="7316560" y="1476225"/>
              <a:ext cx="103390" cy="115289"/>
            </a:xfrm>
            <a:custGeom>
              <a:avLst/>
              <a:gdLst/>
              <a:ahLst/>
              <a:cxnLst/>
              <a:rect l="l" t="t" r="r" b="b"/>
              <a:pathLst>
                <a:path w="1590" h="1773" extrusionOk="0">
                  <a:moveTo>
                    <a:pt x="1370" y="125"/>
                  </a:moveTo>
                  <a:lnTo>
                    <a:pt x="338" y="1560"/>
                  </a:lnTo>
                  <a:lnTo>
                    <a:pt x="125" y="337"/>
                  </a:lnTo>
                  <a:lnTo>
                    <a:pt x="1370" y="125"/>
                  </a:lnTo>
                  <a:close/>
                  <a:moveTo>
                    <a:pt x="1495" y="0"/>
                  </a:moveTo>
                  <a:lnTo>
                    <a:pt x="59" y="242"/>
                  </a:lnTo>
                  <a:cubicBezTo>
                    <a:pt x="30" y="242"/>
                    <a:pt x="30" y="242"/>
                    <a:pt x="1" y="278"/>
                  </a:cubicBezTo>
                  <a:lnTo>
                    <a:pt x="1" y="308"/>
                  </a:lnTo>
                  <a:lnTo>
                    <a:pt x="242" y="1743"/>
                  </a:lnTo>
                  <a:cubicBezTo>
                    <a:pt x="242" y="1772"/>
                    <a:pt x="272" y="1772"/>
                    <a:pt x="272" y="1772"/>
                  </a:cubicBezTo>
                  <a:lnTo>
                    <a:pt x="367" y="1772"/>
                  </a:lnTo>
                  <a:lnTo>
                    <a:pt x="1553" y="95"/>
                  </a:lnTo>
                  <a:cubicBezTo>
                    <a:pt x="1590" y="59"/>
                    <a:pt x="1590" y="29"/>
                    <a:pt x="1553" y="29"/>
                  </a:cubicBezTo>
                  <a:cubicBezTo>
                    <a:pt x="1553" y="0"/>
                    <a:pt x="1524" y="0"/>
                    <a:pt x="14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5" name="图片 4">
            <a:extLst>
              <a:ext uri="{FF2B5EF4-FFF2-40B4-BE49-F238E27FC236}">
                <a16:creationId xmlns:a16="http://schemas.microsoft.com/office/drawing/2014/main" id="{3BE0C9B0-FEF3-BCC2-F774-F0B36DF661C7}"/>
              </a:ext>
            </a:extLst>
          </p:cNvPr>
          <p:cNvPicPr>
            <a:picLocks noChangeAspect="1"/>
          </p:cNvPicPr>
          <p:nvPr/>
        </p:nvPicPr>
        <p:blipFill>
          <a:blip r:embed="rId4"/>
          <a:stretch>
            <a:fillRect/>
          </a:stretch>
        </p:blipFill>
        <p:spPr>
          <a:xfrm>
            <a:off x="2267093" y="1058720"/>
            <a:ext cx="1835242" cy="473826"/>
          </a:xfrm>
          <a:prstGeom prst="rect">
            <a:avLst/>
          </a:prstGeom>
        </p:spPr>
      </p:pic>
      <p:sp>
        <p:nvSpPr>
          <p:cNvPr id="3" name="乘号 2">
            <a:extLst>
              <a:ext uri="{FF2B5EF4-FFF2-40B4-BE49-F238E27FC236}">
                <a16:creationId xmlns:a16="http://schemas.microsoft.com/office/drawing/2014/main" id="{2F96A0A1-5364-819C-0310-8D011D611EC9}"/>
              </a:ext>
            </a:extLst>
          </p:cNvPr>
          <p:cNvSpPr/>
          <p:nvPr/>
        </p:nvSpPr>
        <p:spPr>
          <a:xfrm>
            <a:off x="4331418" y="1129708"/>
            <a:ext cx="436910" cy="402838"/>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DD3AF3B1-0B5B-4DC3-43B5-A8F40420789B}"/>
              </a:ext>
            </a:extLst>
          </p:cNvPr>
          <p:cNvPicPr>
            <a:picLocks noChangeAspect="1"/>
          </p:cNvPicPr>
          <p:nvPr/>
        </p:nvPicPr>
        <p:blipFill>
          <a:blip r:embed="rId5">
            <a:duotone>
              <a:schemeClr val="accent1">
                <a:shade val="45000"/>
                <a:satMod val="135000"/>
              </a:schemeClr>
              <a:prstClr val="white"/>
            </a:duotone>
          </a:blip>
          <a:stretch>
            <a:fillRect/>
          </a:stretch>
        </p:blipFill>
        <p:spPr>
          <a:xfrm>
            <a:off x="5204449" y="842049"/>
            <a:ext cx="858087" cy="85808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grpSp>
        <p:nvGrpSpPr>
          <p:cNvPr id="1125" name="Google Shape;1125;p47"/>
          <p:cNvGrpSpPr/>
          <p:nvPr/>
        </p:nvGrpSpPr>
        <p:grpSpPr>
          <a:xfrm>
            <a:off x="4653088" y="2978750"/>
            <a:ext cx="852463" cy="855600"/>
            <a:chOff x="4653088" y="2978750"/>
            <a:chExt cx="852463" cy="855600"/>
          </a:xfrm>
        </p:grpSpPr>
        <p:pic>
          <p:nvPicPr>
            <p:cNvPr id="1126" name="Google Shape;1126;p47"/>
            <p:cNvPicPr preferRelativeResize="0"/>
            <p:nvPr/>
          </p:nvPicPr>
          <p:blipFill>
            <a:blip r:embed="rId3"/>
            <a:srcRect l="11177" t="11177" r="9211" b="9211"/>
            <a:stretch>
              <a:fillRect/>
            </a:stretch>
          </p:blipFill>
          <p:spPr>
            <a:xfrm>
              <a:off x="4713550" y="3042350"/>
              <a:ext cx="792000" cy="792000"/>
            </a:xfrm>
            <a:prstGeom prst="roundRect">
              <a:avLst>
                <a:gd name="adj" fmla="val 11783"/>
              </a:avLst>
            </a:prstGeom>
            <a:noFill/>
            <a:ln>
              <a:noFill/>
            </a:ln>
          </p:spPr>
        </p:pic>
        <p:grpSp>
          <p:nvGrpSpPr>
            <p:cNvPr id="1127" name="Google Shape;1127;p47"/>
            <p:cNvGrpSpPr/>
            <p:nvPr/>
          </p:nvGrpSpPr>
          <p:grpSpPr>
            <a:xfrm>
              <a:off x="4653088" y="2978750"/>
              <a:ext cx="792000" cy="792000"/>
              <a:chOff x="725175" y="1305950"/>
              <a:chExt cx="792000" cy="792000"/>
            </a:xfrm>
          </p:grpSpPr>
          <p:sp>
            <p:nvSpPr>
              <p:cNvPr id="1128" name="Google Shape;1128;p47"/>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29" name="Google Shape;1129;p47"/>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0" name="Google Shape;1130;p47"/>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1" name="Google Shape;1131;p47"/>
          <p:cNvGrpSpPr/>
          <p:nvPr/>
        </p:nvGrpSpPr>
        <p:grpSpPr>
          <a:xfrm>
            <a:off x="1260788" y="2978750"/>
            <a:ext cx="852463" cy="855600"/>
            <a:chOff x="1260788" y="2978750"/>
            <a:chExt cx="852463" cy="855600"/>
          </a:xfrm>
        </p:grpSpPr>
        <p:pic>
          <p:nvPicPr>
            <p:cNvPr id="1132" name="Google Shape;1132;p47"/>
            <p:cNvPicPr preferRelativeResize="0"/>
            <p:nvPr/>
          </p:nvPicPr>
          <p:blipFill>
            <a:blip r:embed="rId3"/>
            <a:srcRect l="11177" t="11177" r="9211" b="9211"/>
            <a:stretch>
              <a:fillRect/>
            </a:stretch>
          </p:blipFill>
          <p:spPr>
            <a:xfrm>
              <a:off x="1321250" y="3042350"/>
              <a:ext cx="792000" cy="792000"/>
            </a:xfrm>
            <a:prstGeom prst="roundRect">
              <a:avLst>
                <a:gd name="adj" fmla="val 11783"/>
              </a:avLst>
            </a:prstGeom>
            <a:noFill/>
            <a:ln>
              <a:noFill/>
            </a:ln>
          </p:spPr>
        </p:pic>
        <p:grpSp>
          <p:nvGrpSpPr>
            <p:cNvPr id="1133" name="Google Shape;1133;p47"/>
            <p:cNvGrpSpPr/>
            <p:nvPr/>
          </p:nvGrpSpPr>
          <p:grpSpPr>
            <a:xfrm>
              <a:off x="1260788" y="2978750"/>
              <a:ext cx="792000" cy="792000"/>
              <a:chOff x="725175" y="1305950"/>
              <a:chExt cx="792000" cy="792000"/>
            </a:xfrm>
          </p:grpSpPr>
          <p:sp>
            <p:nvSpPr>
              <p:cNvPr id="1134" name="Google Shape;1134;p47"/>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35" name="Google Shape;1135;p47"/>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6" name="Google Shape;1136;p47"/>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7" name="Google Shape;1137;p47"/>
          <p:cNvGrpSpPr/>
          <p:nvPr/>
        </p:nvGrpSpPr>
        <p:grpSpPr>
          <a:xfrm>
            <a:off x="4653088" y="1749525"/>
            <a:ext cx="852463" cy="843325"/>
            <a:chOff x="4653088" y="1749525"/>
            <a:chExt cx="852463" cy="843325"/>
          </a:xfrm>
        </p:grpSpPr>
        <p:pic>
          <p:nvPicPr>
            <p:cNvPr id="1138" name="Google Shape;1138;p47"/>
            <p:cNvPicPr preferRelativeResize="0"/>
            <p:nvPr/>
          </p:nvPicPr>
          <p:blipFill>
            <a:blip r:embed="rId3"/>
            <a:srcRect l="11177" t="11177" r="9211" b="9211"/>
            <a:stretch>
              <a:fillRect/>
            </a:stretch>
          </p:blipFill>
          <p:spPr>
            <a:xfrm>
              <a:off x="4713550" y="1800850"/>
              <a:ext cx="792000" cy="792000"/>
            </a:xfrm>
            <a:prstGeom prst="roundRect">
              <a:avLst>
                <a:gd name="adj" fmla="val 11783"/>
              </a:avLst>
            </a:prstGeom>
            <a:noFill/>
            <a:ln>
              <a:noFill/>
            </a:ln>
          </p:spPr>
        </p:pic>
        <p:grpSp>
          <p:nvGrpSpPr>
            <p:cNvPr id="1139" name="Google Shape;1139;p47"/>
            <p:cNvGrpSpPr/>
            <p:nvPr/>
          </p:nvGrpSpPr>
          <p:grpSpPr>
            <a:xfrm>
              <a:off x="4653088" y="1749525"/>
              <a:ext cx="792000" cy="792000"/>
              <a:chOff x="725175" y="1305950"/>
              <a:chExt cx="792000" cy="792000"/>
            </a:xfrm>
          </p:grpSpPr>
          <p:sp>
            <p:nvSpPr>
              <p:cNvPr id="1140" name="Google Shape;1140;p47"/>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1" name="Google Shape;1141;p47"/>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2" name="Google Shape;1142;p47"/>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43" name="Google Shape;1143;p47"/>
          <p:cNvGrpSpPr/>
          <p:nvPr/>
        </p:nvGrpSpPr>
        <p:grpSpPr>
          <a:xfrm>
            <a:off x="1260788" y="1749525"/>
            <a:ext cx="852463" cy="843325"/>
            <a:chOff x="1260788" y="1749525"/>
            <a:chExt cx="852463" cy="843325"/>
          </a:xfrm>
        </p:grpSpPr>
        <p:pic>
          <p:nvPicPr>
            <p:cNvPr id="1144" name="Google Shape;1144;p47"/>
            <p:cNvPicPr preferRelativeResize="0"/>
            <p:nvPr/>
          </p:nvPicPr>
          <p:blipFill>
            <a:blip r:embed="rId3"/>
            <a:srcRect l="11177" t="11177" r="9211" b="9211"/>
            <a:stretch>
              <a:fillRect/>
            </a:stretch>
          </p:blipFill>
          <p:spPr>
            <a:xfrm>
              <a:off x="1321250" y="1800850"/>
              <a:ext cx="792000" cy="792000"/>
            </a:xfrm>
            <a:prstGeom prst="roundRect">
              <a:avLst>
                <a:gd name="adj" fmla="val 11783"/>
              </a:avLst>
            </a:prstGeom>
            <a:noFill/>
            <a:ln>
              <a:noFill/>
            </a:ln>
          </p:spPr>
        </p:pic>
        <p:grpSp>
          <p:nvGrpSpPr>
            <p:cNvPr id="1145" name="Google Shape;1145;p47"/>
            <p:cNvGrpSpPr/>
            <p:nvPr/>
          </p:nvGrpSpPr>
          <p:grpSpPr>
            <a:xfrm>
              <a:off x="1260788" y="1749525"/>
              <a:ext cx="792000" cy="792000"/>
              <a:chOff x="725175" y="1305950"/>
              <a:chExt cx="792000" cy="792000"/>
            </a:xfrm>
          </p:grpSpPr>
          <p:sp>
            <p:nvSpPr>
              <p:cNvPr id="1146" name="Google Shape;1146;p47"/>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7" name="Google Shape;1147;p47"/>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8" name="Google Shape;1148;p47"/>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sp>
        <p:nvSpPr>
          <p:cNvPr id="1149" name="Google Shape;1149;p47"/>
          <p:cNvSpPr txBox="1">
            <a:spLocks noGrp="1"/>
          </p:cNvSpPr>
          <p:nvPr>
            <p:ph type="title"/>
          </p:nvPr>
        </p:nvSpPr>
        <p:spPr>
          <a:xfrm>
            <a:off x="720000" y="676000"/>
            <a:ext cx="7704000" cy="5727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US" dirty="0">
                <a:solidFill>
                  <a:schemeClr val="accent2"/>
                </a:solidFill>
              </a:rPr>
              <a:t>目录</a:t>
            </a:r>
          </a:p>
        </p:txBody>
      </p:sp>
      <p:sp>
        <p:nvSpPr>
          <p:cNvPr id="1150" name="Google Shape;1150;p47"/>
          <p:cNvSpPr txBox="1">
            <a:spLocks noGrp="1"/>
          </p:cNvSpPr>
          <p:nvPr>
            <p:ph type="title" idx="2"/>
          </p:nvPr>
        </p:nvSpPr>
        <p:spPr>
          <a:xfrm>
            <a:off x="2154555" y="1680210"/>
            <a:ext cx="246062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Clr>
                <a:schemeClr val="accent2"/>
              </a:buClr>
              <a:buSzPts val="1100"/>
              <a:buFont typeface="得意黑" charset="-122"/>
              <a:buNone/>
            </a:pPr>
            <a:r>
              <a:rPr lang="zh-CN" altLang="en-US" sz="3600" b="1" dirty="0"/>
              <a:t>项目概述</a:t>
            </a:r>
          </a:p>
        </p:txBody>
      </p:sp>
      <p:sp>
        <p:nvSpPr>
          <p:cNvPr id="1151" name="Google Shape;1151;p47"/>
          <p:cNvSpPr txBox="1">
            <a:spLocks noGrp="1"/>
          </p:cNvSpPr>
          <p:nvPr>
            <p:ph type="title" idx="3"/>
          </p:nvPr>
        </p:nvSpPr>
        <p:spPr>
          <a:xfrm>
            <a:off x="1262488" y="1877060"/>
            <a:ext cx="828207"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01</a:t>
            </a:r>
          </a:p>
        </p:txBody>
      </p:sp>
      <p:sp>
        <p:nvSpPr>
          <p:cNvPr id="1153" name="Google Shape;1153;p47"/>
          <p:cNvSpPr txBox="1">
            <a:spLocks noGrp="1"/>
          </p:cNvSpPr>
          <p:nvPr>
            <p:ph type="title" idx="4"/>
          </p:nvPr>
        </p:nvSpPr>
        <p:spPr>
          <a:xfrm>
            <a:off x="2154513" y="3268375"/>
            <a:ext cx="2336400" cy="4455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400" b="1" dirty="0">
                <a:solidFill>
                  <a:schemeClr val="accent2"/>
                </a:solidFill>
              </a:rPr>
              <a:t>效果演示</a:t>
            </a:r>
          </a:p>
        </p:txBody>
      </p:sp>
      <p:sp>
        <p:nvSpPr>
          <p:cNvPr id="1154" name="Google Shape;1154;p47"/>
          <p:cNvSpPr txBox="1">
            <a:spLocks noGrp="1"/>
          </p:cNvSpPr>
          <p:nvPr>
            <p:ph type="title" idx="5"/>
          </p:nvPr>
        </p:nvSpPr>
        <p:spPr>
          <a:xfrm>
            <a:off x="1159076" y="3099435"/>
            <a:ext cx="895376"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03</a:t>
            </a:r>
          </a:p>
        </p:txBody>
      </p:sp>
      <p:sp>
        <p:nvSpPr>
          <p:cNvPr id="1156" name="Google Shape;1156;p47"/>
          <p:cNvSpPr txBox="1">
            <a:spLocks noGrp="1"/>
          </p:cNvSpPr>
          <p:nvPr>
            <p:ph type="title" idx="7"/>
          </p:nvPr>
        </p:nvSpPr>
        <p:spPr>
          <a:xfrm>
            <a:off x="5546724" y="3340100"/>
            <a:ext cx="319087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400" b="1" dirty="0">
                <a:solidFill>
                  <a:schemeClr val="accent2"/>
                </a:solidFill>
              </a:rPr>
              <a:t>项目总结</a:t>
            </a:r>
          </a:p>
        </p:txBody>
      </p:sp>
      <p:sp>
        <p:nvSpPr>
          <p:cNvPr id="1157" name="Google Shape;1157;p47"/>
          <p:cNvSpPr txBox="1">
            <a:spLocks noGrp="1"/>
          </p:cNvSpPr>
          <p:nvPr>
            <p:ph type="title" idx="8"/>
          </p:nvPr>
        </p:nvSpPr>
        <p:spPr>
          <a:xfrm>
            <a:off x="4647588" y="3099435"/>
            <a:ext cx="833175"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04</a:t>
            </a:r>
          </a:p>
        </p:txBody>
      </p:sp>
      <p:sp>
        <p:nvSpPr>
          <p:cNvPr id="1159" name="Google Shape;1159;p47"/>
          <p:cNvSpPr txBox="1">
            <a:spLocks noGrp="1"/>
          </p:cNvSpPr>
          <p:nvPr>
            <p:ph type="title" idx="13"/>
          </p:nvPr>
        </p:nvSpPr>
        <p:spPr>
          <a:xfrm>
            <a:off x="5546725" y="1680210"/>
            <a:ext cx="296989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400" b="1" dirty="0">
                <a:solidFill>
                  <a:schemeClr val="accent2"/>
                </a:solidFill>
              </a:rPr>
              <a:t>技术介绍</a:t>
            </a:r>
          </a:p>
        </p:txBody>
      </p:sp>
      <p:sp>
        <p:nvSpPr>
          <p:cNvPr id="1160" name="Google Shape;1160;p47"/>
          <p:cNvSpPr txBox="1">
            <a:spLocks noGrp="1"/>
          </p:cNvSpPr>
          <p:nvPr>
            <p:ph type="title" idx="14"/>
          </p:nvPr>
        </p:nvSpPr>
        <p:spPr>
          <a:xfrm>
            <a:off x="4615180" y="1877060"/>
            <a:ext cx="865583"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dirty="0"/>
              <a:t>02</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215" name="Google Shape;1215;p48"/>
          <p:cNvSpPr txBox="1">
            <a:spLocks noGrp="1"/>
          </p:cNvSpPr>
          <p:nvPr>
            <p:ph type="title"/>
          </p:nvPr>
        </p:nvSpPr>
        <p:spPr>
          <a:xfrm>
            <a:off x="667374" y="769747"/>
            <a:ext cx="3845091" cy="333502"/>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4400" b="0" dirty="0">
                <a:solidFill>
                  <a:schemeClr val="accent2"/>
                </a:solidFill>
              </a:rPr>
              <a:t>项目概述</a:t>
            </a:r>
            <a:endParaRPr sz="4400" b="0" dirty="0">
              <a:solidFill>
                <a:schemeClr val="accent2"/>
              </a:solidFill>
            </a:endParaRPr>
          </a:p>
        </p:txBody>
      </p:sp>
      <p:sp>
        <p:nvSpPr>
          <p:cNvPr id="1216" name="Google Shape;1216;p48"/>
          <p:cNvSpPr txBox="1">
            <a:spLocks noGrp="1"/>
          </p:cNvSpPr>
          <p:nvPr>
            <p:ph type="subTitle" idx="1"/>
          </p:nvPr>
        </p:nvSpPr>
        <p:spPr>
          <a:xfrm>
            <a:off x="763270" y="1581369"/>
            <a:ext cx="3260090" cy="2553462"/>
          </a:xfrm>
          <a:prstGeom prst="rect">
            <a:avLst/>
          </a:prstGeom>
        </p:spPr>
        <p:txBody>
          <a:bodyPr spcFirstLastPara="1" wrap="square" lIns="91425" tIns="91425" rIns="91425" bIns="91425" anchor="t" anchorCtr="0">
            <a:noAutofit/>
          </a:bodyPr>
          <a:lstStyle/>
          <a:p>
            <a:pPr marL="0" lvl="0" indent="0">
              <a:lnSpc>
                <a:spcPct val="110000"/>
              </a:lnSpc>
            </a:pPr>
            <a:r>
              <a:rPr lang="zh-CN" altLang="en-US" dirty="0"/>
              <a:t>本项目是一款面向高校实训教学的轻量级智能化教学辅助平台，旨在通过大语言模型与本地知识库的深度结合，解决教师在备课、考核、学情分析中的效率瓶颈，同时为学生提供实时的学习问答与练习纠错支持。项目采用大语言模型（</a:t>
            </a:r>
            <a:r>
              <a:rPr lang="en-US" altLang="zh-CN" dirty="0"/>
              <a:t>deepseek-v4-pro</a:t>
            </a:r>
            <a:r>
              <a:rPr lang="zh-CN" altLang="en-US" dirty="0"/>
              <a:t>）</a:t>
            </a:r>
            <a:r>
              <a:rPr lang="en-US" altLang="zh-CN" dirty="0"/>
              <a:t>+</a:t>
            </a:r>
            <a:r>
              <a:rPr lang="zh-CN" altLang="en-US" dirty="0"/>
              <a:t>结合检索增强生成架构与向量数据库，在满足资源约束的前提下探索大语言模型在教育场景的落地应用。后续将围绕教学全链路持续迭代，推动教育数字化从理论走向实践。</a:t>
            </a:r>
            <a:endParaRPr lang="zh-CN" altLang="en-US" sz="1800" dirty="0">
              <a:cs typeface="得意黑" charset="-122"/>
            </a:endParaRPr>
          </a:p>
        </p:txBody>
      </p:sp>
      <p:grpSp>
        <p:nvGrpSpPr>
          <p:cNvPr id="3" name="组合 2">
            <a:extLst>
              <a:ext uri="{FF2B5EF4-FFF2-40B4-BE49-F238E27FC236}">
                <a16:creationId xmlns:a16="http://schemas.microsoft.com/office/drawing/2014/main" id="{610580FE-32D5-6EC1-ACB4-487F46DECC86}"/>
              </a:ext>
            </a:extLst>
          </p:cNvPr>
          <p:cNvGrpSpPr/>
          <p:nvPr/>
        </p:nvGrpSpPr>
        <p:grpSpPr>
          <a:xfrm>
            <a:off x="7777093" y="4134831"/>
            <a:ext cx="1207273" cy="1008669"/>
            <a:chOff x="4687858" y="996102"/>
            <a:chExt cx="3330010" cy="3239459"/>
          </a:xfrm>
        </p:grpSpPr>
        <p:grpSp>
          <p:nvGrpSpPr>
            <p:cNvPr id="1166" name="Google Shape;1166;p48"/>
            <p:cNvGrpSpPr/>
            <p:nvPr/>
          </p:nvGrpSpPr>
          <p:grpSpPr>
            <a:xfrm>
              <a:off x="7220435" y="996102"/>
              <a:ext cx="797433" cy="768766"/>
              <a:chOff x="3804675" y="1695800"/>
              <a:chExt cx="193900" cy="186925"/>
            </a:xfrm>
          </p:grpSpPr>
          <p:sp>
            <p:nvSpPr>
              <p:cNvPr id="1167" name="Google Shape;1167;p48"/>
              <p:cNvSpPr/>
              <p:nvPr/>
            </p:nvSpPr>
            <p:spPr>
              <a:xfrm>
                <a:off x="3806325" y="1697250"/>
                <a:ext cx="190600" cy="183825"/>
              </a:xfrm>
              <a:custGeom>
                <a:avLst/>
                <a:gdLst/>
                <a:ahLst/>
                <a:cxnLst/>
                <a:rect l="l" t="t" r="r" b="b"/>
                <a:pathLst>
                  <a:path w="7624" h="7353" extrusionOk="0">
                    <a:moveTo>
                      <a:pt x="1253" y="1"/>
                    </a:moveTo>
                    <a:lnTo>
                      <a:pt x="1" y="6408"/>
                    </a:lnTo>
                    <a:lnTo>
                      <a:pt x="4972" y="7352"/>
                    </a:lnTo>
                    <a:lnTo>
                      <a:pt x="6679" y="6195"/>
                    </a:lnTo>
                    <a:lnTo>
                      <a:pt x="7623" y="1253"/>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68" name="Google Shape;1168;p48"/>
              <p:cNvSpPr/>
              <p:nvPr/>
            </p:nvSpPr>
            <p:spPr>
              <a:xfrm>
                <a:off x="3804675" y="1695800"/>
                <a:ext cx="193900" cy="186925"/>
              </a:xfrm>
              <a:custGeom>
                <a:avLst/>
                <a:gdLst/>
                <a:ahLst/>
                <a:cxnLst/>
                <a:rect l="l" t="t" r="r" b="b"/>
                <a:pathLst>
                  <a:path w="7756" h="7477" extrusionOk="0">
                    <a:moveTo>
                      <a:pt x="1348" y="154"/>
                    </a:moveTo>
                    <a:lnTo>
                      <a:pt x="7631" y="1340"/>
                    </a:lnTo>
                    <a:lnTo>
                      <a:pt x="6686" y="6224"/>
                    </a:lnTo>
                    <a:lnTo>
                      <a:pt x="5038" y="7352"/>
                    </a:lnTo>
                    <a:lnTo>
                      <a:pt x="125" y="6407"/>
                    </a:lnTo>
                    <a:lnTo>
                      <a:pt x="1348" y="154"/>
                    </a:lnTo>
                    <a:close/>
                    <a:moveTo>
                      <a:pt x="1319" y="0"/>
                    </a:moveTo>
                    <a:cubicBezTo>
                      <a:pt x="1282" y="0"/>
                      <a:pt x="1282" y="0"/>
                      <a:pt x="1253" y="29"/>
                    </a:cubicBezTo>
                    <a:lnTo>
                      <a:pt x="1253" y="59"/>
                    </a:lnTo>
                    <a:lnTo>
                      <a:pt x="1" y="6437"/>
                    </a:lnTo>
                    <a:cubicBezTo>
                      <a:pt x="1" y="6495"/>
                      <a:pt x="37" y="6524"/>
                      <a:pt x="67" y="6524"/>
                    </a:cubicBezTo>
                    <a:lnTo>
                      <a:pt x="5038" y="7476"/>
                    </a:lnTo>
                    <a:lnTo>
                      <a:pt x="5068" y="7476"/>
                    </a:lnTo>
                    <a:lnTo>
                      <a:pt x="6774" y="6312"/>
                    </a:lnTo>
                    <a:cubicBezTo>
                      <a:pt x="6774" y="6283"/>
                      <a:pt x="6811" y="6283"/>
                      <a:pt x="6811" y="6253"/>
                    </a:cubicBezTo>
                    <a:lnTo>
                      <a:pt x="7755" y="1311"/>
                    </a:lnTo>
                    <a:cubicBezTo>
                      <a:pt x="7755" y="1282"/>
                      <a:pt x="7755" y="1252"/>
                      <a:pt x="7726" y="1252"/>
                    </a:cubicBezTo>
                    <a:lnTo>
                      <a:pt x="1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69" name="Google Shape;1169;p48"/>
              <p:cNvSpPr/>
              <p:nvPr/>
            </p:nvSpPr>
            <p:spPr>
              <a:xfrm>
                <a:off x="3847525" y="1726750"/>
                <a:ext cx="26750" cy="24250"/>
              </a:xfrm>
              <a:custGeom>
                <a:avLst/>
                <a:gdLst/>
                <a:ahLst/>
                <a:cxnLst/>
                <a:rect l="l" t="t" r="r" b="b"/>
                <a:pathLst>
                  <a:path w="1070" h="970" extrusionOk="0">
                    <a:moveTo>
                      <a:pt x="505" y="1"/>
                    </a:moveTo>
                    <a:cubicBezTo>
                      <a:pt x="293" y="1"/>
                      <a:pt x="84" y="166"/>
                      <a:pt x="59" y="380"/>
                    </a:cubicBezTo>
                    <a:cubicBezTo>
                      <a:pt x="0" y="651"/>
                      <a:pt x="183" y="893"/>
                      <a:pt x="425" y="959"/>
                    </a:cubicBezTo>
                    <a:cubicBezTo>
                      <a:pt x="460" y="966"/>
                      <a:pt x="494" y="970"/>
                      <a:pt x="528" y="970"/>
                    </a:cubicBezTo>
                    <a:cubicBezTo>
                      <a:pt x="761" y="970"/>
                      <a:pt x="952" y="800"/>
                      <a:pt x="1003" y="563"/>
                    </a:cubicBezTo>
                    <a:cubicBezTo>
                      <a:pt x="1069" y="315"/>
                      <a:pt x="886" y="44"/>
                      <a:pt x="608" y="14"/>
                    </a:cubicBezTo>
                    <a:cubicBezTo>
                      <a:pt x="574" y="5"/>
                      <a:pt x="540" y="1"/>
                      <a:pt x="5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0" name="Google Shape;1170;p48"/>
              <p:cNvSpPr/>
              <p:nvPr/>
            </p:nvSpPr>
            <p:spPr>
              <a:xfrm>
                <a:off x="3846775" y="1725175"/>
                <a:ext cx="28950" cy="27025"/>
              </a:xfrm>
              <a:custGeom>
                <a:avLst/>
                <a:gdLst/>
                <a:ahLst/>
                <a:cxnLst/>
                <a:rect l="l" t="t" r="r" b="b"/>
                <a:pathLst>
                  <a:path w="1158" h="1081" extrusionOk="0">
                    <a:moveTo>
                      <a:pt x="550" y="107"/>
                    </a:moveTo>
                    <a:cubicBezTo>
                      <a:pt x="579" y="107"/>
                      <a:pt x="609" y="136"/>
                      <a:pt x="638" y="136"/>
                    </a:cubicBezTo>
                    <a:cubicBezTo>
                      <a:pt x="850" y="165"/>
                      <a:pt x="1004" y="378"/>
                      <a:pt x="975" y="626"/>
                    </a:cubicBezTo>
                    <a:cubicBezTo>
                      <a:pt x="949" y="840"/>
                      <a:pt x="751" y="962"/>
                      <a:pt x="559" y="962"/>
                    </a:cubicBezTo>
                    <a:cubicBezTo>
                      <a:pt x="534" y="962"/>
                      <a:pt x="509" y="960"/>
                      <a:pt x="484" y="956"/>
                    </a:cubicBezTo>
                    <a:cubicBezTo>
                      <a:pt x="367" y="927"/>
                      <a:pt x="272" y="868"/>
                      <a:pt x="213" y="773"/>
                    </a:cubicBezTo>
                    <a:cubicBezTo>
                      <a:pt x="147" y="685"/>
                      <a:pt x="118" y="561"/>
                      <a:pt x="147" y="473"/>
                    </a:cubicBezTo>
                    <a:cubicBezTo>
                      <a:pt x="147" y="348"/>
                      <a:pt x="213" y="260"/>
                      <a:pt x="330" y="194"/>
                    </a:cubicBezTo>
                    <a:cubicBezTo>
                      <a:pt x="396" y="136"/>
                      <a:pt x="484" y="107"/>
                      <a:pt x="550" y="107"/>
                    </a:cubicBezTo>
                    <a:close/>
                    <a:moveTo>
                      <a:pt x="555" y="1"/>
                    </a:moveTo>
                    <a:cubicBezTo>
                      <a:pt x="443" y="1"/>
                      <a:pt x="336" y="35"/>
                      <a:pt x="242" y="107"/>
                    </a:cubicBezTo>
                    <a:cubicBezTo>
                      <a:pt x="118" y="165"/>
                      <a:pt x="59" y="290"/>
                      <a:pt x="30" y="443"/>
                    </a:cubicBezTo>
                    <a:cubicBezTo>
                      <a:pt x="1" y="590"/>
                      <a:pt x="30" y="714"/>
                      <a:pt x="89" y="839"/>
                    </a:cubicBezTo>
                    <a:cubicBezTo>
                      <a:pt x="184" y="956"/>
                      <a:pt x="301" y="1051"/>
                      <a:pt x="455" y="1080"/>
                    </a:cubicBezTo>
                    <a:lnTo>
                      <a:pt x="550" y="1080"/>
                    </a:lnTo>
                    <a:cubicBezTo>
                      <a:pt x="821" y="1080"/>
                      <a:pt x="1033" y="897"/>
                      <a:pt x="1099" y="656"/>
                    </a:cubicBezTo>
                    <a:cubicBezTo>
                      <a:pt x="1158" y="348"/>
                      <a:pt x="945" y="77"/>
                      <a:pt x="667" y="11"/>
                    </a:cubicBezTo>
                    <a:cubicBezTo>
                      <a:pt x="629" y="4"/>
                      <a:pt x="592" y="1"/>
                      <a:pt x="5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1" name="Google Shape;1171;p48"/>
              <p:cNvSpPr/>
              <p:nvPr/>
            </p:nvSpPr>
            <p:spPr>
              <a:xfrm>
                <a:off x="3839100" y="1768925"/>
                <a:ext cx="26750" cy="24550"/>
              </a:xfrm>
              <a:custGeom>
                <a:avLst/>
                <a:gdLst/>
                <a:ahLst/>
                <a:cxnLst/>
                <a:rect l="l" t="t" r="r" b="b"/>
                <a:pathLst>
                  <a:path w="1070" h="982" extrusionOk="0">
                    <a:moveTo>
                      <a:pt x="570" y="0"/>
                    </a:moveTo>
                    <a:cubicBezTo>
                      <a:pt x="327" y="0"/>
                      <a:pt x="119" y="145"/>
                      <a:pt x="59" y="400"/>
                    </a:cubicBezTo>
                    <a:cubicBezTo>
                      <a:pt x="0" y="670"/>
                      <a:pt x="183" y="919"/>
                      <a:pt x="454" y="978"/>
                    </a:cubicBezTo>
                    <a:cubicBezTo>
                      <a:pt x="474" y="980"/>
                      <a:pt x="495" y="982"/>
                      <a:pt x="515" y="982"/>
                    </a:cubicBezTo>
                    <a:cubicBezTo>
                      <a:pt x="741" y="982"/>
                      <a:pt x="950" y="832"/>
                      <a:pt x="1003" y="583"/>
                    </a:cubicBezTo>
                    <a:cubicBezTo>
                      <a:pt x="1069" y="304"/>
                      <a:pt x="886" y="63"/>
                      <a:pt x="637" y="4"/>
                    </a:cubicBezTo>
                    <a:cubicBezTo>
                      <a:pt x="615" y="2"/>
                      <a:pt x="592" y="0"/>
                      <a:pt x="5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2" name="Google Shape;1172;p48"/>
              <p:cNvSpPr/>
              <p:nvPr/>
            </p:nvSpPr>
            <p:spPr>
              <a:xfrm>
                <a:off x="3837625" y="1767300"/>
                <a:ext cx="29675" cy="27550"/>
              </a:xfrm>
              <a:custGeom>
                <a:avLst/>
                <a:gdLst/>
                <a:ahLst/>
                <a:cxnLst/>
                <a:rect l="l" t="t" r="r" b="b"/>
                <a:pathLst>
                  <a:path w="1187" h="1102" extrusionOk="0">
                    <a:moveTo>
                      <a:pt x="667" y="128"/>
                    </a:moveTo>
                    <a:cubicBezTo>
                      <a:pt x="916" y="186"/>
                      <a:pt x="1062" y="406"/>
                      <a:pt x="1004" y="648"/>
                    </a:cubicBezTo>
                    <a:cubicBezTo>
                      <a:pt x="977" y="842"/>
                      <a:pt x="771" y="988"/>
                      <a:pt x="568" y="988"/>
                    </a:cubicBezTo>
                    <a:cubicBezTo>
                      <a:pt x="550" y="988"/>
                      <a:pt x="531" y="987"/>
                      <a:pt x="513" y="984"/>
                    </a:cubicBezTo>
                    <a:cubicBezTo>
                      <a:pt x="272" y="919"/>
                      <a:pt x="118" y="706"/>
                      <a:pt x="184" y="465"/>
                    </a:cubicBezTo>
                    <a:cubicBezTo>
                      <a:pt x="213" y="281"/>
                      <a:pt x="396" y="128"/>
                      <a:pt x="608" y="128"/>
                    </a:cubicBezTo>
                    <a:close/>
                    <a:moveTo>
                      <a:pt x="634" y="0"/>
                    </a:moveTo>
                    <a:cubicBezTo>
                      <a:pt x="358" y="0"/>
                      <a:pt x="114" y="179"/>
                      <a:pt x="59" y="465"/>
                    </a:cubicBezTo>
                    <a:cubicBezTo>
                      <a:pt x="1" y="735"/>
                      <a:pt x="184" y="1043"/>
                      <a:pt x="484" y="1102"/>
                    </a:cubicBezTo>
                    <a:lnTo>
                      <a:pt x="608" y="1102"/>
                    </a:lnTo>
                    <a:cubicBezTo>
                      <a:pt x="850" y="1102"/>
                      <a:pt x="1062" y="919"/>
                      <a:pt x="1128" y="648"/>
                    </a:cubicBezTo>
                    <a:cubicBezTo>
                      <a:pt x="1187" y="369"/>
                      <a:pt x="1004" y="69"/>
                      <a:pt x="696" y="3"/>
                    </a:cubicBezTo>
                    <a:cubicBezTo>
                      <a:pt x="675" y="1"/>
                      <a:pt x="654" y="0"/>
                      <a:pt x="6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3" name="Google Shape;1173;p48"/>
              <p:cNvSpPr/>
              <p:nvPr/>
            </p:nvSpPr>
            <p:spPr>
              <a:xfrm>
                <a:off x="3831400" y="1811400"/>
                <a:ext cx="26025" cy="24250"/>
              </a:xfrm>
              <a:custGeom>
                <a:avLst/>
                <a:gdLst/>
                <a:ahLst/>
                <a:cxnLst/>
                <a:rect l="l" t="t" r="r" b="b"/>
                <a:pathLst>
                  <a:path w="1041" h="970" extrusionOk="0">
                    <a:moveTo>
                      <a:pt x="512" y="0"/>
                    </a:moveTo>
                    <a:cubicBezTo>
                      <a:pt x="279" y="0"/>
                      <a:pt x="88" y="170"/>
                      <a:pt x="30" y="407"/>
                    </a:cubicBezTo>
                    <a:cubicBezTo>
                      <a:pt x="1" y="656"/>
                      <a:pt x="155" y="927"/>
                      <a:pt x="433" y="956"/>
                    </a:cubicBezTo>
                    <a:cubicBezTo>
                      <a:pt x="466" y="965"/>
                      <a:pt x="501" y="969"/>
                      <a:pt x="535" y="969"/>
                    </a:cubicBezTo>
                    <a:cubicBezTo>
                      <a:pt x="745" y="969"/>
                      <a:pt x="950" y="804"/>
                      <a:pt x="982" y="590"/>
                    </a:cubicBezTo>
                    <a:cubicBezTo>
                      <a:pt x="1041" y="319"/>
                      <a:pt x="857" y="70"/>
                      <a:pt x="616" y="11"/>
                    </a:cubicBezTo>
                    <a:cubicBezTo>
                      <a:pt x="581" y="4"/>
                      <a:pt x="546" y="0"/>
                      <a:pt x="5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4" name="Google Shape;1174;p48"/>
              <p:cNvSpPr/>
              <p:nvPr/>
            </p:nvSpPr>
            <p:spPr>
              <a:xfrm>
                <a:off x="3829200" y="1809900"/>
                <a:ext cx="29700" cy="27800"/>
              </a:xfrm>
              <a:custGeom>
                <a:avLst/>
                <a:gdLst/>
                <a:ahLst/>
                <a:cxnLst/>
                <a:rect l="l" t="t" r="r" b="b"/>
                <a:pathLst>
                  <a:path w="1188" h="1112" extrusionOk="0">
                    <a:moveTo>
                      <a:pt x="667" y="130"/>
                    </a:moveTo>
                    <a:cubicBezTo>
                      <a:pt x="916" y="166"/>
                      <a:pt x="1070" y="408"/>
                      <a:pt x="1004" y="620"/>
                    </a:cubicBezTo>
                    <a:cubicBezTo>
                      <a:pt x="979" y="827"/>
                      <a:pt x="820" y="970"/>
                      <a:pt x="623" y="970"/>
                    </a:cubicBezTo>
                    <a:cubicBezTo>
                      <a:pt x="590" y="970"/>
                      <a:pt x="556" y="966"/>
                      <a:pt x="521" y="957"/>
                    </a:cubicBezTo>
                    <a:cubicBezTo>
                      <a:pt x="301" y="928"/>
                      <a:pt x="155" y="679"/>
                      <a:pt x="184" y="467"/>
                    </a:cubicBezTo>
                    <a:cubicBezTo>
                      <a:pt x="213" y="254"/>
                      <a:pt x="396" y="130"/>
                      <a:pt x="609" y="130"/>
                    </a:cubicBezTo>
                    <a:close/>
                    <a:moveTo>
                      <a:pt x="593" y="1"/>
                    </a:moveTo>
                    <a:cubicBezTo>
                      <a:pt x="332" y="1"/>
                      <a:pt x="111" y="199"/>
                      <a:pt x="59" y="437"/>
                    </a:cubicBezTo>
                    <a:cubicBezTo>
                      <a:pt x="1" y="745"/>
                      <a:pt x="213" y="1016"/>
                      <a:pt x="484" y="1082"/>
                    </a:cubicBezTo>
                    <a:cubicBezTo>
                      <a:pt x="550" y="1082"/>
                      <a:pt x="579" y="1111"/>
                      <a:pt x="609" y="1111"/>
                    </a:cubicBezTo>
                    <a:cubicBezTo>
                      <a:pt x="850" y="1111"/>
                      <a:pt x="1099" y="928"/>
                      <a:pt x="1129" y="650"/>
                    </a:cubicBezTo>
                    <a:cubicBezTo>
                      <a:pt x="1187" y="350"/>
                      <a:pt x="1004" y="71"/>
                      <a:pt x="704" y="13"/>
                    </a:cubicBezTo>
                    <a:cubicBezTo>
                      <a:pt x="666" y="5"/>
                      <a:pt x="630" y="1"/>
                      <a:pt x="5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5" name="Google Shape;1175;p48"/>
              <p:cNvSpPr/>
              <p:nvPr/>
            </p:nvSpPr>
            <p:spPr>
              <a:xfrm>
                <a:off x="3881750" y="1753650"/>
                <a:ext cx="90825" cy="17575"/>
              </a:xfrm>
              <a:custGeom>
                <a:avLst/>
                <a:gdLst/>
                <a:ahLst/>
                <a:cxnLst/>
                <a:rect l="l" t="t" r="r" b="b"/>
                <a:pathLst>
                  <a:path w="3633" h="703" extrusionOk="0">
                    <a:moveTo>
                      <a:pt x="0" y="0"/>
                    </a:moveTo>
                    <a:lnTo>
                      <a:pt x="3632" y="7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6" name="Google Shape;1176;p48"/>
              <p:cNvSpPr/>
              <p:nvPr/>
            </p:nvSpPr>
            <p:spPr>
              <a:xfrm>
                <a:off x="3880275" y="1751875"/>
                <a:ext cx="94675" cy="21000"/>
              </a:xfrm>
              <a:custGeom>
                <a:avLst/>
                <a:gdLst/>
                <a:ahLst/>
                <a:cxnLst/>
                <a:rect l="l" t="t" r="r" b="b"/>
                <a:pathLst>
                  <a:path w="3787" h="840" extrusionOk="0">
                    <a:moveTo>
                      <a:pt x="34" y="0"/>
                    </a:moveTo>
                    <a:cubicBezTo>
                      <a:pt x="15" y="0"/>
                      <a:pt x="1" y="21"/>
                      <a:pt x="1" y="42"/>
                    </a:cubicBezTo>
                    <a:cubicBezTo>
                      <a:pt x="1" y="71"/>
                      <a:pt x="30" y="108"/>
                      <a:pt x="59" y="137"/>
                    </a:cubicBezTo>
                    <a:lnTo>
                      <a:pt x="3691" y="840"/>
                    </a:lnTo>
                    <a:cubicBezTo>
                      <a:pt x="3721" y="840"/>
                      <a:pt x="3750" y="803"/>
                      <a:pt x="3750" y="774"/>
                    </a:cubicBezTo>
                    <a:cubicBezTo>
                      <a:pt x="3787" y="745"/>
                      <a:pt x="3750" y="715"/>
                      <a:pt x="3721" y="715"/>
                    </a:cubicBezTo>
                    <a:lnTo>
                      <a:pt x="59" y="12"/>
                    </a:lnTo>
                    <a:cubicBezTo>
                      <a:pt x="51" y="4"/>
                      <a:pt x="42" y="0"/>
                      <a:pt x="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7" name="Google Shape;1177;p48"/>
              <p:cNvSpPr/>
              <p:nvPr/>
            </p:nvSpPr>
            <p:spPr>
              <a:xfrm>
                <a:off x="3873325" y="1795750"/>
                <a:ext cx="91550" cy="17400"/>
              </a:xfrm>
              <a:custGeom>
                <a:avLst/>
                <a:gdLst/>
                <a:ahLst/>
                <a:cxnLst/>
                <a:rect l="l" t="t" r="r" b="b"/>
                <a:pathLst>
                  <a:path w="3661" h="696" extrusionOk="0">
                    <a:moveTo>
                      <a:pt x="1" y="0"/>
                    </a:moveTo>
                    <a:lnTo>
                      <a:pt x="3662" y="69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8" name="Google Shape;1178;p48"/>
              <p:cNvSpPr/>
              <p:nvPr/>
            </p:nvSpPr>
            <p:spPr>
              <a:xfrm>
                <a:off x="3871850" y="1794100"/>
                <a:ext cx="94675" cy="20700"/>
              </a:xfrm>
              <a:custGeom>
                <a:avLst/>
                <a:gdLst/>
                <a:ahLst/>
                <a:cxnLst/>
                <a:rect l="l" t="t" r="r" b="b"/>
                <a:pathLst>
                  <a:path w="3787" h="826" extrusionOk="0">
                    <a:moveTo>
                      <a:pt x="96" y="0"/>
                    </a:moveTo>
                    <a:cubicBezTo>
                      <a:pt x="60" y="0"/>
                      <a:pt x="30" y="30"/>
                      <a:pt x="1" y="66"/>
                    </a:cubicBezTo>
                    <a:cubicBezTo>
                      <a:pt x="1" y="95"/>
                      <a:pt x="30" y="125"/>
                      <a:pt x="60" y="125"/>
                    </a:cubicBezTo>
                    <a:lnTo>
                      <a:pt x="3691" y="828"/>
                    </a:lnTo>
                    <a:lnTo>
                      <a:pt x="3721" y="828"/>
                    </a:lnTo>
                    <a:cubicBezTo>
                      <a:pt x="3757" y="828"/>
                      <a:pt x="3757" y="828"/>
                      <a:pt x="3787" y="798"/>
                    </a:cubicBezTo>
                    <a:cubicBezTo>
                      <a:pt x="3787" y="762"/>
                      <a:pt x="3757" y="733"/>
                      <a:pt x="3721" y="703"/>
                    </a:cubicBezTo>
                    <a:lnTo>
                      <a:pt x="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79" name="Google Shape;1179;p48"/>
              <p:cNvSpPr/>
              <p:nvPr/>
            </p:nvSpPr>
            <p:spPr>
              <a:xfrm>
                <a:off x="3865825" y="1838400"/>
                <a:ext cx="90825" cy="17600"/>
              </a:xfrm>
              <a:custGeom>
                <a:avLst/>
                <a:gdLst/>
                <a:ahLst/>
                <a:cxnLst/>
                <a:rect l="l" t="t" r="r" b="b"/>
                <a:pathLst>
                  <a:path w="3633" h="704" extrusionOk="0">
                    <a:moveTo>
                      <a:pt x="0" y="0"/>
                    </a:moveTo>
                    <a:lnTo>
                      <a:pt x="3632" y="7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0" name="Google Shape;1180;p48"/>
              <p:cNvSpPr/>
              <p:nvPr/>
            </p:nvSpPr>
            <p:spPr>
              <a:xfrm>
                <a:off x="3863450" y="1836925"/>
                <a:ext cx="94650" cy="20525"/>
              </a:xfrm>
              <a:custGeom>
                <a:avLst/>
                <a:gdLst/>
                <a:ahLst/>
                <a:cxnLst/>
                <a:rect l="l" t="t" r="r" b="b"/>
                <a:pathLst>
                  <a:path w="3786" h="821" extrusionOk="0">
                    <a:moveTo>
                      <a:pt x="95" y="1"/>
                    </a:moveTo>
                    <a:cubicBezTo>
                      <a:pt x="66" y="1"/>
                      <a:pt x="29" y="1"/>
                      <a:pt x="29" y="59"/>
                    </a:cubicBezTo>
                    <a:cubicBezTo>
                      <a:pt x="0" y="89"/>
                      <a:pt x="29" y="118"/>
                      <a:pt x="66" y="118"/>
                    </a:cubicBezTo>
                    <a:lnTo>
                      <a:pt x="3691" y="821"/>
                    </a:lnTo>
                    <a:lnTo>
                      <a:pt x="3727" y="821"/>
                    </a:lnTo>
                    <a:cubicBezTo>
                      <a:pt x="3757" y="821"/>
                      <a:pt x="3786" y="792"/>
                      <a:pt x="3786" y="762"/>
                    </a:cubicBezTo>
                    <a:cubicBezTo>
                      <a:pt x="3786" y="733"/>
                      <a:pt x="3757" y="696"/>
                      <a:pt x="3727" y="696"/>
                    </a:cubicBez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1" name="Google Shape;1181;p48"/>
              <p:cNvSpPr/>
              <p:nvPr/>
            </p:nvSpPr>
            <p:spPr>
              <a:xfrm>
                <a:off x="3826825" y="1799925"/>
                <a:ext cx="44325" cy="46175"/>
              </a:xfrm>
              <a:custGeom>
                <a:avLst/>
                <a:gdLst/>
                <a:ahLst/>
                <a:cxnLst/>
                <a:rect l="l" t="t" r="r" b="b"/>
                <a:pathLst>
                  <a:path w="1773" h="1847" extrusionOk="0">
                    <a:moveTo>
                      <a:pt x="276" y="1"/>
                    </a:moveTo>
                    <a:cubicBezTo>
                      <a:pt x="267" y="1"/>
                      <a:pt x="258" y="5"/>
                      <a:pt x="250" y="16"/>
                    </a:cubicBezTo>
                    <a:cubicBezTo>
                      <a:pt x="184" y="46"/>
                      <a:pt x="184" y="75"/>
                      <a:pt x="184" y="104"/>
                    </a:cubicBezTo>
                    <a:lnTo>
                      <a:pt x="616" y="932"/>
                    </a:lnTo>
                    <a:lnTo>
                      <a:pt x="67" y="1261"/>
                    </a:lnTo>
                    <a:cubicBezTo>
                      <a:pt x="1" y="1298"/>
                      <a:pt x="1" y="1356"/>
                      <a:pt x="30" y="1386"/>
                    </a:cubicBezTo>
                    <a:cubicBezTo>
                      <a:pt x="30" y="1386"/>
                      <a:pt x="67" y="1415"/>
                      <a:pt x="96" y="1415"/>
                    </a:cubicBezTo>
                    <a:lnTo>
                      <a:pt x="125" y="1415"/>
                    </a:lnTo>
                    <a:lnTo>
                      <a:pt x="674" y="1049"/>
                    </a:lnTo>
                    <a:lnTo>
                      <a:pt x="1070" y="1810"/>
                    </a:lnTo>
                    <a:cubicBezTo>
                      <a:pt x="1070" y="1810"/>
                      <a:pt x="1099" y="1847"/>
                      <a:pt x="1128" y="1847"/>
                    </a:cubicBezTo>
                    <a:lnTo>
                      <a:pt x="1165" y="1847"/>
                    </a:lnTo>
                    <a:cubicBezTo>
                      <a:pt x="1224" y="1810"/>
                      <a:pt x="1224" y="1781"/>
                      <a:pt x="1194" y="1722"/>
                    </a:cubicBezTo>
                    <a:lnTo>
                      <a:pt x="828" y="961"/>
                    </a:lnTo>
                    <a:lnTo>
                      <a:pt x="1743" y="382"/>
                    </a:lnTo>
                    <a:cubicBezTo>
                      <a:pt x="1773" y="346"/>
                      <a:pt x="1773" y="316"/>
                      <a:pt x="1773" y="258"/>
                    </a:cubicBezTo>
                    <a:cubicBezTo>
                      <a:pt x="1758" y="243"/>
                      <a:pt x="1734" y="236"/>
                      <a:pt x="1710" y="236"/>
                    </a:cubicBezTo>
                    <a:cubicBezTo>
                      <a:pt x="1687" y="236"/>
                      <a:pt x="1663" y="243"/>
                      <a:pt x="1648" y="258"/>
                    </a:cubicBezTo>
                    <a:lnTo>
                      <a:pt x="733" y="836"/>
                    </a:lnTo>
                    <a:lnTo>
                      <a:pt x="338" y="46"/>
                    </a:lnTo>
                    <a:cubicBezTo>
                      <a:pt x="317" y="25"/>
                      <a:pt x="296" y="1"/>
                      <a:pt x="2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2" name="Google Shape;1182;p48"/>
              <p:cNvSpPr/>
              <p:nvPr/>
            </p:nvSpPr>
            <p:spPr>
              <a:xfrm>
                <a:off x="3844400" y="1769750"/>
                <a:ext cx="34450" cy="18325"/>
              </a:xfrm>
              <a:custGeom>
                <a:avLst/>
                <a:gdLst/>
                <a:ahLst/>
                <a:cxnLst/>
                <a:rect l="l" t="t" r="r" b="b"/>
                <a:pathLst>
                  <a:path w="1378" h="733" extrusionOk="0">
                    <a:moveTo>
                      <a:pt x="1223" y="0"/>
                    </a:moveTo>
                    <a:lnTo>
                      <a:pt x="308" y="550"/>
                    </a:lnTo>
                    <a:lnTo>
                      <a:pt x="184" y="271"/>
                    </a:lnTo>
                    <a:cubicBezTo>
                      <a:pt x="154" y="213"/>
                      <a:pt x="125" y="213"/>
                      <a:pt x="59" y="213"/>
                    </a:cubicBezTo>
                    <a:cubicBezTo>
                      <a:pt x="30" y="242"/>
                      <a:pt x="1" y="271"/>
                      <a:pt x="30" y="337"/>
                    </a:cubicBezTo>
                    <a:lnTo>
                      <a:pt x="184" y="674"/>
                    </a:lnTo>
                    <a:cubicBezTo>
                      <a:pt x="184" y="703"/>
                      <a:pt x="213" y="703"/>
                      <a:pt x="242" y="733"/>
                    </a:cubicBezTo>
                    <a:lnTo>
                      <a:pt x="308" y="733"/>
                    </a:lnTo>
                    <a:lnTo>
                      <a:pt x="1311" y="154"/>
                    </a:lnTo>
                    <a:cubicBezTo>
                      <a:pt x="1341" y="125"/>
                      <a:pt x="1377" y="88"/>
                      <a:pt x="1341" y="30"/>
                    </a:cubicBezTo>
                    <a:cubicBezTo>
                      <a:pt x="1311" y="0"/>
                      <a:pt x="1282" y="0"/>
                      <a:pt x="1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3" name="Google Shape;1183;p48"/>
              <p:cNvSpPr/>
              <p:nvPr/>
            </p:nvSpPr>
            <p:spPr>
              <a:xfrm>
                <a:off x="3854300" y="1727525"/>
                <a:ext cx="33700" cy="17900"/>
              </a:xfrm>
              <a:custGeom>
                <a:avLst/>
                <a:gdLst/>
                <a:ahLst/>
                <a:cxnLst/>
                <a:rect l="l" t="t" r="r" b="b"/>
                <a:pathLst>
                  <a:path w="1348" h="716" extrusionOk="0">
                    <a:moveTo>
                      <a:pt x="1254" y="0"/>
                    </a:moveTo>
                    <a:cubicBezTo>
                      <a:pt x="1243" y="0"/>
                      <a:pt x="1231" y="4"/>
                      <a:pt x="1223" y="13"/>
                    </a:cubicBezTo>
                    <a:lnTo>
                      <a:pt x="278" y="532"/>
                    </a:lnTo>
                    <a:lnTo>
                      <a:pt x="154" y="254"/>
                    </a:lnTo>
                    <a:cubicBezTo>
                      <a:pt x="154" y="234"/>
                      <a:pt x="125" y="213"/>
                      <a:pt x="97" y="213"/>
                    </a:cubicBezTo>
                    <a:cubicBezTo>
                      <a:pt x="86" y="213"/>
                      <a:pt x="75" y="216"/>
                      <a:pt x="66" y="225"/>
                    </a:cubicBezTo>
                    <a:cubicBezTo>
                      <a:pt x="0" y="225"/>
                      <a:pt x="0" y="284"/>
                      <a:pt x="0" y="313"/>
                    </a:cubicBezTo>
                    <a:lnTo>
                      <a:pt x="183" y="679"/>
                    </a:lnTo>
                    <a:cubicBezTo>
                      <a:pt x="183" y="679"/>
                      <a:pt x="183" y="716"/>
                      <a:pt x="212" y="716"/>
                    </a:cubicBezTo>
                    <a:lnTo>
                      <a:pt x="278" y="716"/>
                    </a:lnTo>
                    <a:lnTo>
                      <a:pt x="1281" y="130"/>
                    </a:lnTo>
                    <a:cubicBezTo>
                      <a:pt x="1347" y="130"/>
                      <a:pt x="1347" y="71"/>
                      <a:pt x="1311" y="42"/>
                    </a:cubicBezTo>
                    <a:cubicBezTo>
                      <a:pt x="1311" y="21"/>
                      <a:pt x="1281" y="0"/>
                      <a:pt x="1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4" name="Google Shape;1184;p48"/>
              <p:cNvSpPr/>
              <p:nvPr/>
            </p:nvSpPr>
            <p:spPr>
              <a:xfrm>
                <a:off x="3887050" y="1731275"/>
                <a:ext cx="89375" cy="35375"/>
              </a:xfrm>
              <a:custGeom>
                <a:avLst/>
                <a:gdLst/>
                <a:ahLst/>
                <a:cxnLst/>
                <a:rect l="l" t="t" r="r" b="b"/>
                <a:pathLst>
                  <a:path w="3575" h="1415" extrusionOk="0">
                    <a:moveTo>
                      <a:pt x="704" y="134"/>
                    </a:moveTo>
                    <a:cubicBezTo>
                      <a:pt x="733" y="163"/>
                      <a:pt x="770" y="229"/>
                      <a:pt x="733" y="258"/>
                    </a:cubicBezTo>
                    <a:cubicBezTo>
                      <a:pt x="733" y="317"/>
                      <a:pt x="704" y="346"/>
                      <a:pt x="645" y="412"/>
                    </a:cubicBezTo>
                    <a:cubicBezTo>
                      <a:pt x="616" y="441"/>
                      <a:pt x="616" y="441"/>
                      <a:pt x="587" y="470"/>
                    </a:cubicBezTo>
                    <a:cubicBezTo>
                      <a:pt x="587" y="441"/>
                      <a:pt x="587" y="441"/>
                      <a:pt x="550" y="412"/>
                    </a:cubicBezTo>
                    <a:cubicBezTo>
                      <a:pt x="550" y="346"/>
                      <a:pt x="521" y="258"/>
                      <a:pt x="550" y="199"/>
                    </a:cubicBezTo>
                    <a:cubicBezTo>
                      <a:pt x="550" y="163"/>
                      <a:pt x="587" y="134"/>
                      <a:pt x="645" y="134"/>
                    </a:cubicBezTo>
                    <a:close/>
                    <a:moveTo>
                      <a:pt x="1714" y="317"/>
                    </a:moveTo>
                    <a:cubicBezTo>
                      <a:pt x="1773" y="346"/>
                      <a:pt x="1802" y="412"/>
                      <a:pt x="1773" y="470"/>
                    </a:cubicBezTo>
                    <a:cubicBezTo>
                      <a:pt x="1773" y="566"/>
                      <a:pt x="1714" y="624"/>
                      <a:pt x="1648" y="683"/>
                    </a:cubicBezTo>
                    <a:cubicBezTo>
                      <a:pt x="1619" y="712"/>
                      <a:pt x="1590" y="749"/>
                      <a:pt x="1560" y="778"/>
                    </a:cubicBezTo>
                    <a:cubicBezTo>
                      <a:pt x="1531" y="712"/>
                      <a:pt x="1531" y="683"/>
                      <a:pt x="1502" y="624"/>
                    </a:cubicBezTo>
                    <a:cubicBezTo>
                      <a:pt x="1502" y="566"/>
                      <a:pt x="1502" y="470"/>
                      <a:pt x="1531" y="412"/>
                    </a:cubicBezTo>
                    <a:cubicBezTo>
                      <a:pt x="1560" y="346"/>
                      <a:pt x="1619" y="317"/>
                      <a:pt x="1685" y="317"/>
                    </a:cubicBezTo>
                    <a:close/>
                    <a:moveTo>
                      <a:pt x="2600" y="595"/>
                    </a:moveTo>
                    <a:cubicBezTo>
                      <a:pt x="2629" y="595"/>
                      <a:pt x="2659" y="624"/>
                      <a:pt x="2688" y="624"/>
                    </a:cubicBezTo>
                    <a:cubicBezTo>
                      <a:pt x="2717" y="653"/>
                      <a:pt x="2747" y="712"/>
                      <a:pt x="2747" y="778"/>
                    </a:cubicBezTo>
                    <a:cubicBezTo>
                      <a:pt x="2747" y="866"/>
                      <a:pt x="2659" y="961"/>
                      <a:pt x="2564" y="1049"/>
                    </a:cubicBezTo>
                    <a:cubicBezTo>
                      <a:pt x="2534" y="1020"/>
                      <a:pt x="2534" y="1020"/>
                      <a:pt x="2505" y="990"/>
                    </a:cubicBezTo>
                    <a:cubicBezTo>
                      <a:pt x="2476" y="932"/>
                      <a:pt x="2417" y="836"/>
                      <a:pt x="2446" y="749"/>
                    </a:cubicBezTo>
                    <a:cubicBezTo>
                      <a:pt x="2446" y="683"/>
                      <a:pt x="2505" y="595"/>
                      <a:pt x="2564" y="595"/>
                    </a:cubicBezTo>
                    <a:close/>
                    <a:moveTo>
                      <a:pt x="645" y="0"/>
                    </a:moveTo>
                    <a:cubicBezTo>
                      <a:pt x="626" y="0"/>
                      <a:pt x="606" y="4"/>
                      <a:pt x="587" y="16"/>
                    </a:cubicBezTo>
                    <a:cubicBezTo>
                      <a:pt x="521" y="46"/>
                      <a:pt x="462" y="75"/>
                      <a:pt x="433" y="134"/>
                    </a:cubicBezTo>
                    <a:cubicBezTo>
                      <a:pt x="403" y="229"/>
                      <a:pt x="403" y="346"/>
                      <a:pt x="462" y="470"/>
                    </a:cubicBezTo>
                    <a:cubicBezTo>
                      <a:pt x="462" y="500"/>
                      <a:pt x="462" y="529"/>
                      <a:pt x="491" y="529"/>
                    </a:cubicBezTo>
                    <a:cubicBezTo>
                      <a:pt x="338" y="624"/>
                      <a:pt x="220" y="683"/>
                      <a:pt x="67" y="712"/>
                    </a:cubicBezTo>
                    <a:cubicBezTo>
                      <a:pt x="1" y="712"/>
                      <a:pt x="1" y="749"/>
                      <a:pt x="1" y="778"/>
                    </a:cubicBezTo>
                    <a:cubicBezTo>
                      <a:pt x="1" y="807"/>
                      <a:pt x="37" y="836"/>
                      <a:pt x="67" y="836"/>
                    </a:cubicBezTo>
                    <a:cubicBezTo>
                      <a:pt x="250" y="807"/>
                      <a:pt x="403" y="749"/>
                      <a:pt x="550" y="653"/>
                    </a:cubicBezTo>
                    <a:cubicBezTo>
                      <a:pt x="674" y="807"/>
                      <a:pt x="828" y="932"/>
                      <a:pt x="1011" y="961"/>
                    </a:cubicBezTo>
                    <a:cubicBezTo>
                      <a:pt x="1087" y="973"/>
                      <a:pt x="1158" y="980"/>
                      <a:pt x="1226" y="980"/>
                    </a:cubicBezTo>
                    <a:cubicBezTo>
                      <a:pt x="1322" y="980"/>
                      <a:pt x="1412" y="966"/>
                      <a:pt x="1502" y="932"/>
                    </a:cubicBezTo>
                    <a:cubicBezTo>
                      <a:pt x="1590" y="1049"/>
                      <a:pt x="1743" y="1173"/>
                      <a:pt x="1897" y="1232"/>
                    </a:cubicBezTo>
                    <a:cubicBezTo>
                      <a:pt x="1987" y="1272"/>
                      <a:pt x="2078" y="1290"/>
                      <a:pt x="2168" y="1290"/>
                    </a:cubicBezTo>
                    <a:cubicBezTo>
                      <a:pt x="2290" y="1290"/>
                      <a:pt x="2412" y="1257"/>
                      <a:pt x="2534" y="1203"/>
                    </a:cubicBezTo>
                    <a:cubicBezTo>
                      <a:pt x="2688" y="1356"/>
                      <a:pt x="2900" y="1415"/>
                      <a:pt x="3113" y="1415"/>
                    </a:cubicBezTo>
                    <a:cubicBezTo>
                      <a:pt x="3267" y="1415"/>
                      <a:pt x="3391" y="1386"/>
                      <a:pt x="3516" y="1327"/>
                    </a:cubicBezTo>
                    <a:cubicBezTo>
                      <a:pt x="3545" y="1298"/>
                      <a:pt x="3574" y="1261"/>
                      <a:pt x="3545" y="1232"/>
                    </a:cubicBezTo>
                    <a:cubicBezTo>
                      <a:pt x="3545" y="1203"/>
                      <a:pt x="3479" y="1203"/>
                      <a:pt x="3450" y="1203"/>
                    </a:cubicBezTo>
                    <a:cubicBezTo>
                      <a:pt x="3344" y="1270"/>
                      <a:pt x="3221" y="1302"/>
                      <a:pt x="3098" y="1302"/>
                    </a:cubicBezTo>
                    <a:cubicBezTo>
                      <a:pt x="2938" y="1302"/>
                      <a:pt x="2779" y="1247"/>
                      <a:pt x="2659" y="1144"/>
                    </a:cubicBezTo>
                    <a:cubicBezTo>
                      <a:pt x="2783" y="1049"/>
                      <a:pt x="2871" y="895"/>
                      <a:pt x="2871" y="778"/>
                    </a:cubicBezTo>
                    <a:cubicBezTo>
                      <a:pt x="2871" y="683"/>
                      <a:pt x="2842" y="595"/>
                      <a:pt x="2783" y="529"/>
                    </a:cubicBezTo>
                    <a:cubicBezTo>
                      <a:pt x="2717" y="500"/>
                      <a:pt x="2629" y="470"/>
                      <a:pt x="2564" y="470"/>
                    </a:cubicBezTo>
                    <a:cubicBezTo>
                      <a:pt x="2446" y="470"/>
                      <a:pt x="2322" y="595"/>
                      <a:pt x="2322" y="712"/>
                    </a:cubicBezTo>
                    <a:cubicBezTo>
                      <a:pt x="2293" y="836"/>
                      <a:pt x="2322" y="961"/>
                      <a:pt x="2417" y="1049"/>
                    </a:cubicBezTo>
                    <a:cubicBezTo>
                      <a:pt x="2417" y="1078"/>
                      <a:pt x="2446" y="1078"/>
                      <a:pt x="2446" y="1115"/>
                    </a:cubicBezTo>
                    <a:cubicBezTo>
                      <a:pt x="2370" y="1144"/>
                      <a:pt x="2285" y="1159"/>
                      <a:pt x="2197" y="1159"/>
                    </a:cubicBezTo>
                    <a:cubicBezTo>
                      <a:pt x="2110" y="1159"/>
                      <a:pt x="2018" y="1144"/>
                      <a:pt x="1927" y="1115"/>
                    </a:cubicBezTo>
                    <a:cubicBezTo>
                      <a:pt x="1802" y="1078"/>
                      <a:pt x="1685" y="990"/>
                      <a:pt x="1619" y="866"/>
                    </a:cubicBezTo>
                    <a:cubicBezTo>
                      <a:pt x="1648" y="836"/>
                      <a:pt x="1714" y="807"/>
                      <a:pt x="1743" y="778"/>
                    </a:cubicBezTo>
                    <a:cubicBezTo>
                      <a:pt x="1831" y="683"/>
                      <a:pt x="1897" y="595"/>
                      <a:pt x="1897" y="500"/>
                    </a:cubicBezTo>
                    <a:cubicBezTo>
                      <a:pt x="1927" y="346"/>
                      <a:pt x="1831" y="229"/>
                      <a:pt x="1743" y="199"/>
                    </a:cubicBezTo>
                    <a:cubicBezTo>
                      <a:pt x="1720" y="193"/>
                      <a:pt x="1697" y="189"/>
                      <a:pt x="1675" y="189"/>
                    </a:cubicBezTo>
                    <a:cubicBezTo>
                      <a:pt x="1577" y="189"/>
                      <a:pt x="1489" y="251"/>
                      <a:pt x="1436" y="346"/>
                    </a:cubicBezTo>
                    <a:cubicBezTo>
                      <a:pt x="1377" y="441"/>
                      <a:pt x="1377" y="529"/>
                      <a:pt x="1407" y="653"/>
                    </a:cubicBezTo>
                    <a:cubicBezTo>
                      <a:pt x="1407" y="712"/>
                      <a:pt x="1436" y="778"/>
                      <a:pt x="1436" y="807"/>
                    </a:cubicBezTo>
                    <a:cubicBezTo>
                      <a:pt x="1367" y="842"/>
                      <a:pt x="1296" y="856"/>
                      <a:pt x="1218" y="856"/>
                    </a:cubicBezTo>
                    <a:cubicBezTo>
                      <a:pt x="1163" y="856"/>
                      <a:pt x="1104" y="849"/>
                      <a:pt x="1041" y="836"/>
                    </a:cubicBezTo>
                    <a:cubicBezTo>
                      <a:pt x="887" y="807"/>
                      <a:pt x="733" y="712"/>
                      <a:pt x="645" y="566"/>
                    </a:cubicBezTo>
                    <a:cubicBezTo>
                      <a:pt x="674" y="566"/>
                      <a:pt x="704" y="529"/>
                      <a:pt x="704" y="500"/>
                    </a:cubicBezTo>
                    <a:cubicBezTo>
                      <a:pt x="770" y="470"/>
                      <a:pt x="828" y="382"/>
                      <a:pt x="857" y="287"/>
                    </a:cubicBezTo>
                    <a:cubicBezTo>
                      <a:pt x="887" y="199"/>
                      <a:pt x="857" y="75"/>
                      <a:pt x="770" y="16"/>
                    </a:cubicBezTo>
                    <a:cubicBezTo>
                      <a:pt x="726" y="16"/>
                      <a:pt x="685" y="0"/>
                      <a:pt x="6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5" name="Google Shape;1185;p48"/>
              <p:cNvSpPr/>
              <p:nvPr/>
            </p:nvSpPr>
            <p:spPr>
              <a:xfrm>
                <a:off x="3880275" y="1769875"/>
                <a:ext cx="88450" cy="36500"/>
              </a:xfrm>
              <a:custGeom>
                <a:avLst/>
                <a:gdLst/>
                <a:ahLst/>
                <a:cxnLst/>
                <a:rect l="l" t="t" r="r" b="b"/>
                <a:pathLst>
                  <a:path w="3538" h="1460" extrusionOk="0">
                    <a:moveTo>
                      <a:pt x="674" y="120"/>
                    </a:moveTo>
                    <a:cubicBezTo>
                      <a:pt x="704" y="120"/>
                      <a:pt x="704" y="120"/>
                      <a:pt x="733" y="149"/>
                    </a:cubicBezTo>
                    <a:cubicBezTo>
                      <a:pt x="762" y="178"/>
                      <a:pt x="762" y="208"/>
                      <a:pt x="762" y="266"/>
                    </a:cubicBezTo>
                    <a:cubicBezTo>
                      <a:pt x="733" y="332"/>
                      <a:pt x="704" y="362"/>
                      <a:pt x="674" y="420"/>
                    </a:cubicBezTo>
                    <a:cubicBezTo>
                      <a:pt x="609" y="449"/>
                      <a:pt x="579" y="515"/>
                      <a:pt x="521" y="545"/>
                    </a:cubicBezTo>
                    <a:lnTo>
                      <a:pt x="521" y="362"/>
                    </a:lnTo>
                    <a:cubicBezTo>
                      <a:pt x="521" y="303"/>
                      <a:pt x="521" y="208"/>
                      <a:pt x="579" y="149"/>
                    </a:cubicBezTo>
                    <a:cubicBezTo>
                      <a:pt x="609" y="149"/>
                      <a:pt x="638" y="120"/>
                      <a:pt x="674" y="120"/>
                    </a:cubicBezTo>
                    <a:close/>
                    <a:moveTo>
                      <a:pt x="1524" y="420"/>
                    </a:moveTo>
                    <a:cubicBezTo>
                      <a:pt x="1590" y="420"/>
                      <a:pt x="1648" y="486"/>
                      <a:pt x="1648" y="545"/>
                    </a:cubicBezTo>
                    <a:cubicBezTo>
                      <a:pt x="1648" y="603"/>
                      <a:pt x="1619" y="698"/>
                      <a:pt x="1590" y="728"/>
                    </a:cubicBezTo>
                    <a:cubicBezTo>
                      <a:pt x="1553" y="757"/>
                      <a:pt x="1524" y="786"/>
                      <a:pt x="1495" y="816"/>
                    </a:cubicBezTo>
                    <a:cubicBezTo>
                      <a:pt x="1495" y="786"/>
                      <a:pt x="1465" y="757"/>
                      <a:pt x="1465" y="728"/>
                    </a:cubicBezTo>
                    <a:cubicBezTo>
                      <a:pt x="1436" y="632"/>
                      <a:pt x="1436" y="574"/>
                      <a:pt x="1436" y="515"/>
                    </a:cubicBezTo>
                    <a:cubicBezTo>
                      <a:pt x="1436" y="486"/>
                      <a:pt x="1495" y="420"/>
                      <a:pt x="1524" y="420"/>
                    </a:cubicBezTo>
                    <a:close/>
                    <a:moveTo>
                      <a:pt x="2593" y="486"/>
                    </a:moveTo>
                    <a:cubicBezTo>
                      <a:pt x="2622" y="486"/>
                      <a:pt x="2688" y="515"/>
                      <a:pt x="2717" y="545"/>
                    </a:cubicBezTo>
                    <a:cubicBezTo>
                      <a:pt x="2776" y="603"/>
                      <a:pt x="2805" y="669"/>
                      <a:pt x="2805" y="728"/>
                    </a:cubicBezTo>
                    <a:cubicBezTo>
                      <a:pt x="2805" y="881"/>
                      <a:pt x="2717" y="999"/>
                      <a:pt x="2564" y="1064"/>
                    </a:cubicBezTo>
                    <a:lnTo>
                      <a:pt x="2534" y="1094"/>
                    </a:lnTo>
                    <a:cubicBezTo>
                      <a:pt x="2505" y="1064"/>
                      <a:pt x="2468" y="999"/>
                      <a:pt x="2439" y="969"/>
                    </a:cubicBezTo>
                    <a:cubicBezTo>
                      <a:pt x="2381" y="852"/>
                      <a:pt x="2381" y="757"/>
                      <a:pt x="2410" y="669"/>
                    </a:cubicBezTo>
                    <a:cubicBezTo>
                      <a:pt x="2410" y="574"/>
                      <a:pt x="2505" y="486"/>
                      <a:pt x="2593" y="486"/>
                    </a:cubicBezTo>
                    <a:close/>
                    <a:moveTo>
                      <a:pt x="673" y="1"/>
                    </a:moveTo>
                    <a:cubicBezTo>
                      <a:pt x="606" y="1"/>
                      <a:pt x="542" y="32"/>
                      <a:pt x="491" y="83"/>
                    </a:cubicBezTo>
                    <a:cubicBezTo>
                      <a:pt x="396" y="149"/>
                      <a:pt x="396" y="266"/>
                      <a:pt x="396" y="362"/>
                    </a:cubicBezTo>
                    <a:cubicBezTo>
                      <a:pt x="367" y="449"/>
                      <a:pt x="396" y="545"/>
                      <a:pt x="426" y="632"/>
                    </a:cubicBezTo>
                    <a:cubicBezTo>
                      <a:pt x="308" y="728"/>
                      <a:pt x="184" y="786"/>
                      <a:pt x="30" y="852"/>
                    </a:cubicBezTo>
                    <a:cubicBezTo>
                      <a:pt x="1" y="852"/>
                      <a:pt x="1" y="881"/>
                      <a:pt x="1" y="911"/>
                    </a:cubicBezTo>
                    <a:cubicBezTo>
                      <a:pt x="1" y="969"/>
                      <a:pt x="59" y="969"/>
                      <a:pt x="89" y="969"/>
                    </a:cubicBezTo>
                    <a:cubicBezTo>
                      <a:pt x="213" y="911"/>
                      <a:pt x="367" y="816"/>
                      <a:pt x="491" y="728"/>
                    </a:cubicBezTo>
                    <a:cubicBezTo>
                      <a:pt x="579" y="881"/>
                      <a:pt x="704" y="999"/>
                      <a:pt x="858" y="1064"/>
                    </a:cubicBezTo>
                    <a:cubicBezTo>
                      <a:pt x="927" y="1084"/>
                      <a:pt x="997" y="1094"/>
                      <a:pt x="1066" y="1094"/>
                    </a:cubicBezTo>
                    <a:cubicBezTo>
                      <a:pt x="1206" y="1094"/>
                      <a:pt x="1342" y="1053"/>
                      <a:pt x="1465" y="969"/>
                    </a:cubicBezTo>
                    <a:cubicBezTo>
                      <a:pt x="1590" y="1123"/>
                      <a:pt x="1736" y="1218"/>
                      <a:pt x="1890" y="1277"/>
                    </a:cubicBezTo>
                    <a:cubicBezTo>
                      <a:pt x="1985" y="1303"/>
                      <a:pt x="2082" y="1318"/>
                      <a:pt x="2177" y="1318"/>
                    </a:cubicBezTo>
                    <a:cubicBezTo>
                      <a:pt x="2292" y="1318"/>
                      <a:pt x="2404" y="1296"/>
                      <a:pt x="2505" y="1248"/>
                    </a:cubicBezTo>
                    <a:cubicBezTo>
                      <a:pt x="2593" y="1335"/>
                      <a:pt x="2717" y="1401"/>
                      <a:pt x="2871" y="1431"/>
                    </a:cubicBezTo>
                    <a:cubicBezTo>
                      <a:pt x="2930" y="1431"/>
                      <a:pt x="2988" y="1460"/>
                      <a:pt x="3054" y="1460"/>
                    </a:cubicBezTo>
                    <a:cubicBezTo>
                      <a:pt x="3201" y="1460"/>
                      <a:pt x="3384" y="1401"/>
                      <a:pt x="3508" y="1306"/>
                    </a:cubicBezTo>
                    <a:cubicBezTo>
                      <a:pt x="3538" y="1277"/>
                      <a:pt x="3538" y="1248"/>
                      <a:pt x="3508" y="1218"/>
                    </a:cubicBezTo>
                    <a:cubicBezTo>
                      <a:pt x="3508" y="1200"/>
                      <a:pt x="3501" y="1191"/>
                      <a:pt x="3490" y="1191"/>
                    </a:cubicBezTo>
                    <a:cubicBezTo>
                      <a:pt x="3479" y="1191"/>
                      <a:pt x="3464" y="1200"/>
                      <a:pt x="3450" y="1218"/>
                    </a:cubicBezTo>
                    <a:cubicBezTo>
                      <a:pt x="3318" y="1282"/>
                      <a:pt x="3186" y="1330"/>
                      <a:pt x="3054" y="1330"/>
                    </a:cubicBezTo>
                    <a:cubicBezTo>
                      <a:pt x="3003" y="1330"/>
                      <a:pt x="2952" y="1322"/>
                      <a:pt x="2900" y="1306"/>
                    </a:cubicBezTo>
                    <a:cubicBezTo>
                      <a:pt x="2776" y="1277"/>
                      <a:pt x="2717" y="1248"/>
                      <a:pt x="2622" y="1182"/>
                    </a:cubicBezTo>
                    <a:cubicBezTo>
                      <a:pt x="2805" y="1064"/>
                      <a:pt x="2900" y="911"/>
                      <a:pt x="2930" y="757"/>
                    </a:cubicBezTo>
                    <a:cubicBezTo>
                      <a:pt x="2930" y="632"/>
                      <a:pt x="2900" y="545"/>
                      <a:pt x="2805" y="449"/>
                    </a:cubicBezTo>
                    <a:cubicBezTo>
                      <a:pt x="2747" y="391"/>
                      <a:pt x="2652" y="362"/>
                      <a:pt x="2564" y="362"/>
                    </a:cubicBezTo>
                    <a:cubicBezTo>
                      <a:pt x="2439" y="391"/>
                      <a:pt x="2322" y="486"/>
                      <a:pt x="2285" y="632"/>
                    </a:cubicBezTo>
                    <a:cubicBezTo>
                      <a:pt x="2256" y="757"/>
                      <a:pt x="2256" y="881"/>
                      <a:pt x="2351" y="999"/>
                    </a:cubicBezTo>
                    <a:cubicBezTo>
                      <a:pt x="2351" y="1064"/>
                      <a:pt x="2381" y="1094"/>
                      <a:pt x="2410" y="1152"/>
                    </a:cubicBezTo>
                    <a:cubicBezTo>
                      <a:pt x="2320" y="1170"/>
                      <a:pt x="2219" y="1189"/>
                      <a:pt x="2120" y="1189"/>
                    </a:cubicBezTo>
                    <a:cubicBezTo>
                      <a:pt x="2051" y="1189"/>
                      <a:pt x="1983" y="1180"/>
                      <a:pt x="1919" y="1152"/>
                    </a:cubicBezTo>
                    <a:cubicBezTo>
                      <a:pt x="1802" y="1094"/>
                      <a:pt x="1678" y="1035"/>
                      <a:pt x="1590" y="911"/>
                    </a:cubicBezTo>
                    <a:cubicBezTo>
                      <a:pt x="1619" y="881"/>
                      <a:pt x="1648" y="852"/>
                      <a:pt x="1678" y="816"/>
                    </a:cubicBezTo>
                    <a:cubicBezTo>
                      <a:pt x="1736" y="728"/>
                      <a:pt x="1773" y="603"/>
                      <a:pt x="1773" y="515"/>
                    </a:cubicBezTo>
                    <a:cubicBezTo>
                      <a:pt x="1736" y="391"/>
                      <a:pt x="1648" y="303"/>
                      <a:pt x="1524" y="303"/>
                    </a:cubicBezTo>
                    <a:cubicBezTo>
                      <a:pt x="1436" y="303"/>
                      <a:pt x="1341" y="391"/>
                      <a:pt x="1312" y="486"/>
                    </a:cubicBezTo>
                    <a:cubicBezTo>
                      <a:pt x="1282" y="574"/>
                      <a:pt x="1312" y="669"/>
                      <a:pt x="1341" y="757"/>
                    </a:cubicBezTo>
                    <a:cubicBezTo>
                      <a:pt x="1370" y="786"/>
                      <a:pt x="1370" y="852"/>
                      <a:pt x="1407" y="881"/>
                    </a:cubicBezTo>
                    <a:cubicBezTo>
                      <a:pt x="1307" y="938"/>
                      <a:pt x="1196" y="970"/>
                      <a:pt x="1088" y="970"/>
                    </a:cubicBezTo>
                    <a:cubicBezTo>
                      <a:pt x="1029" y="970"/>
                      <a:pt x="971" y="961"/>
                      <a:pt x="916" y="940"/>
                    </a:cubicBezTo>
                    <a:cubicBezTo>
                      <a:pt x="762" y="881"/>
                      <a:pt x="638" y="786"/>
                      <a:pt x="579" y="669"/>
                    </a:cubicBezTo>
                    <a:cubicBezTo>
                      <a:pt x="638" y="603"/>
                      <a:pt x="704" y="545"/>
                      <a:pt x="762" y="486"/>
                    </a:cubicBezTo>
                    <a:cubicBezTo>
                      <a:pt x="792" y="449"/>
                      <a:pt x="858" y="391"/>
                      <a:pt x="887" y="303"/>
                    </a:cubicBezTo>
                    <a:cubicBezTo>
                      <a:pt x="887" y="208"/>
                      <a:pt x="887" y="120"/>
                      <a:pt x="821" y="54"/>
                    </a:cubicBezTo>
                    <a:cubicBezTo>
                      <a:pt x="772" y="17"/>
                      <a:pt x="721" y="1"/>
                      <a:pt x="6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6" name="Google Shape;1186;p48"/>
              <p:cNvSpPr/>
              <p:nvPr/>
            </p:nvSpPr>
            <p:spPr>
              <a:xfrm>
                <a:off x="3871850" y="1816250"/>
                <a:ext cx="88450" cy="32050"/>
              </a:xfrm>
              <a:custGeom>
                <a:avLst/>
                <a:gdLst/>
                <a:ahLst/>
                <a:cxnLst/>
                <a:rect l="l" t="t" r="r" b="b"/>
                <a:pathLst>
                  <a:path w="3538" h="1282" extrusionOk="0">
                    <a:moveTo>
                      <a:pt x="675" y="125"/>
                    </a:moveTo>
                    <a:cubicBezTo>
                      <a:pt x="704" y="183"/>
                      <a:pt x="675" y="279"/>
                      <a:pt x="609" y="337"/>
                    </a:cubicBezTo>
                    <a:cubicBezTo>
                      <a:pt x="579" y="396"/>
                      <a:pt x="550" y="425"/>
                      <a:pt x="521" y="425"/>
                    </a:cubicBezTo>
                    <a:lnTo>
                      <a:pt x="492" y="425"/>
                    </a:lnTo>
                    <a:cubicBezTo>
                      <a:pt x="492" y="366"/>
                      <a:pt x="462" y="242"/>
                      <a:pt x="492" y="183"/>
                    </a:cubicBezTo>
                    <a:cubicBezTo>
                      <a:pt x="521" y="154"/>
                      <a:pt x="550" y="125"/>
                      <a:pt x="609" y="125"/>
                    </a:cubicBezTo>
                    <a:close/>
                    <a:moveTo>
                      <a:pt x="1707" y="337"/>
                    </a:moveTo>
                    <a:cubicBezTo>
                      <a:pt x="1707" y="337"/>
                      <a:pt x="1744" y="337"/>
                      <a:pt x="1744" y="366"/>
                    </a:cubicBezTo>
                    <a:cubicBezTo>
                      <a:pt x="1773" y="366"/>
                      <a:pt x="1773" y="396"/>
                      <a:pt x="1802" y="425"/>
                    </a:cubicBezTo>
                    <a:cubicBezTo>
                      <a:pt x="1802" y="491"/>
                      <a:pt x="1773" y="549"/>
                      <a:pt x="1707" y="608"/>
                    </a:cubicBezTo>
                    <a:cubicBezTo>
                      <a:pt x="1678" y="674"/>
                      <a:pt x="1649" y="703"/>
                      <a:pt x="1590" y="733"/>
                    </a:cubicBezTo>
                    <a:cubicBezTo>
                      <a:pt x="1590" y="703"/>
                      <a:pt x="1561" y="674"/>
                      <a:pt x="1561" y="608"/>
                    </a:cubicBezTo>
                    <a:cubicBezTo>
                      <a:pt x="1561" y="549"/>
                      <a:pt x="1561" y="462"/>
                      <a:pt x="1590" y="396"/>
                    </a:cubicBezTo>
                    <a:cubicBezTo>
                      <a:pt x="1619" y="366"/>
                      <a:pt x="1649" y="337"/>
                      <a:pt x="1707" y="337"/>
                    </a:cubicBezTo>
                    <a:close/>
                    <a:moveTo>
                      <a:pt x="2718" y="425"/>
                    </a:moveTo>
                    <a:cubicBezTo>
                      <a:pt x="2718" y="425"/>
                      <a:pt x="2747" y="425"/>
                      <a:pt x="2776" y="462"/>
                    </a:cubicBezTo>
                    <a:cubicBezTo>
                      <a:pt x="2842" y="491"/>
                      <a:pt x="2842" y="608"/>
                      <a:pt x="2805" y="703"/>
                    </a:cubicBezTo>
                    <a:cubicBezTo>
                      <a:pt x="2776" y="762"/>
                      <a:pt x="2747" y="857"/>
                      <a:pt x="2688" y="916"/>
                    </a:cubicBezTo>
                    <a:cubicBezTo>
                      <a:pt x="2659" y="886"/>
                      <a:pt x="2622" y="857"/>
                      <a:pt x="2593" y="828"/>
                    </a:cubicBezTo>
                    <a:cubicBezTo>
                      <a:pt x="2593" y="762"/>
                      <a:pt x="2535" y="645"/>
                      <a:pt x="2564" y="549"/>
                    </a:cubicBezTo>
                    <a:cubicBezTo>
                      <a:pt x="2593" y="491"/>
                      <a:pt x="2622" y="462"/>
                      <a:pt x="2688" y="462"/>
                    </a:cubicBezTo>
                    <a:cubicBezTo>
                      <a:pt x="2688" y="425"/>
                      <a:pt x="2688" y="425"/>
                      <a:pt x="2718" y="425"/>
                    </a:cubicBezTo>
                    <a:close/>
                    <a:moveTo>
                      <a:pt x="579" y="0"/>
                    </a:moveTo>
                    <a:cubicBezTo>
                      <a:pt x="521" y="0"/>
                      <a:pt x="426" y="30"/>
                      <a:pt x="396" y="125"/>
                    </a:cubicBezTo>
                    <a:cubicBezTo>
                      <a:pt x="338" y="213"/>
                      <a:pt x="338" y="366"/>
                      <a:pt x="396" y="462"/>
                    </a:cubicBezTo>
                    <a:lnTo>
                      <a:pt x="396" y="520"/>
                    </a:lnTo>
                    <a:cubicBezTo>
                      <a:pt x="309" y="579"/>
                      <a:pt x="184" y="608"/>
                      <a:pt x="60" y="608"/>
                    </a:cubicBezTo>
                    <a:cubicBezTo>
                      <a:pt x="30" y="608"/>
                      <a:pt x="1" y="645"/>
                      <a:pt x="1" y="674"/>
                    </a:cubicBezTo>
                    <a:cubicBezTo>
                      <a:pt x="1" y="703"/>
                      <a:pt x="30" y="733"/>
                      <a:pt x="60" y="733"/>
                    </a:cubicBezTo>
                    <a:cubicBezTo>
                      <a:pt x="184" y="733"/>
                      <a:pt x="338" y="674"/>
                      <a:pt x="462" y="608"/>
                    </a:cubicBezTo>
                    <a:cubicBezTo>
                      <a:pt x="579" y="828"/>
                      <a:pt x="792" y="974"/>
                      <a:pt x="1041" y="1011"/>
                    </a:cubicBezTo>
                    <a:cubicBezTo>
                      <a:pt x="1079" y="1018"/>
                      <a:pt x="1118" y="1022"/>
                      <a:pt x="1159" y="1022"/>
                    </a:cubicBezTo>
                    <a:cubicBezTo>
                      <a:pt x="1285" y="1022"/>
                      <a:pt x="1423" y="987"/>
                      <a:pt x="1561" y="916"/>
                    </a:cubicBezTo>
                    <a:cubicBezTo>
                      <a:pt x="1678" y="1128"/>
                      <a:pt x="1890" y="1282"/>
                      <a:pt x="2139" y="1282"/>
                    </a:cubicBezTo>
                    <a:lnTo>
                      <a:pt x="2198" y="1282"/>
                    </a:lnTo>
                    <a:cubicBezTo>
                      <a:pt x="2381" y="1282"/>
                      <a:pt x="2564" y="1223"/>
                      <a:pt x="2688" y="1099"/>
                    </a:cubicBezTo>
                    <a:cubicBezTo>
                      <a:pt x="2828" y="1188"/>
                      <a:pt x="3000" y="1235"/>
                      <a:pt x="3166" y="1235"/>
                    </a:cubicBezTo>
                    <a:cubicBezTo>
                      <a:pt x="3288" y="1235"/>
                      <a:pt x="3407" y="1210"/>
                      <a:pt x="3508" y="1157"/>
                    </a:cubicBezTo>
                    <a:cubicBezTo>
                      <a:pt x="3538" y="1128"/>
                      <a:pt x="3538" y="1099"/>
                      <a:pt x="3508" y="1069"/>
                    </a:cubicBezTo>
                    <a:cubicBezTo>
                      <a:pt x="3508" y="1040"/>
                      <a:pt x="3479" y="1040"/>
                      <a:pt x="3450" y="1040"/>
                    </a:cubicBezTo>
                    <a:cubicBezTo>
                      <a:pt x="3357" y="1091"/>
                      <a:pt x="3251" y="1115"/>
                      <a:pt x="3146" y="1115"/>
                    </a:cubicBezTo>
                    <a:cubicBezTo>
                      <a:pt x="3012" y="1115"/>
                      <a:pt x="2879" y="1077"/>
                      <a:pt x="2776" y="1011"/>
                    </a:cubicBezTo>
                    <a:cubicBezTo>
                      <a:pt x="2842" y="916"/>
                      <a:pt x="2901" y="828"/>
                      <a:pt x="2930" y="733"/>
                    </a:cubicBezTo>
                    <a:cubicBezTo>
                      <a:pt x="2959" y="608"/>
                      <a:pt x="2959" y="425"/>
                      <a:pt x="2842" y="337"/>
                    </a:cubicBezTo>
                    <a:cubicBezTo>
                      <a:pt x="2809" y="322"/>
                      <a:pt x="2778" y="315"/>
                      <a:pt x="2743" y="315"/>
                    </a:cubicBezTo>
                    <a:cubicBezTo>
                      <a:pt x="2708" y="315"/>
                      <a:pt x="2670" y="322"/>
                      <a:pt x="2622" y="337"/>
                    </a:cubicBezTo>
                    <a:cubicBezTo>
                      <a:pt x="2564" y="366"/>
                      <a:pt x="2505" y="425"/>
                      <a:pt x="2476" y="491"/>
                    </a:cubicBezTo>
                    <a:cubicBezTo>
                      <a:pt x="2410" y="608"/>
                      <a:pt x="2410" y="733"/>
                      <a:pt x="2505" y="886"/>
                    </a:cubicBezTo>
                    <a:cubicBezTo>
                      <a:pt x="2535" y="916"/>
                      <a:pt x="2564" y="974"/>
                      <a:pt x="2593" y="1011"/>
                    </a:cubicBezTo>
                    <a:cubicBezTo>
                      <a:pt x="2498" y="1106"/>
                      <a:pt x="2379" y="1167"/>
                      <a:pt x="2255" y="1167"/>
                    </a:cubicBezTo>
                    <a:cubicBezTo>
                      <a:pt x="2226" y="1167"/>
                      <a:pt x="2197" y="1164"/>
                      <a:pt x="2168" y="1157"/>
                    </a:cubicBezTo>
                    <a:cubicBezTo>
                      <a:pt x="1956" y="1157"/>
                      <a:pt x="1773" y="1040"/>
                      <a:pt x="1649" y="857"/>
                    </a:cubicBezTo>
                    <a:cubicBezTo>
                      <a:pt x="1707" y="828"/>
                      <a:pt x="1773" y="762"/>
                      <a:pt x="1832" y="703"/>
                    </a:cubicBezTo>
                    <a:cubicBezTo>
                      <a:pt x="1890" y="608"/>
                      <a:pt x="1927" y="491"/>
                      <a:pt x="1890" y="396"/>
                    </a:cubicBezTo>
                    <a:cubicBezTo>
                      <a:pt x="1890" y="337"/>
                      <a:pt x="1861" y="279"/>
                      <a:pt x="1832" y="242"/>
                    </a:cubicBezTo>
                    <a:cubicBezTo>
                      <a:pt x="1797" y="226"/>
                      <a:pt x="1761" y="219"/>
                      <a:pt x="1726" y="219"/>
                    </a:cubicBezTo>
                    <a:cubicBezTo>
                      <a:pt x="1632" y="219"/>
                      <a:pt x="1542" y="268"/>
                      <a:pt x="1495" y="337"/>
                    </a:cubicBezTo>
                    <a:cubicBezTo>
                      <a:pt x="1436" y="396"/>
                      <a:pt x="1407" y="520"/>
                      <a:pt x="1436" y="645"/>
                    </a:cubicBezTo>
                    <a:cubicBezTo>
                      <a:pt x="1436" y="703"/>
                      <a:pt x="1465" y="762"/>
                      <a:pt x="1495" y="828"/>
                    </a:cubicBezTo>
                    <a:cubicBezTo>
                      <a:pt x="1382" y="871"/>
                      <a:pt x="1274" y="898"/>
                      <a:pt x="1163" y="898"/>
                    </a:cubicBezTo>
                    <a:cubicBezTo>
                      <a:pt x="1123" y="898"/>
                      <a:pt x="1082" y="894"/>
                      <a:pt x="1041" y="886"/>
                    </a:cubicBezTo>
                    <a:cubicBezTo>
                      <a:pt x="858" y="857"/>
                      <a:pt x="675" y="733"/>
                      <a:pt x="550" y="549"/>
                    </a:cubicBezTo>
                    <a:cubicBezTo>
                      <a:pt x="609" y="520"/>
                      <a:pt x="675" y="491"/>
                      <a:pt x="704" y="425"/>
                    </a:cubicBezTo>
                    <a:cubicBezTo>
                      <a:pt x="792" y="337"/>
                      <a:pt x="858" y="154"/>
                      <a:pt x="763" y="59"/>
                    </a:cubicBezTo>
                    <a:cubicBezTo>
                      <a:pt x="704" y="0"/>
                      <a:pt x="645" y="0"/>
                      <a:pt x="57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7" name="Google Shape;1187;p48"/>
              <p:cNvSpPr/>
              <p:nvPr/>
            </p:nvSpPr>
            <p:spPr>
              <a:xfrm>
                <a:off x="3929900" y="1846075"/>
                <a:ext cx="43400" cy="35000"/>
              </a:xfrm>
              <a:custGeom>
                <a:avLst/>
                <a:gdLst/>
                <a:ahLst/>
                <a:cxnLst/>
                <a:rect l="l" t="t" r="r" b="b"/>
                <a:pathLst>
                  <a:path w="1735" h="1400" extrusionOk="0">
                    <a:moveTo>
                      <a:pt x="271" y="1"/>
                    </a:moveTo>
                    <a:lnTo>
                      <a:pt x="0" y="1399"/>
                    </a:lnTo>
                    <a:lnTo>
                      <a:pt x="0" y="1399"/>
                    </a:lnTo>
                    <a:lnTo>
                      <a:pt x="1736" y="272"/>
                    </a:lnTo>
                    <a:lnTo>
                      <a:pt x="2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88" name="Google Shape;1188;p48"/>
              <p:cNvSpPr/>
              <p:nvPr/>
            </p:nvSpPr>
            <p:spPr>
              <a:xfrm>
                <a:off x="3928250" y="1844425"/>
                <a:ext cx="46700" cy="38300"/>
              </a:xfrm>
              <a:custGeom>
                <a:avLst/>
                <a:gdLst/>
                <a:ahLst/>
                <a:cxnLst/>
                <a:rect l="l" t="t" r="r" b="b"/>
                <a:pathLst>
                  <a:path w="1868" h="1532" extrusionOk="0">
                    <a:moveTo>
                      <a:pt x="403" y="125"/>
                    </a:moveTo>
                    <a:lnTo>
                      <a:pt x="1648" y="367"/>
                    </a:lnTo>
                    <a:lnTo>
                      <a:pt x="154" y="1348"/>
                    </a:lnTo>
                    <a:lnTo>
                      <a:pt x="154" y="1348"/>
                    </a:lnTo>
                    <a:lnTo>
                      <a:pt x="403" y="125"/>
                    </a:lnTo>
                    <a:close/>
                    <a:moveTo>
                      <a:pt x="308" y="1"/>
                    </a:moveTo>
                    <a:cubicBezTo>
                      <a:pt x="308" y="1"/>
                      <a:pt x="308" y="30"/>
                      <a:pt x="279" y="30"/>
                    </a:cubicBezTo>
                    <a:lnTo>
                      <a:pt x="0" y="1465"/>
                    </a:lnTo>
                    <a:cubicBezTo>
                      <a:pt x="0" y="1495"/>
                      <a:pt x="37" y="1495"/>
                      <a:pt x="37" y="1531"/>
                    </a:cubicBezTo>
                    <a:lnTo>
                      <a:pt x="125" y="1531"/>
                    </a:lnTo>
                    <a:lnTo>
                      <a:pt x="1831" y="396"/>
                    </a:lnTo>
                    <a:cubicBezTo>
                      <a:pt x="1868" y="367"/>
                      <a:pt x="1868" y="338"/>
                      <a:pt x="1868" y="338"/>
                    </a:cubicBezTo>
                    <a:cubicBezTo>
                      <a:pt x="1868" y="308"/>
                      <a:pt x="1831" y="279"/>
                      <a:pt x="1802" y="279"/>
                    </a:cubicBezTo>
                    <a:lnTo>
                      <a:pt x="3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189" name="Google Shape;1189;p48"/>
            <p:cNvGrpSpPr/>
            <p:nvPr/>
          </p:nvGrpSpPr>
          <p:grpSpPr>
            <a:xfrm>
              <a:off x="4687858" y="1120960"/>
              <a:ext cx="1070999" cy="1062827"/>
              <a:chOff x="4032375" y="1299625"/>
              <a:chExt cx="716915" cy="711492"/>
            </a:xfrm>
          </p:grpSpPr>
          <p:sp>
            <p:nvSpPr>
              <p:cNvPr id="1190" name="Google Shape;1190;p48"/>
              <p:cNvSpPr/>
              <p:nvPr/>
            </p:nvSpPr>
            <p:spPr>
              <a:xfrm>
                <a:off x="4035708" y="1302901"/>
                <a:ext cx="710249" cy="56772"/>
              </a:xfrm>
              <a:custGeom>
                <a:avLst/>
                <a:gdLst/>
                <a:ahLst/>
                <a:cxnLst/>
                <a:rect l="l" t="t" r="r" b="b"/>
                <a:pathLst>
                  <a:path w="12573" h="1004" extrusionOk="0">
                    <a:moveTo>
                      <a:pt x="520" y="1"/>
                    </a:moveTo>
                    <a:cubicBezTo>
                      <a:pt x="242" y="1"/>
                      <a:pt x="0" y="243"/>
                      <a:pt x="0" y="521"/>
                    </a:cubicBezTo>
                    <a:lnTo>
                      <a:pt x="0" y="1004"/>
                    </a:lnTo>
                    <a:lnTo>
                      <a:pt x="12573" y="1004"/>
                    </a:lnTo>
                    <a:lnTo>
                      <a:pt x="12573" y="521"/>
                    </a:lnTo>
                    <a:cubicBezTo>
                      <a:pt x="12573" y="243"/>
                      <a:pt x="12324" y="1"/>
                      <a:pt x="120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1" name="Google Shape;1191;p48"/>
              <p:cNvSpPr/>
              <p:nvPr/>
            </p:nvSpPr>
            <p:spPr>
              <a:xfrm>
                <a:off x="4032375" y="1299625"/>
                <a:ext cx="716915" cy="63777"/>
              </a:xfrm>
              <a:custGeom>
                <a:avLst/>
                <a:gdLst/>
                <a:ahLst/>
                <a:cxnLst/>
                <a:rect l="l" t="t" r="r" b="b"/>
                <a:pathLst>
                  <a:path w="12691" h="1129" extrusionOk="0">
                    <a:moveTo>
                      <a:pt x="12112" y="118"/>
                    </a:moveTo>
                    <a:cubicBezTo>
                      <a:pt x="12353" y="118"/>
                      <a:pt x="12566" y="330"/>
                      <a:pt x="12566" y="579"/>
                    </a:cubicBezTo>
                    <a:lnTo>
                      <a:pt x="12566" y="1004"/>
                    </a:lnTo>
                    <a:lnTo>
                      <a:pt x="118" y="1004"/>
                    </a:lnTo>
                    <a:lnTo>
                      <a:pt x="118" y="579"/>
                    </a:lnTo>
                    <a:cubicBezTo>
                      <a:pt x="118" y="330"/>
                      <a:pt x="330" y="118"/>
                      <a:pt x="579" y="118"/>
                    </a:cubicBezTo>
                    <a:close/>
                    <a:moveTo>
                      <a:pt x="579" y="0"/>
                    </a:moveTo>
                    <a:cubicBezTo>
                      <a:pt x="242" y="0"/>
                      <a:pt x="1" y="271"/>
                      <a:pt x="1" y="579"/>
                    </a:cubicBezTo>
                    <a:lnTo>
                      <a:pt x="1" y="1062"/>
                    </a:lnTo>
                    <a:cubicBezTo>
                      <a:pt x="1" y="1099"/>
                      <a:pt x="30" y="1128"/>
                      <a:pt x="59" y="1128"/>
                    </a:cubicBezTo>
                    <a:lnTo>
                      <a:pt x="12632" y="1128"/>
                    </a:lnTo>
                    <a:cubicBezTo>
                      <a:pt x="12661" y="1128"/>
                      <a:pt x="12690" y="1099"/>
                      <a:pt x="12690" y="1062"/>
                    </a:cubicBezTo>
                    <a:lnTo>
                      <a:pt x="12690" y="579"/>
                    </a:lnTo>
                    <a:cubicBezTo>
                      <a:pt x="12690" y="271"/>
                      <a:pt x="12412" y="0"/>
                      <a:pt x="121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2" name="Google Shape;1192;p48"/>
              <p:cNvSpPr/>
              <p:nvPr/>
            </p:nvSpPr>
            <p:spPr>
              <a:xfrm>
                <a:off x="4035708" y="1359618"/>
                <a:ext cx="710249" cy="648223"/>
              </a:xfrm>
              <a:custGeom>
                <a:avLst/>
                <a:gdLst/>
                <a:ahLst/>
                <a:cxnLst/>
                <a:rect l="l" t="t" r="r" b="b"/>
                <a:pathLst>
                  <a:path w="12573" h="11475" extrusionOk="0">
                    <a:moveTo>
                      <a:pt x="0" y="0"/>
                    </a:moveTo>
                    <a:lnTo>
                      <a:pt x="0" y="10954"/>
                    </a:lnTo>
                    <a:cubicBezTo>
                      <a:pt x="0" y="11233"/>
                      <a:pt x="242" y="11474"/>
                      <a:pt x="520" y="11474"/>
                    </a:cubicBezTo>
                    <a:lnTo>
                      <a:pt x="12053" y="11474"/>
                    </a:lnTo>
                    <a:cubicBezTo>
                      <a:pt x="12324" y="11474"/>
                      <a:pt x="12573" y="11233"/>
                      <a:pt x="12573" y="10954"/>
                    </a:cubicBezTo>
                    <a:lnTo>
                      <a:pt x="125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3" name="Google Shape;1193;p48"/>
              <p:cNvSpPr/>
              <p:nvPr/>
            </p:nvSpPr>
            <p:spPr>
              <a:xfrm>
                <a:off x="4032375" y="1356285"/>
                <a:ext cx="716915" cy="654832"/>
              </a:xfrm>
              <a:custGeom>
                <a:avLst/>
                <a:gdLst/>
                <a:ahLst/>
                <a:cxnLst/>
                <a:rect l="l" t="t" r="r" b="b"/>
                <a:pathLst>
                  <a:path w="12691" h="11592" extrusionOk="0">
                    <a:moveTo>
                      <a:pt x="12566" y="125"/>
                    </a:moveTo>
                    <a:lnTo>
                      <a:pt x="12566" y="11013"/>
                    </a:lnTo>
                    <a:cubicBezTo>
                      <a:pt x="12566" y="11262"/>
                      <a:pt x="12353" y="11475"/>
                      <a:pt x="12112" y="11475"/>
                    </a:cubicBezTo>
                    <a:lnTo>
                      <a:pt x="579" y="11475"/>
                    </a:lnTo>
                    <a:cubicBezTo>
                      <a:pt x="330" y="11475"/>
                      <a:pt x="118" y="11262"/>
                      <a:pt x="118" y="11013"/>
                    </a:cubicBezTo>
                    <a:lnTo>
                      <a:pt x="118" y="125"/>
                    </a:lnTo>
                    <a:close/>
                    <a:moveTo>
                      <a:pt x="59" y="1"/>
                    </a:moveTo>
                    <a:cubicBezTo>
                      <a:pt x="30" y="1"/>
                      <a:pt x="1" y="30"/>
                      <a:pt x="1" y="59"/>
                    </a:cubicBezTo>
                    <a:lnTo>
                      <a:pt x="1" y="11013"/>
                    </a:lnTo>
                    <a:cubicBezTo>
                      <a:pt x="1" y="11321"/>
                      <a:pt x="242" y="11592"/>
                      <a:pt x="579" y="11592"/>
                    </a:cubicBezTo>
                    <a:lnTo>
                      <a:pt x="12112" y="11592"/>
                    </a:lnTo>
                    <a:cubicBezTo>
                      <a:pt x="12412" y="11592"/>
                      <a:pt x="12690" y="11321"/>
                      <a:pt x="12690" y="11013"/>
                    </a:cubicBezTo>
                    <a:lnTo>
                      <a:pt x="12690" y="59"/>
                    </a:lnTo>
                    <a:cubicBezTo>
                      <a:pt x="12690" y="30"/>
                      <a:pt x="12661" y="1"/>
                      <a:pt x="126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4" name="Google Shape;1194;p48"/>
              <p:cNvSpPr/>
              <p:nvPr/>
            </p:nvSpPr>
            <p:spPr>
              <a:xfrm>
                <a:off x="4066721" y="1318210"/>
                <a:ext cx="29431" cy="31126"/>
              </a:xfrm>
              <a:custGeom>
                <a:avLst/>
                <a:gdLst/>
                <a:ahLst/>
                <a:cxnLst/>
                <a:rect l="l" t="t" r="r" b="b"/>
                <a:pathLst>
                  <a:path w="521" h="551" extrusionOk="0">
                    <a:moveTo>
                      <a:pt x="242" y="1"/>
                    </a:moveTo>
                    <a:cubicBezTo>
                      <a:pt x="125" y="1"/>
                      <a:pt x="0" y="125"/>
                      <a:pt x="0" y="279"/>
                    </a:cubicBezTo>
                    <a:cubicBezTo>
                      <a:pt x="0" y="433"/>
                      <a:pt x="125" y="550"/>
                      <a:pt x="242" y="550"/>
                    </a:cubicBezTo>
                    <a:cubicBezTo>
                      <a:pt x="396" y="550"/>
                      <a:pt x="520" y="433"/>
                      <a:pt x="520" y="279"/>
                    </a:cubicBezTo>
                    <a:cubicBezTo>
                      <a:pt x="520" y="125"/>
                      <a:pt x="396" y="1"/>
                      <a:pt x="2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5" name="Google Shape;1195;p48"/>
              <p:cNvSpPr/>
              <p:nvPr/>
            </p:nvSpPr>
            <p:spPr>
              <a:xfrm>
                <a:off x="4156485" y="1762905"/>
                <a:ext cx="60049" cy="175853"/>
              </a:xfrm>
              <a:custGeom>
                <a:avLst/>
                <a:gdLst/>
                <a:ahLst/>
                <a:cxnLst/>
                <a:rect l="l" t="t" r="r" b="b"/>
                <a:pathLst>
                  <a:path w="1063" h="3113" extrusionOk="0">
                    <a:moveTo>
                      <a:pt x="0" y="0"/>
                    </a:moveTo>
                    <a:lnTo>
                      <a:pt x="0" y="3112"/>
                    </a:lnTo>
                    <a:lnTo>
                      <a:pt x="1062" y="3112"/>
                    </a:lnTo>
                    <a:lnTo>
                      <a:pt x="1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6" name="Google Shape;1196;p48"/>
              <p:cNvSpPr/>
              <p:nvPr/>
            </p:nvSpPr>
            <p:spPr>
              <a:xfrm>
                <a:off x="4270201" y="1800980"/>
                <a:ext cx="60049" cy="137779"/>
              </a:xfrm>
              <a:custGeom>
                <a:avLst/>
                <a:gdLst/>
                <a:ahLst/>
                <a:cxnLst/>
                <a:rect l="l" t="t" r="r" b="b"/>
                <a:pathLst>
                  <a:path w="1063" h="2439" extrusionOk="0">
                    <a:moveTo>
                      <a:pt x="1" y="0"/>
                    </a:moveTo>
                    <a:lnTo>
                      <a:pt x="1" y="2438"/>
                    </a:lnTo>
                    <a:lnTo>
                      <a:pt x="1063" y="2438"/>
                    </a:lnTo>
                    <a:lnTo>
                      <a:pt x="10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7" name="Google Shape;1197;p48"/>
              <p:cNvSpPr/>
              <p:nvPr/>
            </p:nvSpPr>
            <p:spPr>
              <a:xfrm>
                <a:off x="4375274" y="1642523"/>
                <a:ext cx="60444" cy="296234"/>
              </a:xfrm>
              <a:custGeom>
                <a:avLst/>
                <a:gdLst/>
                <a:ahLst/>
                <a:cxnLst/>
                <a:rect l="l" t="t" r="r" b="b"/>
                <a:pathLst>
                  <a:path w="1070" h="5244" extrusionOk="0">
                    <a:moveTo>
                      <a:pt x="1" y="1"/>
                    </a:moveTo>
                    <a:lnTo>
                      <a:pt x="1" y="5243"/>
                    </a:lnTo>
                    <a:lnTo>
                      <a:pt x="1070" y="5243"/>
                    </a:lnTo>
                    <a:lnTo>
                      <a:pt x="10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8" name="Google Shape;1198;p48"/>
              <p:cNvSpPr/>
              <p:nvPr/>
            </p:nvSpPr>
            <p:spPr>
              <a:xfrm>
                <a:off x="4606096" y="1597444"/>
                <a:ext cx="60444" cy="341313"/>
              </a:xfrm>
              <a:custGeom>
                <a:avLst/>
                <a:gdLst/>
                <a:ahLst/>
                <a:cxnLst/>
                <a:rect l="l" t="t" r="r" b="b"/>
                <a:pathLst>
                  <a:path w="1070" h="6042" extrusionOk="0">
                    <a:moveTo>
                      <a:pt x="1" y="0"/>
                    </a:moveTo>
                    <a:lnTo>
                      <a:pt x="1" y="6041"/>
                    </a:lnTo>
                    <a:lnTo>
                      <a:pt x="1070" y="6041"/>
                    </a:lnTo>
                    <a:lnTo>
                      <a:pt x="10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99" name="Google Shape;1199;p48"/>
              <p:cNvSpPr/>
              <p:nvPr/>
            </p:nvSpPr>
            <p:spPr>
              <a:xfrm>
                <a:off x="4494018" y="1725282"/>
                <a:ext cx="60444" cy="213476"/>
              </a:xfrm>
              <a:custGeom>
                <a:avLst/>
                <a:gdLst/>
                <a:ahLst/>
                <a:cxnLst/>
                <a:rect l="l" t="t" r="r" b="b"/>
                <a:pathLst>
                  <a:path w="1070" h="3779" extrusionOk="0">
                    <a:moveTo>
                      <a:pt x="0" y="0"/>
                    </a:moveTo>
                    <a:lnTo>
                      <a:pt x="0" y="3778"/>
                    </a:lnTo>
                    <a:lnTo>
                      <a:pt x="1069" y="3778"/>
                    </a:lnTo>
                    <a:lnTo>
                      <a:pt x="10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0" name="Google Shape;1200;p48"/>
              <p:cNvSpPr/>
              <p:nvPr/>
            </p:nvSpPr>
            <p:spPr>
              <a:xfrm>
                <a:off x="4082030" y="1938704"/>
                <a:ext cx="610148" cy="56"/>
              </a:xfrm>
              <a:custGeom>
                <a:avLst/>
                <a:gdLst/>
                <a:ahLst/>
                <a:cxnLst/>
                <a:rect l="l" t="t" r="r" b="b"/>
                <a:pathLst>
                  <a:path w="10801" h="1" extrusionOk="0">
                    <a:moveTo>
                      <a:pt x="0" y="0"/>
                    </a:moveTo>
                    <a:lnTo>
                      <a:pt x="108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1" name="Google Shape;1201;p48"/>
              <p:cNvSpPr/>
              <p:nvPr/>
            </p:nvSpPr>
            <p:spPr>
              <a:xfrm>
                <a:off x="4077059" y="1933733"/>
                <a:ext cx="620486" cy="8756"/>
              </a:xfrm>
              <a:custGeom>
                <a:avLst/>
                <a:gdLst/>
                <a:ahLst/>
                <a:cxnLst/>
                <a:rect l="l" t="t" r="r" b="b"/>
                <a:pathLst>
                  <a:path w="10984" h="155" extrusionOk="0">
                    <a:moveTo>
                      <a:pt x="88" y="1"/>
                    </a:moveTo>
                    <a:cubicBezTo>
                      <a:pt x="30" y="1"/>
                      <a:pt x="0" y="30"/>
                      <a:pt x="0" y="88"/>
                    </a:cubicBezTo>
                    <a:cubicBezTo>
                      <a:pt x="0" y="125"/>
                      <a:pt x="30" y="154"/>
                      <a:pt x="88" y="154"/>
                    </a:cubicBezTo>
                    <a:lnTo>
                      <a:pt x="10889" y="154"/>
                    </a:lnTo>
                    <a:cubicBezTo>
                      <a:pt x="10955" y="154"/>
                      <a:pt x="10984" y="125"/>
                      <a:pt x="10984" y="88"/>
                    </a:cubicBezTo>
                    <a:cubicBezTo>
                      <a:pt x="10984" y="30"/>
                      <a:pt x="10955" y="1"/>
                      <a:pt x="108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2" name="Google Shape;1202;p48"/>
              <p:cNvSpPr/>
              <p:nvPr/>
            </p:nvSpPr>
            <p:spPr>
              <a:xfrm>
                <a:off x="4115134" y="1435711"/>
                <a:ext cx="56" cy="530780"/>
              </a:xfrm>
              <a:custGeom>
                <a:avLst/>
                <a:gdLst/>
                <a:ahLst/>
                <a:cxnLst/>
                <a:rect l="l" t="t" r="r" b="b"/>
                <a:pathLst>
                  <a:path w="1" h="9396" extrusionOk="0">
                    <a:moveTo>
                      <a:pt x="0" y="9395"/>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3" name="Google Shape;1203;p48"/>
              <p:cNvSpPr/>
              <p:nvPr/>
            </p:nvSpPr>
            <p:spPr>
              <a:xfrm>
                <a:off x="4109711" y="1430344"/>
                <a:ext cx="10394" cy="541513"/>
              </a:xfrm>
              <a:custGeom>
                <a:avLst/>
                <a:gdLst/>
                <a:ahLst/>
                <a:cxnLst/>
                <a:rect l="l" t="t" r="r" b="b"/>
                <a:pathLst>
                  <a:path w="184" h="9586" extrusionOk="0">
                    <a:moveTo>
                      <a:pt x="96" y="0"/>
                    </a:moveTo>
                    <a:cubicBezTo>
                      <a:pt x="30" y="0"/>
                      <a:pt x="1" y="30"/>
                      <a:pt x="1" y="95"/>
                    </a:cubicBezTo>
                    <a:lnTo>
                      <a:pt x="1" y="9490"/>
                    </a:lnTo>
                    <a:cubicBezTo>
                      <a:pt x="1" y="9519"/>
                      <a:pt x="30" y="9585"/>
                      <a:pt x="96" y="9585"/>
                    </a:cubicBezTo>
                    <a:cubicBezTo>
                      <a:pt x="125" y="9585"/>
                      <a:pt x="184" y="9519"/>
                      <a:pt x="184" y="9490"/>
                    </a:cubicBezTo>
                    <a:lnTo>
                      <a:pt x="184" y="95"/>
                    </a:lnTo>
                    <a:cubicBezTo>
                      <a:pt x="184" y="30"/>
                      <a:pt x="125" y="0"/>
                      <a:pt x="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4" name="Google Shape;1204;p48"/>
              <p:cNvSpPr/>
              <p:nvPr/>
            </p:nvSpPr>
            <p:spPr>
              <a:xfrm>
                <a:off x="4111406" y="1492767"/>
                <a:ext cx="500106" cy="299566"/>
              </a:xfrm>
              <a:custGeom>
                <a:avLst/>
                <a:gdLst/>
                <a:ahLst/>
                <a:cxnLst/>
                <a:rect l="l" t="t" r="r" b="b"/>
                <a:pathLst>
                  <a:path w="8853" h="5303" extrusionOk="0">
                    <a:moveTo>
                      <a:pt x="8758" y="1"/>
                    </a:moveTo>
                    <a:cubicBezTo>
                      <a:pt x="8736" y="1"/>
                      <a:pt x="8714" y="8"/>
                      <a:pt x="8699" y="23"/>
                    </a:cubicBezTo>
                    <a:lnTo>
                      <a:pt x="7264" y="2073"/>
                    </a:lnTo>
                    <a:lnTo>
                      <a:pt x="5155" y="792"/>
                    </a:lnTo>
                    <a:lnTo>
                      <a:pt x="5097" y="792"/>
                    </a:lnTo>
                    <a:cubicBezTo>
                      <a:pt x="5067" y="792"/>
                      <a:pt x="5067" y="821"/>
                      <a:pt x="5067" y="821"/>
                    </a:cubicBezTo>
                    <a:lnTo>
                      <a:pt x="3295" y="4358"/>
                    </a:lnTo>
                    <a:lnTo>
                      <a:pt x="1377" y="2988"/>
                    </a:lnTo>
                    <a:cubicBezTo>
                      <a:pt x="1347" y="2952"/>
                      <a:pt x="1311" y="2952"/>
                      <a:pt x="1311" y="2952"/>
                    </a:cubicBezTo>
                    <a:cubicBezTo>
                      <a:pt x="1282" y="2988"/>
                      <a:pt x="1252" y="2988"/>
                      <a:pt x="1252" y="3018"/>
                    </a:cubicBezTo>
                    <a:lnTo>
                      <a:pt x="29" y="5214"/>
                    </a:lnTo>
                    <a:cubicBezTo>
                      <a:pt x="0" y="5244"/>
                      <a:pt x="29" y="5273"/>
                      <a:pt x="66" y="5302"/>
                    </a:cubicBezTo>
                    <a:lnTo>
                      <a:pt x="95" y="5302"/>
                    </a:lnTo>
                    <a:cubicBezTo>
                      <a:pt x="125" y="5302"/>
                      <a:pt x="154" y="5302"/>
                      <a:pt x="183" y="5273"/>
                    </a:cubicBezTo>
                    <a:lnTo>
                      <a:pt x="1347" y="3172"/>
                    </a:lnTo>
                    <a:lnTo>
                      <a:pt x="3295" y="4541"/>
                    </a:lnTo>
                    <a:cubicBezTo>
                      <a:pt x="3295" y="4570"/>
                      <a:pt x="3325" y="4570"/>
                      <a:pt x="3361" y="4570"/>
                    </a:cubicBezTo>
                    <a:cubicBezTo>
                      <a:pt x="3390" y="4541"/>
                      <a:pt x="3390" y="4541"/>
                      <a:pt x="3420" y="4512"/>
                    </a:cubicBezTo>
                    <a:lnTo>
                      <a:pt x="5155" y="975"/>
                    </a:lnTo>
                    <a:lnTo>
                      <a:pt x="7264" y="2220"/>
                    </a:lnTo>
                    <a:cubicBezTo>
                      <a:pt x="7279" y="2238"/>
                      <a:pt x="7293" y="2247"/>
                      <a:pt x="7308" y="2247"/>
                    </a:cubicBezTo>
                    <a:cubicBezTo>
                      <a:pt x="7323" y="2247"/>
                      <a:pt x="7337" y="2238"/>
                      <a:pt x="7352" y="2220"/>
                    </a:cubicBezTo>
                    <a:lnTo>
                      <a:pt x="8816" y="118"/>
                    </a:lnTo>
                    <a:cubicBezTo>
                      <a:pt x="8853" y="89"/>
                      <a:pt x="8853" y="23"/>
                      <a:pt x="8816" y="23"/>
                    </a:cubicBezTo>
                    <a:cubicBezTo>
                      <a:pt x="8802" y="8"/>
                      <a:pt x="8780" y="1"/>
                      <a:pt x="8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5" name="Google Shape;1205;p48"/>
              <p:cNvSpPr/>
              <p:nvPr/>
            </p:nvSpPr>
            <p:spPr>
              <a:xfrm>
                <a:off x="4568077" y="1459720"/>
                <a:ext cx="67449" cy="72420"/>
              </a:xfrm>
              <a:custGeom>
                <a:avLst/>
                <a:gdLst/>
                <a:ahLst/>
                <a:cxnLst/>
                <a:rect l="l" t="t" r="r" b="b"/>
                <a:pathLst>
                  <a:path w="1194" h="1282" extrusionOk="0">
                    <a:moveTo>
                      <a:pt x="1194" y="0"/>
                    </a:moveTo>
                    <a:lnTo>
                      <a:pt x="0" y="645"/>
                    </a:lnTo>
                    <a:lnTo>
                      <a:pt x="1011" y="1282"/>
                    </a:lnTo>
                    <a:lnTo>
                      <a:pt x="11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6" name="Google Shape;1206;p48"/>
              <p:cNvSpPr/>
              <p:nvPr/>
            </p:nvSpPr>
            <p:spPr>
              <a:xfrm>
                <a:off x="4561412" y="1454748"/>
                <a:ext cx="79086" cy="84453"/>
              </a:xfrm>
              <a:custGeom>
                <a:avLst/>
                <a:gdLst/>
                <a:ahLst/>
                <a:cxnLst/>
                <a:rect l="l" t="t" r="r" b="b"/>
                <a:pathLst>
                  <a:path w="1400" h="1495" extrusionOk="0">
                    <a:moveTo>
                      <a:pt x="1216" y="213"/>
                    </a:moveTo>
                    <a:lnTo>
                      <a:pt x="1070" y="1282"/>
                    </a:lnTo>
                    <a:lnTo>
                      <a:pt x="243" y="733"/>
                    </a:lnTo>
                    <a:lnTo>
                      <a:pt x="1216" y="213"/>
                    </a:lnTo>
                    <a:close/>
                    <a:moveTo>
                      <a:pt x="1399" y="0"/>
                    </a:moveTo>
                    <a:lnTo>
                      <a:pt x="1" y="733"/>
                    </a:lnTo>
                    <a:lnTo>
                      <a:pt x="1158" y="1494"/>
                    </a:lnTo>
                    <a:lnTo>
                      <a:pt x="139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7" name="Google Shape;1207;p48"/>
              <p:cNvSpPr/>
              <p:nvPr/>
            </p:nvSpPr>
            <p:spPr>
              <a:xfrm>
                <a:off x="4390583" y="1528751"/>
                <a:ext cx="29431" cy="29431"/>
              </a:xfrm>
              <a:custGeom>
                <a:avLst/>
                <a:gdLst/>
                <a:ahLst/>
                <a:cxnLst/>
                <a:rect l="l" t="t" r="r" b="b"/>
                <a:pathLst>
                  <a:path w="521" h="521" extrusionOk="0">
                    <a:moveTo>
                      <a:pt x="279" y="1"/>
                    </a:moveTo>
                    <a:cubicBezTo>
                      <a:pt x="125" y="1"/>
                      <a:pt x="1" y="118"/>
                      <a:pt x="1" y="272"/>
                    </a:cubicBezTo>
                    <a:cubicBezTo>
                      <a:pt x="1" y="396"/>
                      <a:pt x="125" y="521"/>
                      <a:pt x="279" y="521"/>
                    </a:cubicBezTo>
                    <a:cubicBezTo>
                      <a:pt x="396" y="521"/>
                      <a:pt x="521" y="396"/>
                      <a:pt x="521" y="272"/>
                    </a:cubicBezTo>
                    <a:cubicBezTo>
                      <a:pt x="521" y="118"/>
                      <a:pt x="396"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8" name="Google Shape;1208;p48"/>
              <p:cNvSpPr/>
              <p:nvPr/>
            </p:nvSpPr>
            <p:spPr>
              <a:xfrm>
                <a:off x="4387307" y="1525079"/>
                <a:ext cx="36041" cy="36436"/>
              </a:xfrm>
              <a:custGeom>
                <a:avLst/>
                <a:gdLst/>
                <a:ahLst/>
                <a:cxnLst/>
                <a:rect l="l" t="t" r="r" b="b"/>
                <a:pathLst>
                  <a:path w="638" h="645" extrusionOk="0">
                    <a:moveTo>
                      <a:pt x="337" y="125"/>
                    </a:moveTo>
                    <a:cubicBezTo>
                      <a:pt x="425" y="125"/>
                      <a:pt x="520" y="220"/>
                      <a:pt x="520" y="337"/>
                    </a:cubicBezTo>
                    <a:cubicBezTo>
                      <a:pt x="520" y="432"/>
                      <a:pt x="425" y="520"/>
                      <a:pt x="337" y="520"/>
                    </a:cubicBezTo>
                    <a:cubicBezTo>
                      <a:pt x="213" y="520"/>
                      <a:pt x="125" y="432"/>
                      <a:pt x="125" y="337"/>
                    </a:cubicBezTo>
                    <a:cubicBezTo>
                      <a:pt x="125" y="220"/>
                      <a:pt x="213" y="125"/>
                      <a:pt x="337" y="125"/>
                    </a:cubicBezTo>
                    <a:close/>
                    <a:moveTo>
                      <a:pt x="337" y="0"/>
                    </a:moveTo>
                    <a:cubicBezTo>
                      <a:pt x="154" y="0"/>
                      <a:pt x="0" y="154"/>
                      <a:pt x="0" y="337"/>
                    </a:cubicBezTo>
                    <a:cubicBezTo>
                      <a:pt x="0" y="491"/>
                      <a:pt x="154" y="644"/>
                      <a:pt x="337" y="644"/>
                    </a:cubicBezTo>
                    <a:cubicBezTo>
                      <a:pt x="491" y="644"/>
                      <a:pt x="637" y="491"/>
                      <a:pt x="637" y="337"/>
                    </a:cubicBezTo>
                    <a:cubicBezTo>
                      <a:pt x="637" y="154"/>
                      <a:pt x="491" y="0"/>
                      <a:pt x="3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09" name="Google Shape;1209;p48"/>
              <p:cNvSpPr/>
              <p:nvPr/>
            </p:nvSpPr>
            <p:spPr>
              <a:xfrm>
                <a:off x="4508084" y="1597444"/>
                <a:ext cx="31069" cy="31069"/>
              </a:xfrm>
              <a:custGeom>
                <a:avLst/>
                <a:gdLst/>
                <a:ahLst/>
                <a:cxnLst/>
                <a:rect l="l" t="t" r="r" b="b"/>
                <a:pathLst>
                  <a:path w="550" h="550" extrusionOk="0">
                    <a:moveTo>
                      <a:pt x="271" y="0"/>
                    </a:moveTo>
                    <a:cubicBezTo>
                      <a:pt x="117" y="0"/>
                      <a:pt x="0" y="125"/>
                      <a:pt x="0" y="279"/>
                    </a:cubicBezTo>
                    <a:cubicBezTo>
                      <a:pt x="0" y="433"/>
                      <a:pt x="117" y="550"/>
                      <a:pt x="271" y="550"/>
                    </a:cubicBezTo>
                    <a:cubicBezTo>
                      <a:pt x="425" y="550"/>
                      <a:pt x="550" y="433"/>
                      <a:pt x="550" y="279"/>
                    </a:cubicBezTo>
                    <a:cubicBezTo>
                      <a:pt x="550" y="125"/>
                      <a:pt x="425" y="0"/>
                      <a:pt x="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0" name="Google Shape;1210;p48"/>
              <p:cNvSpPr/>
              <p:nvPr/>
            </p:nvSpPr>
            <p:spPr>
              <a:xfrm>
                <a:off x="4504356" y="1594111"/>
                <a:ext cx="38131" cy="38131"/>
              </a:xfrm>
              <a:custGeom>
                <a:avLst/>
                <a:gdLst/>
                <a:ahLst/>
                <a:cxnLst/>
                <a:rect l="l" t="t" r="r" b="b"/>
                <a:pathLst>
                  <a:path w="675" h="675" extrusionOk="0">
                    <a:moveTo>
                      <a:pt x="337" y="125"/>
                    </a:moveTo>
                    <a:cubicBezTo>
                      <a:pt x="462" y="125"/>
                      <a:pt x="550" y="213"/>
                      <a:pt x="550" y="338"/>
                    </a:cubicBezTo>
                    <a:cubicBezTo>
                      <a:pt x="550" y="462"/>
                      <a:pt x="462" y="550"/>
                      <a:pt x="337" y="550"/>
                    </a:cubicBezTo>
                    <a:cubicBezTo>
                      <a:pt x="213" y="550"/>
                      <a:pt x="125" y="462"/>
                      <a:pt x="125" y="338"/>
                    </a:cubicBezTo>
                    <a:cubicBezTo>
                      <a:pt x="125" y="213"/>
                      <a:pt x="213" y="125"/>
                      <a:pt x="337" y="125"/>
                    </a:cubicBezTo>
                    <a:close/>
                    <a:moveTo>
                      <a:pt x="337" y="1"/>
                    </a:moveTo>
                    <a:cubicBezTo>
                      <a:pt x="154" y="1"/>
                      <a:pt x="0" y="155"/>
                      <a:pt x="0" y="338"/>
                    </a:cubicBezTo>
                    <a:cubicBezTo>
                      <a:pt x="0" y="521"/>
                      <a:pt x="154" y="675"/>
                      <a:pt x="337" y="675"/>
                    </a:cubicBezTo>
                    <a:cubicBezTo>
                      <a:pt x="520" y="675"/>
                      <a:pt x="674" y="521"/>
                      <a:pt x="674" y="338"/>
                    </a:cubicBezTo>
                    <a:cubicBezTo>
                      <a:pt x="674" y="155"/>
                      <a:pt x="520" y="1"/>
                      <a:pt x="3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1" name="Google Shape;1211;p48"/>
              <p:cNvSpPr/>
              <p:nvPr/>
            </p:nvSpPr>
            <p:spPr>
              <a:xfrm>
                <a:off x="4285510" y="1733925"/>
                <a:ext cx="29431" cy="29036"/>
              </a:xfrm>
              <a:custGeom>
                <a:avLst/>
                <a:gdLst/>
                <a:ahLst/>
                <a:cxnLst/>
                <a:rect l="l" t="t" r="r" b="b"/>
                <a:pathLst>
                  <a:path w="521" h="514" extrusionOk="0">
                    <a:moveTo>
                      <a:pt x="243" y="1"/>
                    </a:moveTo>
                    <a:cubicBezTo>
                      <a:pt x="96" y="1"/>
                      <a:pt x="1" y="118"/>
                      <a:pt x="1" y="272"/>
                    </a:cubicBezTo>
                    <a:cubicBezTo>
                      <a:pt x="1" y="396"/>
                      <a:pt x="96" y="513"/>
                      <a:pt x="243" y="513"/>
                    </a:cubicBezTo>
                    <a:cubicBezTo>
                      <a:pt x="396" y="513"/>
                      <a:pt x="521" y="396"/>
                      <a:pt x="521" y="272"/>
                    </a:cubicBezTo>
                    <a:cubicBezTo>
                      <a:pt x="521" y="118"/>
                      <a:pt x="396" y="1"/>
                      <a:pt x="2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2" name="Google Shape;1212;p48"/>
              <p:cNvSpPr/>
              <p:nvPr/>
            </p:nvSpPr>
            <p:spPr>
              <a:xfrm>
                <a:off x="4282234" y="1730197"/>
                <a:ext cx="36041" cy="36493"/>
              </a:xfrm>
              <a:custGeom>
                <a:avLst/>
                <a:gdLst/>
                <a:ahLst/>
                <a:cxnLst/>
                <a:rect l="l" t="t" r="r" b="b"/>
                <a:pathLst>
                  <a:path w="638" h="646" extrusionOk="0">
                    <a:moveTo>
                      <a:pt x="301" y="125"/>
                    </a:moveTo>
                    <a:cubicBezTo>
                      <a:pt x="425" y="125"/>
                      <a:pt x="520" y="213"/>
                      <a:pt x="520" y="338"/>
                    </a:cubicBezTo>
                    <a:cubicBezTo>
                      <a:pt x="520" y="433"/>
                      <a:pt x="425" y="521"/>
                      <a:pt x="301" y="521"/>
                    </a:cubicBezTo>
                    <a:cubicBezTo>
                      <a:pt x="183" y="521"/>
                      <a:pt x="117" y="433"/>
                      <a:pt x="117" y="338"/>
                    </a:cubicBezTo>
                    <a:cubicBezTo>
                      <a:pt x="117" y="213"/>
                      <a:pt x="183" y="125"/>
                      <a:pt x="301" y="125"/>
                    </a:cubicBezTo>
                    <a:close/>
                    <a:moveTo>
                      <a:pt x="301" y="1"/>
                    </a:moveTo>
                    <a:cubicBezTo>
                      <a:pt x="117" y="1"/>
                      <a:pt x="0" y="155"/>
                      <a:pt x="0" y="338"/>
                    </a:cubicBezTo>
                    <a:cubicBezTo>
                      <a:pt x="0" y="492"/>
                      <a:pt x="117" y="645"/>
                      <a:pt x="301" y="645"/>
                    </a:cubicBezTo>
                    <a:cubicBezTo>
                      <a:pt x="484" y="645"/>
                      <a:pt x="637" y="492"/>
                      <a:pt x="637" y="338"/>
                    </a:cubicBezTo>
                    <a:cubicBezTo>
                      <a:pt x="637" y="155"/>
                      <a:pt x="484" y="1"/>
                      <a:pt x="3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3" name="Google Shape;1213;p48"/>
              <p:cNvSpPr/>
              <p:nvPr/>
            </p:nvSpPr>
            <p:spPr>
              <a:xfrm>
                <a:off x="4171794" y="1652579"/>
                <a:ext cx="31069" cy="29714"/>
              </a:xfrm>
              <a:custGeom>
                <a:avLst/>
                <a:gdLst/>
                <a:ahLst/>
                <a:cxnLst/>
                <a:rect l="l" t="t" r="r" b="b"/>
                <a:pathLst>
                  <a:path w="550" h="526" extrusionOk="0">
                    <a:moveTo>
                      <a:pt x="272" y="0"/>
                    </a:moveTo>
                    <a:cubicBezTo>
                      <a:pt x="252" y="0"/>
                      <a:pt x="232" y="2"/>
                      <a:pt x="213" y="6"/>
                    </a:cubicBezTo>
                    <a:cubicBezTo>
                      <a:pt x="95" y="6"/>
                      <a:pt x="0" y="159"/>
                      <a:pt x="0" y="277"/>
                    </a:cubicBezTo>
                    <a:cubicBezTo>
                      <a:pt x="29" y="430"/>
                      <a:pt x="154" y="526"/>
                      <a:pt x="308" y="526"/>
                    </a:cubicBezTo>
                    <a:cubicBezTo>
                      <a:pt x="462" y="489"/>
                      <a:pt x="549" y="372"/>
                      <a:pt x="520" y="218"/>
                    </a:cubicBezTo>
                    <a:cubicBezTo>
                      <a:pt x="520" y="84"/>
                      <a:pt x="403" y="0"/>
                      <a:pt x="2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4" name="Google Shape;1214;p48"/>
              <p:cNvSpPr/>
              <p:nvPr/>
            </p:nvSpPr>
            <p:spPr>
              <a:xfrm>
                <a:off x="4166823" y="1648511"/>
                <a:ext cx="39317" cy="37114"/>
              </a:xfrm>
              <a:custGeom>
                <a:avLst/>
                <a:gdLst/>
                <a:ahLst/>
                <a:cxnLst/>
                <a:rect l="l" t="t" r="r" b="b"/>
                <a:pathLst>
                  <a:path w="696" h="657" extrusionOk="0">
                    <a:moveTo>
                      <a:pt x="369" y="131"/>
                    </a:moveTo>
                    <a:cubicBezTo>
                      <a:pt x="456" y="131"/>
                      <a:pt x="550" y="208"/>
                      <a:pt x="550" y="290"/>
                    </a:cubicBezTo>
                    <a:cubicBezTo>
                      <a:pt x="579" y="349"/>
                      <a:pt x="550" y="415"/>
                      <a:pt x="513" y="444"/>
                    </a:cubicBezTo>
                    <a:cubicBezTo>
                      <a:pt x="484" y="502"/>
                      <a:pt x="425" y="532"/>
                      <a:pt x="396" y="532"/>
                    </a:cubicBezTo>
                    <a:cubicBezTo>
                      <a:pt x="271" y="532"/>
                      <a:pt x="183" y="473"/>
                      <a:pt x="147" y="349"/>
                    </a:cubicBezTo>
                    <a:cubicBezTo>
                      <a:pt x="147" y="261"/>
                      <a:pt x="213" y="136"/>
                      <a:pt x="330" y="136"/>
                    </a:cubicBezTo>
                    <a:cubicBezTo>
                      <a:pt x="343" y="132"/>
                      <a:pt x="356" y="131"/>
                      <a:pt x="369" y="131"/>
                    </a:cubicBezTo>
                    <a:close/>
                    <a:moveTo>
                      <a:pt x="374" y="0"/>
                    </a:moveTo>
                    <a:cubicBezTo>
                      <a:pt x="350" y="0"/>
                      <a:pt x="326" y="4"/>
                      <a:pt x="301" y="12"/>
                    </a:cubicBezTo>
                    <a:cubicBezTo>
                      <a:pt x="117" y="48"/>
                      <a:pt x="0" y="195"/>
                      <a:pt x="30" y="378"/>
                    </a:cubicBezTo>
                    <a:cubicBezTo>
                      <a:pt x="59" y="532"/>
                      <a:pt x="213" y="656"/>
                      <a:pt x="366" y="656"/>
                    </a:cubicBezTo>
                    <a:lnTo>
                      <a:pt x="396" y="656"/>
                    </a:lnTo>
                    <a:cubicBezTo>
                      <a:pt x="484" y="627"/>
                      <a:pt x="579" y="598"/>
                      <a:pt x="608" y="532"/>
                    </a:cubicBezTo>
                    <a:cubicBezTo>
                      <a:pt x="667" y="444"/>
                      <a:pt x="696" y="378"/>
                      <a:pt x="667" y="290"/>
                    </a:cubicBezTo>
                    <a:cubicBezTo>
                      <a:pt x="667" y="195"/>
                      <a:pt x="608" y="107"/>
                      <a:pt x="550" y="78"/>
                    </a:cubicBezTo>
                    <a:cubicBezTo>
                      <a:pt x="501" y="29"/>
                      <a:pt x="440" y="0"/>
                      <a:pt x="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217" name="Google Shape;1217;p48"/>
            <p:cNvGrpSpPr/>
            <p:nvPr/>
          </p:nvGrpSpPr>
          <p:grpSpPr>
            <a:xfrm>
              <a:off x="4823117" y="1178068"/>
              <a:ext cx="2771539" cy="3057493"/>
              <a:chOff x="4822943" y="1329694"/>
              <a:chExt cx="2575780" cy="2841537"/>
            </a:xfrm>
          </p:grpSpPr>
          <p:sp>
            <p:nvSpPr>
              <p:cNvPr id="1218" name="Google Shape;1218;p48"/>
              <p:cNvSpPr/>
              <p:nvPr/>
            </p:nvSpPr>
            <p:spPr>
              <a:xfrm>
                <a:off x="6543960" y="1400847"/>
                <a:ext cx="706388" cy="887256"/>
              </a:xfrm>
              <a:custGeom>
                <a:avLst/>
                <a:gdLst/>
                <a:ahLst/>
                <a:cxnLst/>
                <a:rect l="l" t="t" r="r" b="b"/>
                <a:pathLst>
                  <a:path w="7565" h="9502" extrusionOk="0">
                    <a:moveTo>
                      <a:pt x="2900" y="1"/>
                    </a:moveTo>
                    <a:lnTo>
                      <a:pt x="0" y="8663"/>
                    </a:lnTo>
                    <a:cubicBezTo>
                      <a:pt x="273" y="8993"/>
                      <a:pt x="843" y="9059"/>
                      <a:pt x="1255" y="9059"/>
                    </a:cubicBezTo>
                    <a:cubicBezTo>
                      <a:pt x="1531" y="9059"/>
                      <a:pt x="1736" y="9029"/>
                      <a:pt x="1736" y="9029"/>
                    </a:cubicBezTo>
                    <a:cubicBezTo>
                      <a:pt x="2143" y="9347"/>
                      <a:pt x="2490" y="9449"/>
                      <a:pt x="2768" y="9449"/>
                    </a:cubicBezTo>
                    <a:cubicBezTo>
                      <a:pt x="3263" y="9449"/>
                      <a:pt x="3537" y="9124"/>
                      <a:pt x="3537" y="9124"/>
                    </a:cubicBezTo>
                    <a:cubicBezTo>
                      <a:pt x="3699" y="9403"/>
                      <a:pt x="3915" y="9502"/>
                      <a:pt x="4138" y="9502"/>
                    </a:cubicBezTo>
                    <a:cubicBezTo>
                      <a:pt x="4672" y="9502"/>
                      <a:pt x="5250" y="8941"/>
                      <a:pt x="5250" y="8941"/>
                    </a:cubicBezTo>
                    <a:cubicBezTo>
                      <a:pt x="5400" y="9003"/>
                      <a:pt x="5526" y="9030"/>
                      <a:pt x="5632" y="9030"/>
                    </a:cubicBezTo>
                    <a:cubicBezTo>
                      <a:pt x="6302" y="9030"/>
                      <a:pt x="6166" y="7960"/>
                      <a:pt x="6166" y="7960"/>
                    </a:cubicBezTo>
                    <a:cubicBezTo>
                      <a:pt x="7264" y="7814"/>
                      <a:pt x="6466" y="6532"/>
                      <a:pt x="6466" y="6532"/>
                    </a:cubicBezTo>
                    <a:cubicBezTo>
                      <a:pt x="7564" y="5676"/>
                      <a:pt x="6283" y="4453"/>
                      <a:pt x="6283" y="4453"/>
                    </a:cubicBezTo>
                    <a:cubicBezTo>
                      <a:pt x="7198" y="3969"/>
                      <a:pt x="5946" y="2622"/>
                      <a:pt x="5946" y="2622"/>
                    </a:cubicBezTo>
                    <a:cubicBezTo>
                      <a:pt x="6532" y="1678"/>
                      <a:pt x="4701" y="1128"/>
                      <a:pt x="4701" y="1128"/>
                    </a:cubicBezTo>
                    <a:cubicBezTo>
                      <a:pt x="5097" y="30"/>
                      <a:pt x="2900" y="1"/>
                      <a:pt x="290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19" name="Google Shape;1219;p48"/>
              <p:cNvSpPr/>
              <p:nvPr/>
            </p:nvSpPr>
            <p:spPr>
              <a:xfrm>
                <a:off x="5982582" y="1329694"/>
                <a:ext cx="832165" cy="905185"/>
              </a:xfrm>
              <a:custGeom>
                <a:avLst/>
                <a:gdLst/>
                <a:ahLst/>
                <a:cxnLst/>
                <a:rect l="l" t="t" r="r" b="b"/>
                <a:pathLst>
                  <a:path w="8912" h="9694" extrusionOk="0">
                    <a:moveTo>
                      <a:pt x="6343" y="1"/>
                    </a:moveTo>
                    <a:cubicBezTo>
                      <a:pt x="5745" y="1"/>
                      <a:pt x="5227" y="211"/>
                      <a:pt x="5038" y="851"/>
                    </a:cubicBezTo>
                    <a:cubicBezTo>
                      <a:pt x="5038" y="851"/>
                      <a:pt x="5032" y="851"/>
                      <a:pt x="5019" y="851"/>
                    </a:cubicBezTo>
                    <a:cubicBezTo>
                      <a:pt x="4795" y="851"/>
                      <a:pt x="2704" y="877"/>
                      <a:pt x="2988" y="1861"/>
                    </a:cubicBezTo>
                    <a:cubicBezTo>
                      <a:pt x="2988" y="1861"/>
                      <a:pt x="916" y="2747"/>
                      <a:pt x="1619" y="3904"/>
                    </a:cubicBezTo>
                    <a:cubicBezTo>
                      <a:pt x="1619" y="3904"/>
                      <a:pt x="96" y="4790"/>
                      <a:pt x="916" y="5918"/>
                    </a:cubicBezTo>
                    <a:cubicBezTo>
                      <a:pt x="916" y="5918"/>
                      <a:pt x="0" y="7016"/>
                      <a:pt x="886" y="7353"/>
                    </a:cubicBezTo>
                    <a:cubicBezTo>
                      <a:pt x="886" y="7353"/>
                      <a:pt x="748" y="8617"/>
                      <a:pt x="1620" y="8617"/>
                    </a:cubicBezTo>
                    <a:cubicBezTo>
                      <a:pt x="1668" y="8617"/>
                      <a:pt x="1719" y="8613"/>
                      <a:pt x="1772" y="8605"/>
                    </a:cubicBezTo>
                    <a:cubicBezTo>
                      <a:pt x="1772" y="8605"/>
                      <a:pt x="2067" y="9198"/>
                      <a:pt x="2543" y="9198"/>
                    </a:cubicBezTo>
                    <a:cubicBezTo>
                      <a:pt x="2678" y="9198"/>
                      <a:pt x="2827" y="9151"/>
                      <a:pt x="2988" y="9030"/>
                    </a:cubicBezTo>
                    <a:cubicBezTo>
                      <a:pt x="2988" y="9030"/>
                      <a:pt x="3412" y="9588"/>
                      <a:pt x="4227" y="9588"/>
                    </a:cubicBezTo>
                    <a:cubicBezTo>
                      <a:pt x="4440" y="9588"/>
                      <a:pt x="4678" y="9550"/>
                      <a:pt x="4943" y="9454"/>
                    </a:cubicBezTo>
                    <a:cubicBezTo>
                      <a:pt x="4943" y="9454"/>
                      <a:pt x="5524" y="9693"/>
                      <a:pt x="6072" y="9693"/>
                    </a:cubicBezTo>
                    <a:cubicBezTo>
                      <a:pt x="6309" y="9693"/>
                      <a:pt x="6540" y="9649"/>
                      <a:pt x="6715" y="9520"/>
                    </a:cubicBezTo>
                    <a:lnTo>
                      <a:pt x="8912" y="763"/>
                    </a:lnTo>
                    <a:cubicBezTo>
                      <a:pt x="8912" y="763"/>
                      <a:pt x="7482" y="1"/>
                      <a:pt x="634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0" name="Google Shape;1220;p48"/>
              <p:cNvSpPr/>
              <p:nvPr/>
            </p:nvSpPr>
            <p:spPr>
              <a:xfrm>
                <a:off x="6466084" y="4088967"/>
                <a:ext cx="171625" cy="62749"/>
              </a:xfrm>
              <a:custGeom>
                <a:avLst/>
                <a:gdLst/>
                <a:ahLst/>
                <a:cxnLst/>
                <a:rect l="l" t="t" r="r" b="b"/>
                <a:pathLst>
                  <a:path w="1838" h="672" extrusionOk="0">
                    <a:moveTo>
                      <a:pt x="1055" y="1"/>
                    </a:moveTo>
                    <a:cubicBezTo>
                      <a:pt x="907" y="1"/>
                      <a:pt x="753" y="15"/>
                      <a:pt x="592" y="41"/>
                    </a:cubicBezTo>
                    <a:lnTo>
                      <a:pt x="592" y="165"/>
                    </a:lnTo>
                    <a:cubicBezTo>
                      <a:pt x="409" y="195"/>
                      <a:pt x="226" y="224"/>
                      <a:pt x="43" y="261"/>
                    </a:cubicBezTo>
                    <a:cubicBezTo>
                      <a:pt x="0" y="538"/>
                      <a:pt x="417" y="672"/>
                      <a:pt x="873" y="672"/>
                    </a:cubicBezTo>
                    <a:cubicBezTo>
                      <a:pt x="1114" y="672"/>
                      <a:pt x="1366" y="634"/>
                      <a:pt x="1566" y="561"/>
                    </a:cubicBezTo>
                    <a:cubicBezTo>
                      <a:pt x="1654" y="532"/>
                      <a:pt x="1808" y="444"/>
                      <a:pt x="1808" y="319"/>
                    </a:cubicBezTo>
                    <a:cubicBezTo>
                      <a:pt x="1837" y="195"/>
                      <a:pt x="1720" y="136"/>
                      <a:pt x="1596" y="78"/>
                    </a:cubicBezTo>
                    <a:cubicBezTo>
                      <a:pt x="1423" y="24"/>
                      <a:pt x="1244" y="1"/>
                      <a:pt x="105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1" name="Google Shape;1221;p48"/>
              <p:cNvSpPr/>
              <p:nvPr/>
            </p:nvSpPr>
            <p:spPr>
              <a:xfrm>
                <a:off x="6114803" y="4108949"/>
                <a:ext cx="172839" cy="62282"/>
              </a:xfrm>
              <a:custGeom>
                <a:avLst/>
                <a:gdLst/>
                <a:ahLst/>
                <a:cxnLst/>
                <a:rect l="l" t="t" r="r" b="b"/>
                <a:pathLst>
                  <a:path w="1851" h="667" extrusionOk="0">
                    <a:moveTo>
                      <a:pt x="1067" y="0"/>
                    </a:moveTo>
                    <a:cubicBezTo>
                      <a:pt x="910" y="0"/>
                      <a:pt x="751" y="17"/>
                      <a:pt x="598" y="47"/>
                    </a:cubicBezTo>
                    <a:lnTo>
                      <a:pt x="569" y="164"/>
                    </a:lnTo>
                    <a:cubicBezTo>
                      <a:pt x="386" y="193"/>
                      <a:pt x="203" y="230"/>
                      <a:pt x="20" y="259"/>
                    </a:cubicBezTo>
                    <a:cubicBezTo>
                      <a:pt x="0" y="524"/>
                      <a:pt x="443" y="667"/>
                      <a:pt x="902" y="667"/>
                    </a:cubicBezTo>
                    <a:cubicBezTo>
                      <a:pt x="1130" y="667"/>
                      <a:pt x="1361" y="632"/>
                      <a:pt x="1543" y="559"/>
                    </a:cubicBezTo>
                    <a:cubicBezTo>
                      <a:pt x="1667" y="530"/>
                      <a:pt x="1792" y="442"/>
                      <a:pt x="1821" y="318"/>
                    </a:cubicBezTo>
                    <a:cubicBezTo>
                      <a:pt x="1850" y="193"/>
                      <a:pt x="1726" y="135"/>
                      <a:pt x="1609" y="76"/>
                    </a:cubicBezTo>
                    <a:cubicBezTo>
                      <a:pt x="1441" y="24"/>
                      <a:pt x="1255" y="0"/>
                      <a:pt x="106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2" name="Google Shape;1222;p48"/>
              <p:cNvSpPr/>
              <p:nvPr/>
            </p:nvSpPr>
            <p:spPr>
              <a:xfrm>
                <a:off x="5547916" y="3949462"/>
                <a:ext cx="172839" cy="62095"/>
              </a:xfrm>
              <a:custGeom>
                <a:avLst/>
                <a:gdLst/>
                <a:ahLst/>
                <a:cxnLst/>
                <a:rect l="l" t="t" r="r" b="b"/>
                <a:pathLst>
                  <a:path w="1851" h="665" extrusionOk="0">
                    <a:moveTo>
                      <a:pt x="1050" y="0"/>
                    </a:moveTo>
                    <a:cubicBezTo>
                      <a:pt x="902" y="0"/>
                      <a:pt x="750" y="15"/>
                      <a:pt x="599" y="41"/>
                    </a:cubicBezTo>
                    <a:lnTo>
                      <a:pt x="570" y="166"/>
                    </a:lnTo>
                    <a:cubicBezTo>
                      <a:pt x="386" y="195"/>
                      <a:pt x="203" y="195"/>
                      <a:pt x="20" y="224"/>
                    </a:cubicBezTo>
                    <a:cubicBezTo>
                      <a:pt x="1" y="516"/>
                      <a:pt x="452" y="664"/>
                      <a:pt x="916" y="664"/>
                    </a:cubicBezTo>
                    <a:cubicBezTo>
                      <a:pt x="1139" y="664"/>
                      <a:pt x="1365" y="630"/>
                      <a:pt x="1543" y="561"/>
                    </a:cubicBezTo>
                    <a:cubicBezTo>
                      <a:pt x="1668" y="503"/>
                      <a:pt x="1785" y="437"/>
                      <a:pt x="1822" y="319"/>
                    </a:cubicBezTo>
                    <a:cubicBezTo>
                      <a:pt x="1851" y="195"/>
                      <a:pt x="1697" y="107"/>
                      <a:pt x="1573" y="70"/>
                    </a:cubicBezTo>
                    <a:cubicBezTo>
                      <a:pt x="1407" y="22"/>
                      <a:pt x="1231" y="0"/>
                      <a:pt x="105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3" name="Google Shape;1223;p48"/>
              <p:cNvSpPr/>
              <p:nvPr/>
            </p:nvSpPr>
            <p:spPr>
              <a:xfrm>
                <a:off x="5091493" y="4109603"/>
                <a:ext cx="176013" cy="58547"/>
              </a:xfrm>
              <a:custGeom>
                <a:avLst/>
                <a:gdLst/>
                <a:ahLst/>
                <a:cxnLst/>
                <a:rect l="l" t="t" r="r" b="b"/>
                <a:pathLst>
                  <a:path w="1885" h="627" extrusionOk="0">
                    <a:moveTo>
                      <a:pt x="60" y="0"/>
                    </a:moveTo>
                    <a:cubicBezTo>
                      <a:pt x="48" y="0"/>
                      <a:pt x="36" y="1"/>
                      <a:pt x="24" y="3"/>
                    </a:cubicBezTo>
                    <a:cubicBezTo>
                      <a:pt x="0" y="360"/>
                      <a:pt x="679" y="626"/>
                      <a:pt x="1246" y="626"/>
                    </a:cubicBezTo>
                    <a:cubicBezTo>
                      <a:pt x="1367" y="626"/>
                      <a:pt x="1482" y="614"/>
                      <a:pt x="1584" y="589"/>
                    </a:cubicBezTo>
                    <a:cubicBezTo>
                      <a:pt x="1701" y="523"/>
                      <a:pt x="1826" y="464"/>
                      <a:pt x="1855" y="340"/>
                    </a:cubicBezTo>
                    <a:cubicBezTo>
                      <a:pt x="1884" y="186"/>
                      <a:pt x="1730" y="128"/>
                      <a:pt x="1643" y="98"/>
                    </a:cubicBezTo>
                    <a:cubicBezTo>
                      <a:pt x="1429" y="38"/>
                      <a:pt x="1216" y="4"/>
                      <a:pt x="1003" y="4"/>
                    </a:cubicBezTo>
                    <a:cubicBezTo>
                      <a:pt x="879" y="4"/>
                      <a:pt x="756" y="15"/>
                      <a:pt x="632" y="40"/>
                    </a:cubicBezTo>
                    <a:lnTo>
                      <a:pt x="603" y="157"/>
                    </a:lnTo>
                    <a:cubicBezTo>
                      <a:pt x="591" y="159"/>
                      <a:pt x="579" y="160"/>
                      <a:pt x="567" y="160"/>
                    </a:cubicBezTo>
                    <a:cubicBezTo>
                      <a:pt x="404" y="160"/>
                      <a:pt x="223" y="0"/>
                      <a:pt x="6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4" name="Google Shape;1224;p48"/>
              <p:cNvSpPr/>
              <p:nvPr/>
            </p:nvSpPr>
            <p:spPr>
              <a:xfrm>
                <a:off x="6829878" y="3993163"/>
                <a:ext cx="172932" cy="64056"/>
              </a:xfrm>
              <a:custGeom>
                <a:avLst/>
                <a:gdLst/>
                <a:ahLst/>
                <a:cxnLst/>
                <a:rect l="l" t="t" r="r" b="b"/>
                <a:pathLst>
                  <a:path w="1851" h="686" extrusionOk="0">
                    <a:moveTo>
                      <a:pt x="955" y="1"/>
                    </a:moveTo>
                    <a:cubicBezTo>
                      <a:pt x="837" y="1"/>
                      <a:pt x="718" y="11"/>
                      <a:pt x="599" y="35"/>
                    </a:cubicBezTo>
                    <a:lnTo>
                      <a:pt x="570" y="188"/>
                    </a:lnTo>
                    <a:cubicBezTo>
                      <a:pt x="387" y="188"/>
                      <a:pt x="204" y="218"/>
                      <a:pt x="21" y="247"/>
                    </a:cubicBezTo>
                    <a:cubicBezTo>
                      <a:pt x="1" y="535"/>
                      <a:pt x="457" y="685"/>
                      <a:pt x="924" y="685"/>
                    </a:cubicBezTo>
                    <a:cubicBezTo>
                      <a:pt x="1145" y="685"/>
                      <a:pt x="1368" y="652"/>
                      <a:pt x="1544" y="584"/>
                    </a:cubicBezTo>
                    <a:cubicBezTo>
                      <a:pt x="1668" y="518"/>
                      <a:pt x="1786" y="459"/>
                      <a:pt x="1822" y="335"/>
                    </a:cubicBezTo>
                    <a:cubicBezTo>
                      <a:pt x="1851" y="218"/>
                      <a:pt x="1698" y="122"/>
                      <a:pt x="1603" y="93"/>
                    </a:cubicBezTo>
                    <a:cubicBezTo>
                      <a:pt x="1389" y="36"/>
                      <a:pt x="1173" y="1"/>
                      <a:pt x="95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5" name="Google Shape;1225;p48"/>
              <p:cNvSpPr/>
              <p:nvPr/>
            </p:nvSpPr>
            <p:spPr>
              <a:xfrm>
                <a:off x="7114395" y="4092889"/>
                <a:ext cx="172839" cy="61908"/>
              </a:xfrm>
              <a:custGeom>
                <a:avLst/>
                <a:gdLst/>
                <a:ahLst/>
                <a:cxnLst/>
                <a:rect l="l" t="t" r="r" b="b"/>
                <a:pathLst>
                  <a:path w="1851" h="663" extrusionOk="0">
                    <a:moveTo>
                      <a:pt x="970" y="0"/>
                    </a:moveTo>
                    <a:cubicBezTo>
                      <a:pt x="849" y="0"/>
                      <a:pt x="727" y="11"/>
                      <a:pt x="606" y="36"/>
                    </a:cubicBezTo>
                    <a:lnTo>
                      <a:pt x="569" y="153"/>
                    </a:lnTo>
                    <a:cubicBezTo>
                      <a:pt x="386" y="182"/>
                      <a:pt x="203" y="219"/>
                      <a:pt x="20" y="248"/>
                    </a:cubicBezTo>
                    <a:cubicBezTo>
                      <a:pt x="1" y="526"/>
                      <a:pt x="414" y="662"/>
                      <a:pt x="864" y="662"/>
                    </a:cubicBezTo>
                    <a:cubicBezTo>
                      <a:pt x="1102" y="662"/>
                      <a:pt x="1350" y="624"/>
                      <a:pt x="1550" y="548"/>
                    </a:cubicBezTo>
                    <a:cubicBezTo>
                      <a:pt x="1668" y="519"/>
                      <a:pt x="1792" y="431"/>
                      <a:pt x="1821" y="307"/>
                    </a:cubicBezTo>
                    <a:cubicBezTo>
                      <a:pt x="1851" y="182"/>
                      <a:pt x="1704" y="123"/>
                      <a:pt x="1580" y="94"/>
                    </a:cubicBezTo>
                    <a:cubicBezTo>
                      <a:pt x="1385" y="34"/>
                      <a:pt x="1178" y="0"/>
                      <a:pt x="97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6" name="Google Shape;1226;p48"/>
              <p:cNvSpPr/>
              <p:nvPr/>
            </p:nvSpPr>
            <p:spPr>
              <a:xfrm>
                <a:off x="6703260" y="3528708"/>
                <a:ext cx="131380" cy="228397"/>
              </a:xfrm>
              <a:custGeom>
                <a:avLst/>
                <a:gdLst/>
                <a:ahLst/>
                <a:cxnLst/>
                <a:rect l="l" t="t" r="r" b="b"/>
                <a:pathLst>
                  <a:path w="1407" h="2446" extrusionOk="0">
                    <a:moveTo>
                      <a:pt x="857" y="0"/>
                    </a:moveTo>
                    <a:lnTo>
                      <a:pt x="0" y="124"/>
                    </a:lnTo>
                    <a:lnTo>
                      <a:pt x="615" y="2446"/>
                    </a:lnTo>
                    <a:cubicBezTo>
                      <a:pt x="886" y="2380"/>
                      <a:pt x="1165" y="2263"/>
                      <a:pt x="1406" y="2109"/>
                    </a:cubicBezTo>
                    <a:lnTo>
                      <a:pt x="857"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7" name="Google Shape;1227;p48"/>
              <p:cNvSpPr/>
              <p:nvPr/>
            </p:nvSpPr>
            <p:spPr>
              <a:xfrm>
                <a:off x="6697751" y="3522079"/>
                <a:ext cx="142305" cy="240536"/>
              </a:xfrm>
              <a:custGeom>
                <a:avLst/>
                <a:gdLst/>
                <a:ahLst/>
                <a:cxnLst/>
                <a:rect l="l" t="t" r="r" b="b"/>
                <a:pathLst>
                  <a:path w="1524" h="2576" extrusionOk="0">
                    <a:moveTo>
                      <a:pt x="887" y="137"/>
                    </a:moveTo>
                    <a:lnTo>
                      <a:pt x="1407" y="2151"/>
                    </a:lnTo>
                    <a:cubicBezTo>
                      <a:pt x="1187" y="2268"/>
                      <a:pt x="975" y="2363"/>
                      <a:pt x="733" y="2451"/>
                    </a:cubicBezTo>
                    <a:lnTo>
                      <a:pt x="154" y="254"/>
                    </a:lnTo>
                    <a:lnTo>
                      <a:pt x="887" y="137"/>
                    </a:lnTo>
                    <a:close/>
                    <a:moveTo>
                      <a:pt x="941" y="0"/>
                    </a:moveTo>
                    <a:cubicBezTo>
                      <a:pt x="933" y="0"/>
                      <a:pt x="925" y="4"/>
                      <a:pt x="916" y="12"/>
                    </a:cubicBezTo>
                    <a:lnTo>
                      <a:pt x="59" y="137"/>
                    </a:lnTo>
                    <a:cubicBezTo>
                      <a:pt x="30" y="137"/>
                      <a:pt x="30" y="166"/>
                      <a:pt x="30" y="166"/>
                    </a:cubicBezTo>
                    <a:cubicBezTo>
                      <a:pt x="1" y="195"/>
                      <a:pt x="1" y="195"/>
                      <a:pt x="1" y="225"/>
                    </a:cubicBezTo>
                    <a:lnTo>
                      <a:pt x="608" y="2546"/>
                    </a:lnTo>
                    <a:lnTo>
                      <a:pt x="638" y="2575"/>
                    </a:lnTo>
                    <a:lnTo>
                      <a:pt x="704" y="2575"/>
                    </a:lnTo>
                    <a:cubicBezTo>
                      <a:pt x="1004" y="2487"/>
                      <a:pt x="1253" y="2392"/>
                      <a:pt x="1494" y="2238"/>
                    </a:cubicBezTo>
                    <a:cubicBezTo>
                      <a:pt x="1524" y="2238"/>
                      <a:pt x="1524" y="2209"/>
                      <a:pt x="1524" y="2180"/>
                    </a:cubicBezTo>
                    <a:lnTo>
                      <a:pt x="975" y="42"/>
                    </a:lnTo>
                    <a:cubicBezTo>
                      <a:pt x="975" y="21"/>
                      <a:pt x="960" y="0"/>
                      <a:pt x="94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8" name="Google Shape;1228;p48"/>
              <p:cNvSpPr/>
              <p:nvPr/>
            </p:nvSpPr>
            <p:spPr>
              <a:xfrm>
                <a:off x="6760686" y="3725546"/>
                <a:ext cx="147720" cy="307206"/>
              </a:xfrm>
              <a:custGeom>
                <a:avLst/>
                <a:gdLst/>
                <a:ahLst/>
                <a:cxnLst/>
                <a:rect l="l" t="t" r="r" b="b"/>
                <a:pathLst>
                  <a:path w="1582" h="3290" extrusionOk="0">
                    <a:moveTo>
                      <a:pt x="791" y="1"/>
                    </a:moveTo>
                    <a:cubicBezTo>
                      <a:pt x="550" y="155"/>
                      <a:pt x="271" y="272"/>
                      <a:pt x="0" y="338"/>
                    </a:cubicBezTo>
                    <a:lnTo>
                      <a:pt x="762" y="3201"/>
                    </a:lnTo>
                    <a:cubicBezTo>
                      <a:pt x="882" y="3265"/>
                      <a:pt x="991" y="3290"/>
                      <a:pt x="1087" y="3290"/>
                    </a:cubicBezTo>
                    <a:cubicBezTo>
                      <a:pt x="1405" y="3290"/>
                      <a:pt x="1582" y="3018"/>
                      <a:pt x="1582" y="3018"/>
                    </a:cubicBezTo>
                    <a:lnTo>
                      <a:pt x="7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29" name="Google Shape;1229;p48"/>
              <p:cNvSpPr/>
              <p:nvPr/>
            </p:nvSpPr>
            <p:spPr>
              <a:xfrm>
                <a:off x="6754523" y="3720130"/>
                <a:ext cx="160046" cy="318691"/>
              </a:xfrm>
              <a:custGeom>
                <a:avLst/>
                <a:gdLst/>
                <a:ahLst/>
                <a:cxnLst/>
                <a:rect l="l" t="t" r="r" b="b"/>
                <a:pathLst>
                  <a:path w="1714" h="3412" extrusionOk="0">
                    <a:moveTo>
                      <a:pt x="828" y="147"/>
                    </a:moveTo>
                    <a:lnTo>
                      <a:pt x="1589" y="3046"/>
                    </a:lnTo>
                    <a:cubicBezTo>
                      <a:pt x="1545" y="3119"/>
                      <a:pt x="1375" y="3292"/>
                      <a:pt x="1135" y="3292"/>
                    </a:cubicBezTo>
                    <a:cubicBezTo>
                      <a:pt x="1059" y="3292"/>
                      <a:pt x="975" y="3274"/>
                      <a:pt x="886" y="3229"/>
                    </a:cubicBezTo>
                    <a:lnTo>
                      <a:pt x="154" y="454"/>
                    </a:lnTo>
                    <a:cubicBezTo>
                      <a:pt x="396" y="366"/>
                      <a:pt x="616" y="271"/>
                      <a:pt x="828" y="147"/>
                    </a:cubicBezTo>
                    <a:close/>
                    <a:moveTo>
                      <a:pt x="886" y="0"/>
                    </a:moveTo>
                    <a:cubicBezTo>
                      <a:pt x="886" y="0"/>
                      <a:pt x="857" y="0"/>
                      <a:pt x="828" y="30"/>
                    </a:cubicBezTo>
                    <a:cubicBezTo>
                      <a:pt x="579" y="147"/>
                      <a:pt x="337" y="271"/>
                      <a:pt x="66" y="330"/>
                    </a:cubicBezTo>
                    <a:cubicBezTo>
                      <a:pt x="30" y="366"/>
                      <a:pt x="0" y="396"/>
                      <a:pt x="0" y="425"/>
                    </a:cubicBezTo>
                    <a:lnTo>
                      <a:pt x="762" y="3295"/>
                    </a:lnTo>
                    <a:lnTo>
                      <a:pt x="799" y="3325"/>
                    </a:lnTo>
                    <a:cubicBezTo>
                      <a:pt x="916" y="3383"/>
                      <a:pt x="1040" y="3412"/>
                      <a:pt x="1128" y="3412"/>
                    </a:cubicBezTo>
                    <a:cubicBezTo>
                      <a:pt x="1494" y="3412"/>
                      <a:pt x="1677" y="3112"/>
                      <a:pt x="1714" y="3112"/>
                    </a:cubicBezTo>
                    <a:lnTo>
                      <a:pt x="1714" y="3046"/>
                    </a:lnTo>
                    <a:lnTo>
                      <a:pt x="916" y="59"/>
                    </a:lnTo>
                    <a:cubicBezTo>
                      <a:pt x="916" y="30"/>
                      <a:pt x="916" y="30"/>
                      <a:pt x="886"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0" name="Google Shape;1230;p48"/>
              <p:cNvSpPr/>
              <p:nvPr/>
            </p:nvSpPr>
            <p:spPr>
              <a:xfrm>
                <a:off x="6270461" y="3520491"/>
                <a:ext cx="117000" cy="211776"/>
              </a:xfrm>
              <a:custGeom>
                <a:avLst/>
                <a:gdLst/>
                <a:ahLst/>
                <a:cxnLst/>
                <a:rect l="l" t="t" r="r" b="b"/>
                <a:pathLst>
                  <a:path w="1253" h="2268" extrusionOk="0">
                    <a:moveTo>
                      <a:pt x="425" y="0"/>
                    </a:moveTo>
                    <a:lnTo>
                      <a:pt x="0" y="2226"/>
                    </a:lnTo>
                    <a:cubicBezTo>
                      <a:pt x="218" y="2247"/>
                      <a:pt x="417" y="2268"/>
                      <a:pt x="624" y="2268"/>
                    </a:cubicBezTo>
                    <a:cubicBezTo>
                      <a:pt x="709" y="2268"/>
                      <a:pt x="796" y="2264"/>
                      <a:pt x="886" y="2255"/>
                    </a:cubicBezTo>
                    <a:lnTo>
                      <a:pt x="1252" y="242"/>
                    </a:lnTo>
                    <a:lnTo>
                      <a:pt x="425"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1" name="Google Shape;1231;p48"/>
              <p:cNvSpPr/>
              <p:nvPr/>
            </p:nvSpPr>
            <p:spPr>
              <a:xfrm>
                <a:off x="6264952" y="3514982"/>
                <a:ext cx="127925" cy="222328"/>
              </a:xfrm>
              <a:custGeom>
                <a:avLst/>
                <a:gdLst/>
                <a:ahLst/>
                <a:cxnLst/>
                <a:rect l="l" t="t" r="r" b="b"/>
                <a:pathLst>
                  <a:path w="1370" h="2381" extrusionOk="0">
                    <a:moveTo>
                      <a:pt x="513" y="118"/>
                    </a:moveTo>
                    <a:lnTo>
                      <a:pt x="1245" y="330"/>
                    </a:lnTo>
                    <a:lnTo>
                      <a:pt x="879" y="2256"/>
                    </a:lnTo>
                    <a:cubicBezTo>
                      <a:pt x="799" y="2266"/>
                      <a:pt x="718" y="2269"/>
                      <a:pt x="637" y="2269"/>
                    </a:cubicBezTo>
                    <a:cubicBezTo>
                      <a:pt x="476" y="2269"/>
                      <a:pt x="313" y="2256"/>
                      <a:pt x="147" y="2256"/>
                    </a:cubicBezTo>
                    <a:lnTo>
                      <a:pt x="513" y="118"/>
                    </a:lnTo>
                    <a:close/>
                    <a:moveTo>
                      <a:pt x="455" y="1"/>
                    </a:moveTo>
                    <a:cubicBezTo>
                      <a:pt x="425" y="30"/>
                      <a:pt x="425" y="30"/>
                      <a:pt x="425" y="59"/>
                    </a:cubicBezTo>
                    <a:lnTo>
                      <a:pt x="1" y="2285"/>
                    </a:lnTo>
                    <a:cubicBezTo>
                      <a:pt x="1" y="2314"/>
                      <a:pt x="1" y="2314"/>
                      <a:pt x="30" y="2344"/>
                    </a:cubicBezTo>
                    <a:lnTo>
                      <a:pt x="59" y="2344"/>
                    </a:lnTo>
                    <a:cubicBezTo>
                      <a:pt x="301" y="2380"/>
                      <a:pt x="513" y="2380"/>
                      <a:pt x="733" y="2380"/>
                    </a:cubicBezTo>
                    <a:lnTo>
                      <a:pt x="945" y="2380"/>
                    </a:lnTo>
                    <a:cubicBezTo>
                      <a:pt x="974" y="2380"/>
                      <a:pt x="974" y="2380"/>
                      <a:pt x="1004" y="2344"/>
                    </a:cubicBezTo>
                    <a:lnTo>
                      <a:pt x="1370" y="301"/>
                    </a:lnTo>
                    <a:cubicBezTo>
                      <a:pt x="1370" y="271"/>
                      <a:pt x="1370" y="242"/>
                      <a:pt x="1341" y="242"/>
                    </a:cubicBezTo>
                    <a:lnTo>
                      <a:pt x="484"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2" name="Google Shape;1232;p48"/>
              <p:cNvSpPr/>
              <p:nvPr/>
            </p:nvSpPr>
            <p:spPr>
              <a:xfrm>
                <a:off x="6219104" y="3728347"/>
                <a:ext cx="134181" cy="308607"/>
              </a:xfrm>
              <a:custGeom>
                <a:avLst/>
                <a:gdLst/>
                <a:ahLst/>
                <a:cxnLst/>
                <a:rect l="l" t="t" r="r" b="b"/>
                <a:pathLst>
                  <a:path w="1437" h="3305" extrusionOk="0">
                    <a:moveTo>
                      <a:pt x="550" y="0"/>
                    </a:moveTo>
                    <a:lnTo>
                      <a:pt x="1" y="3054"/>
                    </a:lnTo>
                    <a:cubicBezTo>
                      <a:pt x="159" y="3249"/>
                      <a:pt x="333" y="3305"/>
                      <a:pt x="480" y="3305"/>
                    </a:cubicBezTo>
                    <a:cubicBezTo>
                      <a:pt x="674" y="3305"/>
                      <a:pt x="821" y="3207"/>
                      <a:pt x="821" y="3207"/>
                    </a:cubicBezTo>
                    <a:lnTo>
                      <a:pt x="1436" y="29"/>
                    </a:lnTo>
                    <a:lnTo>
                      <a:pt x="1436" y="29"/>
                    </a:lnTo>
                    <a:cubicBezTo>
                      <a:pt x="1346" y="38"/>
                      <a:pt x="1259" y="42"/>
                      <a:pt x="1174" y="42"/>
                    </a:cubicBezTo>
                    <a:cubicBezTo>
                      <a:pt x="967" y="42"/>
                      <a:pt x="768" y="21"/>
                      <a:pt x="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3" name="Google Shape;1233;p48"/>
              <p:cNvSpPr/>
              <p:nvPr/>
            </p:nvSpPr>
            <p:spPr>
              <a:xfrm>
                <a:off x="6213688" y="3722838"/>
                <a:ext cx="145013" cy="318691"/>
              </a:xfrm>
              <a:custGeom>
                <a:avLst/>
                <a:gdLst/>
                <a:ahLst/>
                <a:cxnLst/>
                <a:rect l="l" t="t" r="r" b="b"/>
                <a:pathLst>
                  <a:path w="1553" h="3412" extrusionOk="0">
                    <a:moveTo>
                      <a:pt x="1399" y="154"/>
                    </a:moveTo>
                    <a:lnTo>
                      <a:pt x="821" y="3230"/>
                    </a:lnTo>
                    <a:cubicBezTo>
                      <a:pt x="778" y="3261"/>
                      <a:pt x="678" y="3305"/>
                      <a:pt x="555" y="3305"/>
                    </a:cubicBezTo>
                    <a:cubicBezTo>
                      <a:pt x="422" y="3305"/>
                      <a:pt x="262" y="3254"/>
                      <a:pt x="118" y="3083"/>
                    </a:cubicBezTo>
                    <a:lnTo>
                      <a:pt x="667" y="154"/>
                    </a:lnTo>
                    <a:close/>
                    <a:moveTo>
                      <a:pt x="608" y="1"/>
                    </a:moveTo>
                    <a:cubicBezTo>
                      <a:pt x="579" y="1"/>
                      <a:pt x="550" y="30"/>
                      <a:pt x="550" y="59"/>
                    </a:cubicBezTo>
                    <a:lnTo>
                      <a:pt x="0" y="3113"/>
                    </a:lnTo>
                    <a:lnTo>
                      <a:pt x="0" y="3142"/>
                    </a:lnTo>
                    <a:cubicBezTo>
                      <a:pt x="183" y="3354"/>
                      <a:pt x="396" y="3413"/>
                      <a:pt x="550" y="3413"/>
                    </a:cubicBezTo>
                    <a:cubicBezTo>
                      <a:pt x="762" y="3413"/>
                      <a:pt x="916" y="3325"/>
                      <a:pt x="916" y="3325"/>
                    </a:cubicBezTo>
                    <a:cubicBezTo>
                      <a:pt x="945" y="3325"/>
                      <a:pt x="945" y="3296"/>
                      <a:pt x="945" y="3296"/>
                    </a:cubicBezTo>
                    <a:lnTo>
                      <a:pt x="1553" y="118"/>
                    </a:lnTo>
                    <a:cubicBezTo>
                      <a:pt x="1553" y="88"/>
                      <a:pt x="1523" y="59"/>
                      <a:pt x="1523" y="59"/>
                    </a:cubicBezTo>
                    <a:lnTo>
                      <a:pt x="1494" y="30"/>
                    </a:lnTo>
                    <a:cubicBezTo>
                      <a:pt x="1413" y="38"/>
                      <a:pt x="1329" y="42"/>
                      <a:pt x="1244" y="42"/>
                    </a:cubicBezTo>
                    <a:cubicBezTo>
                      <a:pt x="1039" y="42"/>
                      <a:pt x="826" y="21"/>
                      <a:pt x="608"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4" name="Google Shape;1234;p48"/>
              <p:cNvSpPr/>
              <p:nvPr/>
            </p:nvSpPr>
            <p:spPr>
              <a:xfrm>
                <a:off x="7013642" y="3665411"/>
                <a:ext cx="188152" cy="465758"/>
              </a:xfrm>
              <a:custGeom>
                <a:avLst/>
                <a:gdLst/>
                <a:ahLst/>
                <a:cxnLst/>
                <a:rect l="l" t="t" r="r" b="b"/>
                <a:pathLst>
                  <a:path w="2015" h="4988" extrusionOk="0">
                    <a:moveTo>
                      <a:pt x="799" y="0"/>
                    </a:moveTo>
                    <a:cubicBezTo>
                      <a:pt x="521" y="184"/>
                      <a:pt x="279" y="337"/>
                      <a:pt x="1" y="491"/>
                    </a:cubicBezTo>
                    <a:lnTo>
                      <a:pt x="1165" y="4914"/>
                    </a:lnTo>
                    <a:cubicBezTo>
                      <a:pt x="1275" y="4967"/>
                      <a:pt x="1377" y="4988"/>
                      <a:pt x="1469" y="4988"/>
                    </a:cubicBezTo>
                    <a:cubicBezTo>
                      <a:pt x="1810" y="4988"/>
                      <a:pt x="2014" y="4701"/>
                      <a:pt x="2014" y="4701"/>
                    </a:cubicBezTo>
                    <a:lnTo>
                      <a:pt x="7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5" name="Google Shape;1235;p48"/>
              <p:cNvSpPr/>
              <p:nvPr/>
            </p:nvSpPr>
            <p:spPr>
              <a:xfrm>
                <a:off x="7005425" y="3660649"/>
                <a:ext cx="202532" cy="475283"/>
              </a:xfrm>
              <a:custGeom>
                <a:avLst/>
                <a:gdLst/>
                <a:ahLst/>
                <a:cxnLst/>
                <a:rect l="l" t="t" r="r" b="b"/>
                <a:pathLst>
                  <a:path w="2169" h="5090" extrusionOk="0">
                    <a:moveTo>
                      <a:pt x="857" y="176"/>
                    </a:moveTo>
                    <a:lnTo>
                      <a:pt x="2044" y="4723"/>
                    </a:lnTo>
                    <a:cubicBezTo>
                      <a:pt x="1999" y="4790"/>
                      <a:pt x="1827" y="4967"/>
                      <a:pt x="1560" y="4967"/>
                    </a:cubicBezTo>
                    <a:cubicBezTo>
                      <a:pt x="1477" y="4967"/>
                      <a:pt x="1384" y="4950"/>
                      <a:pt x="1282" y="4906"/>
                    </a:cubicBezTo>
                    <a:lnTo>
                      <a:pt x="155" y="571"/>
                    </a:lnTo>
                    <a:cubicBezTo>
                      <a:pt x="396" y="454"/>
                      <a:pt x="638" y="300"/>
                      <a:pt x="857" y="176"/>
                    </a:cubicBezTo>
                    <a:close/>
                    <a:moveTo>
                      <a:pt x="898" y="0"/>
                    </a:moveTo>
                    <a:cubicBezTo>
                      <a:pt x="887" y="0"/>
                      <a:pt x="872" y="8"/>
                      <a:pt x="857" y="22"/>
                    </a:cubicBezTo>
                    <a:cubicBezTo>
                      <a:pt x="609" y="176"/>
                      <a:pt x="338" y="359"/>
                      <a:pt x="59" y="484"/>
                    </a:cubicBezTo>
                    <a:cubicBezTo>
                      <a:pt x="30" y="513"/>
                      <a:pt x="1" y="542"/>
                      <a:pt x="30" y="542"/>
                    </a:cubicBezTo>
                    <a:lnTo>
                      <a:pt x="1187" y="4965"/>
                    </a:lnTo>
                    <a:cubicBezTo>
                      <a:pt x="1187" y="4994"/>
                      <a:pt x="1187" y="4994"/>
                      <a:pt x="1224" y="4994"/>
                    </a:cubicBezTo>
                    <a:cubicBezTo>
                      <a:pt x="1341" y="5060"/>
                      <a:pt x="1465" y="5089"/>
                      <a:pt x="1553" y="5089"/>
                    </a:cubicBezTo>
                    <a:cubicBezTo>
                      <a:pt x="1919" y="5089"/>
                      <a:pt x="2168" y="4782"/>
                      <a:pt x="2168" y="4782"/>
                    </a:cubicBezTo>
                    <a:lnTo>
                      <a:pt x="2168" y="4723"/>
                    </a:lnTo>
                    <a:lnTo>
                      <a:pt x="945" y="51"/>
                    </a:lnTo>
                    <a:cubicBezTo>
                      <a:pt x="945" y="22"/>
                      <a:pt x="945" y="22"/>
                      <a:pt x="916" y="22"/>
                    </a:cubicBezTo>
                    <a:cubicBezTo>
                      <a:pt x="916" y="8"/>
                      <a:pt x="909" y="0"/>
                      <a:pt x="89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6" name="Google Shape;1236;p48"/>
              <p:cNvSpPr/>
              <p:nvPr/>
            </p:nvSpPr>
            <p:spPr>
              <a:xfrm>
                <a:off x="6985629" y="3594259"/>
                <a:ext cx="102620" cy="117093"/>
              </a:xfrm>
              <a:custGeom>
                <a:avLst/>
                <a:gdLst/>
                <a:ahLst/>
                <a:cxnLst/>
                <a:rect l="l" t="t" r="r" b="b"/>
                <a:pathLst>
                  <a:path w="1099" h="1254" extrusionOk="0">
                    <a:moveTo>
                      <a:pt x="916" y="1"/>
                    </a:moveTo>
                    <a:lnTo>
                      <a:pt x="0" y="155"/>
                    </a:lnTo>
                    <a:lnTo>
                      <a:pt x="301" y="1253"/>
                    </a:lnTo>
                    <a:cubicBezTo>
                      <a:pt x="579" y="1099"/>
                      <a:pt x="821" y="946"/>
                      <a:pt x="1099" y="762"/>
                    </a:cubicBezTo>
                    <a:lnTo>
                      <a:pt x="916"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7" name="Google Shape;1237;p48"/>
              <p:cNvSpPr/>
              <p:nvPr/>
            </p:nvSpPr>
            <p:spPr>
              <a:xfrm>
                <a:off x="6979467" y="3587722"/>
                <a:ext cx="117000" cy="129045"/>
              </a:xfrm>
              <a:custGeom>
                <a:avLst/>
                <a:gdLst/>
                <a:ahLst/>
                <a:cxnLst/>
                <a:rect l="l" t="t" r="r" b="b"/>
                <a:pathLst>
                  <a:path w="1253" h="1382" extrusionOk="0">
                    <a:moveTo>
                      <a:pt x="916" y="137"/>
                    </a:moveTo>
                    <a:lnTo>
                      <a:pt x="1099" y="832"/>
                    </a:lnTo>
                    <a:cubicBezTo>
                      <a:pt x="887" y="957"/>
                      <a:pt x="645" y="1111"/>
                      <a:pt x="403" y="1235"/>
                    </a:cubicBezTo>
                    <a:lnTo>
                      <a:pt x="154" y="254"/>
                    </a:lnTo>
                    <a:lnTo>
                      <a:pt x="916" y="137"/>
                    </a:lnTo>
                    <a:close/>
                    <a:moveTo>
                      <a:pt x="978" y="0"/>
                    </a:moveTo>
                    <a:cubicBezTo>
                      <a:pt x="970" y="0"/>
                      <a:pt x="961" y="4"/>
                      <a:pt x="952" y="12"/>
                    </a:cubicBezTo>
                    <a:lnTo>
                      <a:pt x="66" y="166"/>
                    </a:lnTo>
                    <a:lnTo>
                      <a:pt x="1" y="166"/>
                    </a:lnTo>
                    <a:lnTo>
                      <a:pt x="1" y="225"/>
                    </a:lnTo>
                    <a:lnTo>
                      <a:pt x="308" y="1323"/>
                    </a:lnTo>
                    <a:cubicBezTo>
                      <a:pt x="308" y="1352"/>
                      <a:pt x="308" y="1382"/>
                      <a:pt x="337" y="1382"/>
                    </a:cubicBezTo>
                    <a:lnTo>
                      <a:pt x="403" y="1382"/>
                    </a:lnTo>
                    <a:cubicBezTo>
                      <a:pt x="674" y="1235"/>
                      <a:pt x="952" y="1052"/>
                      <a:pt x="1223" y="898"/>
                    </a:cubicBezTo>
                    <a:cubicBezTo>
                      <a:pt x="1223" y="898"/>
                      <a:pt x="1253" y="869"/>
                      <a:pt x="1223" y="832"/>
                    </a:cubicBezTo>
                    <a:lnTo>
                      <a:pt x="1040" y="42"/>
                    </a:lnTo>
                    <a:cubicBezTo>
                      <a:pt x="1020" y="21"/>
                      <a:pt x="999" y="0"/>
                      <a:pt x="97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8" name="Google Shape;1238;p48"/>
              <p:cNvSpPr/>
              <p:nvPr/>
            </p:nvSpPr>
            <p:spPr>
              <a:xfrm>
                <a:off x="6470099" y="3731055"/>
                <a:ext cx="156685" cy="403757"/>
              </a:xfrm>
              <a:custGeom>
                <a:avLst/>
                <a:gdLst/>
                <a:ahLst/>
                <a:cxnLst/>
                <a:rect l="l" t="t" r="r" b="b"/>
                <a:pathLst>
                  <a:path w="1678" h="4324" extrusionOk="0">
                    <a:moveTo>
                      <a:pt x="1677" y="0"/>
                    </a:moveTo>
                    <a:cubicBezTo>
                      <a:pt x="1370" y="30"/>
                      <a:pt x="1033" y="66"/>
                      <a:pt x="733" y="66"/>
                    </a:cubicBezTo>
                    <a:lnTo>
                      <a:pt x="0" y="4057"/>
                    </a:lnTo>
                    <a:cubicBezTo>
                      <a:pt x="166" y="4266"/>
                      <a:pt x="362" y="4323"/>
                      <a:pt x="527" y="4323"/>
                    </a:cubicBezTo>
                    <a:cubicBezTo>
                      <a:pt x="726" y="4323"/>
                      <a:pt x="879" y="4240"/>
                      <a:pt x="879" y="4240"/>
                    </a:cubicBezTo>
                    <a:lnTo>
                      <a:pt x="16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39" name="Google Shape;1239;p48"/>
              <p:cNvSpPr/>
              <p:nvPr/>
            </p:nvSpPr>
            <p:spPr>
              <a:xfrm>
                <a:off x="6463936" y="3725546"/>
                <a:ext cx="168263" cy="415802"/>
              </a:xfrm>
              <a:custGeom>
                <a:avLst/>
                <a:gdLst/>
                <a:ahLst/>
                <a:cxnLst/>
                <a:rect l="l" t="t" r="r" b="b"/>
                <a:pathLst>
                  <a:path w="1802" h="4453" extrusionOk="0">
                    <a:moveTo>
                      <a:pt x="1648" y="155"/>
                    </a:moveTo>
                    <a:lnTo>
                      <a:pt x="886" y="4241"/>
                    </a:lnTo>
                    <a:cubicBezTo>
                      <a:pt x="842" y="4270"/>
                      <a:pt x="729" y="4323"/>
                      <a:pt x="588" y="4323"/>
                    </a:cubicBezTo>
                    <a:cubicBezTo>
                      <a:pt x="447" y="4323"/>
                      <a:pt x="279" y="4270"/>
                      <a:pt x="125" y="4087"/>
                    </a:cubicBezTo>
                    <a:lnTo>
                      <a:pt x="857" y="184"/>
                    </a:lnTo>
                    <a:cubicBezTo>
                      <a:pt x="1011" y="184"/>
                      <a:pt x="1194" y="155"/>
                      <a:pt x="1348" y="155"/>
                    </a:cubicBezTo>
                    <a:close/>
                    <a:moveTo>
                      <a:pt x="1743" y="1"/>
                    </a:moveTo>
                    <a:cubicBezTo>
                      <a:pt x="1589" y="30"/>
                      <a:pt x="1465" y="30"/>
                      <a:pt x="1348" y="30"/>
                    </a:cubicBezTo>
                    <a:cubicBezTo>
                      <a:pt x="1165" y="30"/>
                      <a:pt x="982" y="59"/>
                      <a:pt x="799" y="59"/>
                    </a:cubicBezTo>
                    <a:cubicBezTo>
                      <a:pt x="762" y="59"/>
                      <a:pt x="733" y="59"/>
                      <a:pt x="733" y="89"/>
                    </a:cubicBezTo>
                    <a:lnTo>
                      <a:pt x="0" y="4087"/>
                    </a:lnTo>
                    <a:lnTo>
                      <a:pt x="0" y="4153"/>
                    </a:lnTo>
                    <a:cubicBezTo>
                      <a:pt x="183" y="4394"/>
                      <a:pt x="396" y="4453"/>
                      <a:pt x="579" y="4453"/>
                    </a:cubicBezTo>
                    <a:cubicBezTo>
                      <a:pt x="799" y="4453"/>
                      <a:pt x="982" y="4365"/>
                      <a:pt x="982" y="4336"/>
                    </a:cubicBezTo>
                    <a:cubicBezTo>
                      <a:pt x="982" y="4336"/>
                      <a:pt x="1011" y="4336"/>
                      <a:pt x="1011" y="4299"/>
                    </a:cubicBezTo>
                    <a:lnTo>
                      <a:pt x="1802" y="89"/>
                    </a:lnTo>
                    <a:cubicBezTo>
                      <a:pt x="1802" y="59"/>
                      <a:pt x="1802" y="59"/>
                      <a:pt x="1772" y="30"/>
                    </a:cubicBezTo>
                    <a:cubicBezTo>
                      <a:pt x="1772" y="30"/>
                      <a:pt x="1743" y="30"/>
                      <a:pt x="174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0" name="Google Shape;1240;p48"/>
              <p:cNvSpPr/>
              <p:nvPr/>
            </p:nvSpPr>
            <p:spPr>
              <a:xfrm>
                <a:off x="6538451" y="3586135"/>
                <a:ext cx="110837" cy="151175"/>
              </a:xfrm>
              <a:custGeom>
                <a:avLst/>
                <a:gdLst/>
                <a:ahLst/>
                <a:cxnLst/>
                <a:rect l="l" t="t" r="r" b="b"/>
                <a:pathLst>
                  <a:path w="1187" h="1619" extrusionOk="0">
                    <a:moveTo>
                      <a:pt x="301" y="0"/>
                    </a:moveTo>
                    <a:lnTo>
                      <a:pt x="1" y="1618"/>
                    </a:lnTo>
                    <a:cubicBezTo>
                      <a:pt x="301" y="1618"/>
                      <a:pt x="638" y="1582"/>
                      <a:pt x="945" y="1552"/>
                    </a:cubicBezTo>
                    <a:lnTo>
                      <a:pt x="1187" y="242"/>
                    </a:lnTo>
                    <a:lnTo>
                      <a:pt x="301"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1" name="Google Shape;1241;p48"/>
              <p:cNvSpPr/>
              <p:nvPr/>
            </p:nvSpPr>
            <p:spPr>
              <a:xfrm>
                <a:off x="6532288" y="3579972"/>
                <a:ext cx="122509" cy="162754"/>
              </a:xfrm>
              <a:custGeom>
                <a:avLst/>
                <a:gdLst/>
                <a:ahLst/>
                <a:cxnLst/>
                <a:rect l="l" t="t" r="r" b="b"/>
                <a:pathLst>
                  <a:path w="1312" h="1743" extrusionOk="0">
                    <a:moveTo>
                      <a:pt x="396" y="125"/>
                    </a:moveTo>
                    <a:lnTo>
                      <a:pt x="1165" y="337"/>
                    </a:lnTo>
                    <a:lnTo>
                      <a:pt x="945" y="1560"/>
                    </a:lnTo>
                    <a:cubicBezTo>
                      <a:pt x="828" y="1589"/>
                      <a:pt x="733" y="1589"/>
                      <a:pt x="616" y="1589"/>
                    </a:cubicBezTo>
                    <a:cubicBezTo>
                      <a:pt x="462" y="1589"/>
                      <a:pt x="308" y="1618"/>
                      <a:pt x="125" y="1618"/>
                    </a:cubicBezTo>
                    <a:lnTo>
                      <a:pt x="396" y="125"/>
                    </a:lnTo>
                    <a:close/>
                    <a:moveTo>
                      <a:pt x="337" y="0"/>
                    </a:moveTo>
                    <a:cubicBezTo>
                      <a:pt x="308" y="0"/>
                      <a:pt x="308" y="37"/>
                      <a:pt x="308" y="37"/>
                    </a:cubicBezTo>
                    <a:lnTo>
                      <a:pt x="1" y="1648"/>
                    </a:lnTo>
                    <a:lnTo>
                      <a:pt x="1" y="1714"/>
                    </a:lnTo>
                    <a:cubicBezTo>
                      <a:pt x="30" y="1714"/>
                      <a:pt x="30" y="1743"/>
                      <a:pt x="67" y="1743"/>
                    </a:cubicBezTo>
                    <a:lnTo>
                      <a:pt x="154" y="1743"/>
                    </a:lnTo>
                    <a:cubicBezTo>
                      <a:pt x="308" y="1743"/>
                      <a:pt x="462" y="1714"/>
                      <a:pt x="616" y="1714"/>
                    </a:cubicBezTo>
                    <a:cubicBezTo>
                      <a:pt x="762" y="1714"/>
                      <a:pt x="887" y="1714"/>
                      <a:pt x="1011" y="1684"/>
                    </a:cubicBezTo>
                    <a:cubicBezTo>
                      <a:pt x="1040" y="1684"/>
                      <a:pt x="1040" y="1684"/>
                      <a:pt x="1070" y="1648"/>
                    </a:cubicBezTo>
                    <a:lnTo>
                      <a:pt x="1311" y="308"/>
                    </a:lnTo>
                    <a:cubicBezTo>
                      <a:pt x="1311" y="278"/>
                      <a:pt x="1282" y="249"/>
                      <a:pt x="1253" y="249"/>
                    </a:cubicBezTo>
                    <a:lnTo>
                      <a:pt x="367"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2" name="Google Shape;1242;p48"/>
              <p:cNvSpPr/>
              <p:nvPr/>
            </p:nvSpPr>
            <p:spPr>
              <a:xfrm>
                <a:off x="6042716" y="2284281"/>
                <a:ext cx="1316318" cy="1399609"/>
              </a:xfrm>
              <a:custGeom>
                <a:avLst/>
                <a:gdLst/>
                <a:ahLst/>
                <a:cxnLst/>
                <a:rect l="l" t="t" r="r" b="b"/>
                <a:pathLst>
                  <a:path w="14097" h="14989" extrusionOk="0">
                    <a:moveTo>
                      <a:pt x="9996" y="0"/>
                    </a:moveTo>
                    <a:cubicBezTo>
                      <a:pt x="6937" y="0"/>
                      <a:pt x="4451" y="4587"/>
                      <a:pt x="4087" y="7227"/>
                    </a:cubicBezTo>
                    <a:cubicBezTo>
                      <a:pt x="4087" y="7227"/>
                      <a:pt x="1004" y="7352"/>
                      <a:pt x="513" y="9212"/>
                    </a:cubicBezTo>
                    <a:cubicBezTo>
                      <a:pt x="1" y="11101"/>
                      <a:pt x="821" y="14308"/>
                      <a:pt x="821" y="14308"/>
                    </a:cubicBezTo>
                    <a:cubicBezTo>
                      <a:pt x="821" y="14308"/>
                      <a:pt x="3721" y="14791"/>
                      <a:pt x="4175" y="14791"/>
                    </a:cubicBezTo>
                    <a:cubicBezTo>
                      <a:pt x="4175" y="14791"/>
                      <a:pt x="5108" y="14988"/>
                      <a:pt x="6643" y="14988"/>
                    </a:cubicBezTo>
                    <a:cubicBezTo>
                      <a:pt x="8198" y="14988"/>
                      <a:pt x="10371" y="14786"/>
                      <a:pt x="12815" y="13971"/>
                    </a:cubicBezTo>
                    <a:cubicBezTo>
                      <a:pt x="12815" y="13971"/>
                      <a:pt x="13847" y="8934"/>
                      <a:pt x="13972" y="5917"/>
                    </a:cubicBezTo>
                    <a:cubicBezTo>
                      <a:pt x="14096" y="2893"/>
                      <a:pt x="13115" y="30"/>
                      <a:pt x="10033" y="0"/>
                    </a:cubicBezTo>
                    <a:cubicBezTo>
                      <a:pt x="10020" y="0"/>
                      <a:pt x="10008" y="0"/>
                      <a:pt x="99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3" name="Google Shape;1243;p48"/>
              <p:cNvSpPr/>
              <p:nvPr/>
            </p:nvSpPr>
            <p:spPr>
              <a:xfrm>
                <a:off x="5711791" y="2062045"/>
                <a:ext cx="105421" cy="68444"/>
              </a:xfrm>
              <a:custGeom>
                <a:avLst/>
                <a:gdLst/>
                <a:ahLst/>
                <a:cxnLst/>
                <a:rect l="l" t="t" r="r" b="b"/>
                <a:pathLst>
                  <a:path w="1129" h="733" extrusionOk="0">
                    <a:moveTo>
                      <a:pt x="1128" y="1"/>
                    </a:moveTo>
                    <a:lnTo>
                      <a:pt x="1" y="73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4" name="Google Shape;1244;p48"/>
              <p:cNvSpPr/>
              <p:nvPr/>
            </p:nvSpPr>
            <p:spPr>
              <a:xfrm>
                <a:off x="5706375" y="2055882"/>
                <a:ext cx="117000" cy="80116"/>
              </a:xfrm>
              <a:custGeom>
                <a:avLst/>
                <a:gdLst/>
                <a:ahLst/>
                <a:cxnLst/>
                <a:rect l="l" t="t" r="r" b="b"/>
                <a:pathLst>
                  <a:path w="1253" h="858" extrusionOk="0">
                    <a:moveTo>
                      <a:pt x="1157" y="1"/>
                    </a:moveTo>
                    <a:lnTo>
                      <a:pt x="29" y="762"/>
                    </a:lnTo>
                    <a:cubicBezTo>
                      <a:pt x="0" y="762"/>
                      <a:pt x="0" y="828"/>
                      <a:pt x="0" y="828"/>
                    </a:cubicBezTo>
                    <a:cubicBezTo>
                      <a:pt x="29" y="857"/>
                      <a:pt x="29" y="857"/>
                      <a:pt x="59" y="857"/>
                    </a:cubicBezTo>
                    <a:lnTo>
                      <a:pt x="88" y="857"/>
                    </a:lnTo>
                    <a:lnTo>
                      <a:pt x="1223" y="96"/>
                    </a:lnTo>
                    <a:cubicBezTo>
                      <a:pt x="1252" y="96"/>
                      <a:pt x="1252" y="67"/>
                      <a:pt x="1252" y="30"/>
                    </a:cubicBezTo>
                    <a:cubicBezTo>
                      <a:pt x="1223" y="1"/>
                      <a:pt x="1186" y="1"/>
                      <a:pt x="11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5" name="Google Shape;1245;p48"/>
              <p:cNvSpPr/>
              <p:nvPr/>
            </p:nvSpPr>
            <p:spPr>
              <a:xfrm>
                <a:off x="5711791" y="2062045"/>
                <a:ext cx="629819" cy="443722"/>
              </a:xfrm>
              <a:custGeom>
                <a:avLst/>
                <a:gdLst/>
                <a:ahLst/>
                <a:cxnLst/>
                <a:rect l="l" t="t" r="r" b="b"/>
                <a:pathLst>
                  <a:path w="6745" h="4752" extrusionOk="0">
                    <a:moveTo>
                      <a:pt x="1128" y="1"/>
                    </a:moveTo>
                    <a:lnTo>
                      <a:pt x="1" y="733"/>
                    </a:lnTo>
                    <a:cubicBezTo>
                      <a:pt x="762" y="2746"/>
                      <a:pt x="1802" y="3779"/>
                      <a:pt x="2168" y="4086"/>
                    </a:cubicBezTo>
                    <a:cubicBezTo>
                      <a:pt x="2797" y="4647"/>
                      <a:pt x="3779" y="4752"/>
                      <a:pt x="4710" y="4752"/>
                    </a:cubicBezTo>
                    <a:cubicBezTo>
                      <a:pt x="5092" y="4752"/>
                      <a:pt x="5464" y="4734"/>
                      <a:pt x="5800" y="4723"/>
                    </a:cubicBezTo>
                    <a:lnTo>
                      <a:pt x="6745" y="2197"/>
                    </a:lnTo>
                    <a:lnTo>
                      <a:pt x="6715" y="2227"/>
                    </a:lnTo>
                    <a:cubicBezTo>
                      <a:pt x="6413" y="2219"/>
                      <a:pt x="6063" y="2215"/>
                      <a:pt x="5700" y="2215"/>
                    </a:cubicBezTo>
                    <a:cubicBezTo>
                      <a:pt x="4708" y="2215"/>
                      <a:pt x="3624" y="2242"/>
                      <a:pt x="3179" y="2285"/>
                    </a:cubicBezTo>
                    <a:cubicBezTo>
                      <a:pt x="2717" y="1736"/>
                      <a:pt x="1743" y="579"/>
                      <a:pt x="11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6" name="Google Shape;1246;p48"/>
              <p:cNvSpPr/>
              <p:nvPr/>
            </p:nvSpPr>
            <p:spPr>
              <a:xfrm>
                <a:off x="5706375" y="2055882"/>
                <a:ext cx="640744" cy="456141"/>
              </a:xfrm>
              <a:custGeom>
                <a:avLst/>
                <a:gdLst/>
                <a:ahLst/>
                <a:cxnLst/>
                <a:rect l="l" t="t" r="r" b="b"/>
                <a:pathLst>
                  <a:path w="6862" h="4885" extrusionOk="0">
                    <a:moveTo>
                      <a:pt x="1128" y="1"/>
                    </a:moveTo>
                    <a:lnTo>
                      <a:pt x="1128" y="96"/>
                    </a:lnTo>
                    <a:cubicBezTo>
                      <a:pt x="1736" y="674"/>
                      <a:pt x="2746" y="1831"/>
                      <a:pt x="3171" y="2380"/>
                    </a:cubicBezTo>
                    <a:cubicBezTo>
                      <a:pt x="3171" y="2410"/>
                      <a:pt x="3200" y="2410"/>
                      <a:pt x="3237" y="2410"/>
                    </a:cubicBezTo>
                    <a:cubicBezTo>
                      <a:pt x="3703" y="2367"/>
                      <a:pt x="4762" y="2340"/>
                      <a:pt x="5727" y="2340"/>
                    </a:cubicBezTo>
                    <a:cubicBezTo>
                      <a:pt x="6080" y="2340"/>
                      <a:pt x="6421" y="2343"/>
                      <a:pt x="6715" y="2351"/>
                    </a:cubicBezTo>
                    <a:lnTo>
                      <a:pt x="5800" y="4731"/>
                    </a:lnTo>
                    <a:lnTo>
                      <a:pt x="5463" y="4731"/>
                    </a:lnTo>
                    <a:cubicBezTo>
                      <a:pt x="5248" y="4737"/>
                      <a:pt x="5020" y="4743"/>
                      <a:pt x="4788" y="4743"/>
                    </a:cubicBezTo>
                    <a:cubicBezTo>
                      <a:pt x="3865" y="4743"/>
                      <a:pt x="2864" y="4650"/>
                      <a:pt x="2255" y="4094"/>
                    </a:cubicBezTo>
                    <a:cubicBezTo>
                      <a:pt x="1860" y="3757"/>
                      <a:pt x="886" y="2746"/>
                      <a:pt x="125" y="799"/>
                    </a:cubicBezTo>
                    <a:cubicBezTo>
                      <a:pt x="88" y="762"/>
                      <a:pt x="59" y="733"/>
                      <a:pt x="29" y="733"/>
                    </a:cubicBezTo>
                    <a:cubicBezTo>
                      <a:pt x="0" y="762"/>
                      <a:pt x="0" y="799"/>
                      <a:pt x="0" y="828"/>
                    </a:cubicBezTo>
                    <a:cubicBezTo>
                      <a:pt x="762" y="2812"/>
                      <a:pt x="1772" y="3845"/>
                      <a:pt x="2168" y="4182"/>
                    </a:cubicBezTo>
                    <a:cubicBezTo>
                      <a:pt x="2834" y="4789"/>
                      <a:pt x="3874" y="4885"/>
                      <a:pt x="4848" y="4885"/>
                    </a:cubicBezTo>
                    <a:cubicBezTo>
                      <a:pt x="5067" y="4885"/>
                      <a:pt x="5280" y="4885"/>
                      <a:pt x="5463" y="4855"/>
                    </a:cubicBezTo>
                    <a:lnTo>
                      <a:pt x="5858" y="4855"/>
                    </a:lnTo>
                    <a:cubicBezTo>
                      <a:pt x="5858" y="4855"/>
                      <a:pt x="5887" y="4855"/>
                      <a:pt x="5887" y="4826"/>
                    </a:cubicBezTo>
                    <a:lnTo>
                      <a:pt x="6861" y="2293"/>
                    </a:lnTo>
                    <a:cubicBezTo>
                      <a:pt x="6861" y="2293"/>
                      <a:pt x="6861" y="2263"/>
                      <a:pt x="6832" y="2227"/>
                    </a:cubicBezTo>
                    <a:lnTo>
                      <a:pt x="6803" y="2197"/>
                    </a:lnTo>
                    <a:lnTo>
                      <a:pt x="6773" y="2227"/>
                    </a:lnTo>
                    <a:cubicBezTo>
                      <a:pt x="6485" y="2219"/>
                      <a:pt x="6151" y="2215"/>
                      <a:pt x="5805" y="2215"/>
                    </a:cubicBezTo>
                    <a:cubicBezTo>
                      <a:pt x="4833" y="2215"/>
                      <a:pt x="3757" y="2244"/>
                      <a:pt x="3266" y="2293"/>
                    </a:cubicBezTo>
                    <a:cubicBezTo>
                      <a:pt x="2805" y="1714"/>
                      <a:pt x="1801" y="579"/>
                      <a:pt x="12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7" name="Google Shape;1247;p48"/>
              <p:cNvSpPr/>
              <p:nvPr/>
            </p:nvSpPr>
            <p:spPr>
              <a:xfrm>
                <a:off x="5618135" y="1847840"/>
                <a:ext cx="239415" cy="293573"/>
              </a:xfrm>
              <a:custGeom>
                <a:avLst/>
                <a:gdLst/>
                <a:ahLst/>
                <a:cxnLst/>
                <a:rect l="l" t="t" r="r" b="b"/>
                <a:pathLst>
                  <a:path w="2564" h="3144" extrusionOk="0">
                    <a:moveTo>
                      <a:pt x="807" y="1"/>
                    </a:moveTo>
                    <a:cubicBezTo>
                      <a:pt x="802" y="1"/>
                      <a:pt x="797" y="1"/>
                      <a:pt x="791" y="3"/>
                    </a:cubicBezTo>
                    <a:cubicBezTo>
                      <a:pt x="550" y="61"/>
                      <a:pt x="1158" y="1101"/>
                      <a:pt x="1158" y="1101"/>
                    </a:cubicBezTo>
                    <a:cubicBezTo>
                      <a:pt x="1158" y="1101"/>
                      <a:pt x="953" y="1030"/>
                      <a:pt x="717" y="1030"/>
                    </a:cubicBezTo>
                    <a:cubicBezTo>
                      <a:pt x="438" y="1030"/>
                      <a:pt x="113" y="1129"/>
                      <a:pt x="30" y="1562"/>
                    </a:cubicBezTo>
                    <a:cubicBezTo>
                      <a:pt x="1" y="1679"/>
                      <a:pt x="59" y="1862"/>
                      <a:pt x="118" y="1987"/>
                    </a:cubicBezTo>
                    <a:cubicBezTo>
                      <a:pt x="301" y="2324"/>
                      <a:pt x="425" y="2412"/>
                      <a:pt x="550" y="2565"/>
                    </a:cubicBezTo>
                    <a:cubicBezTo>
                      <a:pt x="550" y="2565"/>
                      <a:pt x="762" y="2719"/>
                      <a:pt x="1033" y="3144"/>
                    </a:cubicBezTo>
                    <a:lnTo>
                      <a:pt x="2563" y="2748"/>
                    </a:lnTo>
                    <a:lnTo>
                      <a:pt x="2102" y="2295"/>
                    </a:lnTo>
                    <a:cubicBezTo>
                      <a:pt x="2102" y="2295"/>
                      <a:pt x="1890" y="1679"/>
                      <a:pt x="1648" y="1284"/>
                    </a:cubicBezTo>
                    <a:cubicBezTo>
                      <a:pt x="1648" y="1284"/>
                      <a:pt x="1059" y="1"/>
                      <a:pt x="8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8" name="Google Shape;1248;p48"/>
              <p:cNvSpPr/>
              <p:nvPr/>
            </p:nvSpPr>
            <p:spPr>
              <a:xfrm>
                <a:off x="5611972" y="1842237"/>
                <a:ext cx="250994" cy="305339"/>
              </a:xfrm>
              <a:custGeom>
                <a:avLst/>
                <a:gdLst/>
                <a:ahLst/>
                <a:cxnLst/>
                <a:rect l="l" t="t" r="r" b="b"/>
                <a:pathLst>
                  <a:path w="2688" h="3269" extrusionOk="0">
                    <a:moveTo>
                      <a:pt x="856" y="1"/>
                    </a:moveTo>
                    <a:cubicBezTo>
                      <a:pt x="846" y="1"/>
                      <a:pt x="837" y="2"/>
                      <a:pt x="828" y="4"/>
                    </a:cubicBezTo>
                    <a:lnTo>
                      <a:pt x="733" y="92"/>
                    </a:lnTo>
                    <a:cubicBezTo>
                      <a:pt x="674" y="275"/>
                      <a:pt x="953" y="795"/>
                      <a:pt x="1099" y="1036"/>
                    </a:cubicBezTo>
                    <a:cubicBezTo>
                      <a:pt x="1026" y="1025"/>
                      <a:pt x="934" y="1013"/>
                      <a:pt x="832" y="1013"/>
                    </a:cubicBezTo>
                    <a:cubicBezTo>
                      <a:pt x="679" y="1013"/>
                      <a:pt x="504" y="1039"/>
                      <a:pt x="338" y="1132"/>
                    </a:cubicBezTo>
                    <a:cubicBezTo>
                      <a:pt x="184" y="1220"/>
                      <a:pt x="96" y="1373"/>
                      <a:pt x="37" y="1586"/>
                    </a:cubicBezTo>
                    <a:cubicBezTo>
                      <a:pt x="1" y="1739"/>
                      <a:pt x="67" y="1922"/>
                      <a:pt x="154" y="2076"/>
                    </a:cubicBezTo>
                    <a:cubicBezTo>
                      <a:pt x="250" y="2318"/>
                      <a:pt x="367" y="2442"/>
                      <a:pt x="462" y="2538"/>
                    </a:cubicBezTo>
                    <a:cubicBezTo>
                      <a:pt x="491" y="2567"/>
                      <a:pt x="521" y="2625"/>
                      <a:pt x="550" y="2655"/>
                    </a:cubicBezTo>
                    <a:lnTo>
                      <a:pt x="550" y="2684"/>
                    </a:lnTo>
                    <a:cubicBezTo>
                      <a:pt x="586" y="2684"/>
                      <a:pt x="799" y="2838"/>
                      <a:pt x="1070" y="3233"/>
                    </a:cubicBezTo>
                    <a:cubicBezTo>
                      <a:pt x="1070" y="3270"/>
                      <a:pt x="1099" y="3270"/>
                      <a:pt x="1099" y="3270"/>
                    </a:cubicBezTo>
                    <a:lnTo>
                      <a:pt x="1136" y="3270"/>
                    </a:lnTo>
                    <a:cubicBezTo>
                      <a:pt x="1165" y="3233"/>
                      <a:pt x="1194" y="3204"/>
                      <a:pt x="1165" y="3175"/>
                    </a:cubicBezTo>
                    <a:cubicBezTo>
                      <a:pt x="887" y="2779"/>
                      <a:pt x="704" y="2625"/>
                      <a:pt x="645" y="2567"/>
                    </a:cubicBezTo>
                    <a:cubicBezTo>
                      <a:pt x="616" y="2538"/>
                      <a:pt x="586" y="2501"/>
                      <a:pt x="550" y="2442"/>
                    </a:cubicBezTo>
                    <a:cubicBezTo>
                      <a:pt x="462" y="2355"/>
                      <a:pt x="367" y="2259"/>
                      <a:pt x="250" y="2018"/>
                    </a:cubicBezTo>
                    <a:cubicBezTo>
                      <a:pt x="184" y="1893"/>
                      <a:pt x="125" y="1739"/>
                      <a:pt x="154" y="1622"/>
                    </a:cubicBezTo>
                    <a:cubicBezTo>
                      <a:pt x="184" y="1439"/>
                      <a:pt x="279" y="1315"/>
                      <a:pt x="403" y="1220"/>
                    </a:cubicBezTo>
                    <a:cubicBezTo>
                      <a:pt x="522" y="1153"/>
                      <a:pt x="658" y="1131"/>
                      <a:pt x="785" y="1131"/>
                    </a:cubicBezTo>
                    <a:cubicBezTo>
                      <a:pt x="1010" y="1131"/>
                      <a:pt x="1205" y="1201"/>
                      <a:pt x="1224" y="1220"/>
                    </a:cubicBezTo>
                    <a:cubicBezTo>
                      <a:pt x="1224" y="1220"/>
                      <a:pt x="1253" y="1220"/>
                      <a:pt x="1282" y="1190"/>
                    </a:cubicBezTo>
                    <a:lnTo>
                      <a:pt x="1282" y="1132"/>
                    </a:lnTo>
                    <a:cubicBezTo>
                      <a:pt x="1070" y="795"/>
                      <a:pt x="828" y="246"/>
                      <a:pt x="857" y="121"/>
                    </a:cubicBezTo>
                    <a:cubicBezTo>
                      <a:pt x="860" y="120"/>
                      <a:pt x="864" y="120"/>
                      <a:pt x="867" y="120"/>
                    </a:cubicBezTo>
                    <a:cubicBezTo>
                      <a:pt x="1000" y="120"/>
                      <a:pt x="1356" y="687"/>
                      <a:pt x="1685" y="1373"/>
                    </a:cubicBezTo>
                    <a:cubicBezTo>
                      <a:pt x="1897" y="1769"/>
                      <a:pt x="2139" y="2384"/>
                      <a:pt x="2139" y="2384"/>
                    </a:cubicBezTo>
                    <a:lnTo>
                      <a:pt x="2139" y="2413"/>
                    </a:lnTo>
                    <a:lnTo>
                      <a:pt x="2600" y="2838"/>
                    </a:lnTo>
                    <a:cubicBezTo>
                      <a:pt x="2615" y="2852"/>
                      <a:pt x="2629" y="2860"/>
                      <a:pt x="2644" y="2860"/>
                    </a:cubicBezTo>
                    <a:cubicBezTo>
                      <a:pt x="2659" y="2860"/>
                      <a:pt x="2673" y="2852"/>
                      <a:pt x="2688" y="2838"/>
                    </a:cubicBezTo>
                    <a:lnTo>
                      <a:pt x="2688" y="2750"/>
                    </a:lnTo>
                    <a:lnTo>
                      <a:pt x="2234" y="2318"/>
                    </a:lnTo>
                    <a:cubicBezTo>
                      <a:pt x="2197" y="2230"/>
                      <a:pt x="1985" y="1681"/>
                      <a:pt x="1773" y="1315"/>
                    </a:cubicBezTo>
                    <a:cubicBezTo>
                      <a:pt x="1596" y="904"/>
                      <a:pt x="1131" y="1"/>
                      <a:pt x="8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49" name="Google Shape;1249;p48"/>
              <p:cNvSpPr/>
              <p:nvPr/>
            </p:nvSpPr>
            <p:spPr>
              <a:xfrm>
                <a:off x="5680323" y="1962599"/>
                <a:ext cx="125964" cy="99539"/>
              </a:xfrm>
              <a:custGeom>
                <a:avLst/>
                <a:gdLst/>
                <a:ahLst/>
                <a:cxnLst/>
                <a:rect l="l" t="t" r="r" b="b"/>
                <a:pathLst>
                  <a:path w="1349" h="1066" extrusionOk="0">
                    <a:moveTo>
                      <a:pt x="280" y="1"/>
                    </a:moveTo>
                    <a:cubicBezTo>
                      <a:pt x="204" y="1"/>
                      <a:pt x="136" y="15"/>
                      <a:pt x="96" y="55"/>
                    </a:cubicBezTo>
                    <a:cubicBezTo>
                      <a:pt x="67" y="84"/>
                      <a:pt x="1" y="114"/>
                      <a:pt x="38" y="209"/>
                    </a:cubicBezTo>
                    <a:cubicBezTo>
                      <a:pt x="96" y="546"/>
                      <a:pt x="1070" y="970"/>
                      <a:pt x="1253" y="1066"/>
                    </a:cubicBezTo>
                    <a:lnTo>
                      <a:pt x="1282" y="1066"/>
                    </a:lnTo>
                    <a:cubicBezTo>
                      <a:pt x="1319" y="1066"/>
                      <a:pt x="1319" y="1029"/>
                      <a:pt x="1348" y="1029"/>
                    </a:cubicBezTo>
                    <a:cubicBezTo>
                      <a:pt x="1348" y="1000"/>
                      <a:pt x="1348" y="941"/>
                      <a:pt x="1319" y="941"/>
                    </a:cubicBezTo>
                    <a:cubicBezTo>
                      <a:pt x="887" y="758"/>
                      <a:pt x="184" y="392"/>
                      <a:pt x="155" y="209"/>
                    </a:cubicBezTo>
                    <a:lnTo>
                      <a:pt x="155" y="150"/>
                    </a:lnTo>
                    <a:cubicBezTo>
                      <a:pt x="174" y="131"/>
                      <a:pt x="212" y="123"/>
                      <a:pt x="259" y="123"/>
                    </a:cubicBezTo>
                    <a:cubicBezTo>
                      <a:pt x="371" y="123"/>
                      <a:pt x="537" y="168"/>
                      <a:pt x="645" y="209"/>
                    </a:cubicBezTo>
                    <a:cubicBezTo>
                      <a:pt x="675" y="209"/>
                      <a:pt x="704" y="209"/>
                      <a:pt x="704" y="150"/>
                    </a:cubicBezTo>
                    <a:cubicBezTo>
                      <a:pt x="733" y="114"/>
                      <a:pt x="704" y="84"/>
                      <a:pt x="675" y="84"/>
                    </a:cubicBezTo>
                    <a:cubicBezTo>
                      <a:pt x="635" y="64"/>
                      <a:pt x="440" y="1"/>
                      <a:pt x="2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0" name="Google Shape;1250;p48"/>
              <p:cNvSpPr/>
              <p:nvPr/>
            </p:nvSpPr>
            <p:spPr>
              <a:xfrm>
                <a:off x="5683778" y="2002565"/>
                <a:ext cx="36977" cy="59574"/>
              </a:xfrm>
              <a:custGeom>
                <a:avLst/>
                <a:gdLst/>
                <a:ahLst/>
                <a:cxnLst/>
                <a:rect l="l" t="t" r="r" b="b"/>
                <a:pathLst>
                  <a:path w="396" h="638" extrusionOk="0">
                    <a:moveTo>
                      <a:pt x="316" y="0"/>
                    </a:moveTo>
                    <a:cubicBezTo>
                      <a:pt x="301" y="0"/>
                      <a:pt x="286" y="8"/>
                      <a:pt x="271" y="22"/>
                    </a:cubicBezTo>
                    <a:cubicBezTo>
                      <a:pt x="271" y="22"/>
                      <a:pt x="59" y="235"/>
                      <a:pt x="1" y="572"/>
                    </a:cubicBezTo>
                    <a:cubicBezTo>
                      <a:pt x="1" y="601"/>
                      <a:pt x="30" y="638"/>
                      <a:pt x="59" y="638"/>
                    </a:cubicBezTo>
                    <a:cubicBezTo>
                      <a:pt x="88" y="638"/>
                      <a:pt x="118" y="601"/>
                      <a:pt x="118" y="572"/>
                    </a:cubicBezTo>
                    <a:cubicBezTo>
                      <a:pt x="184" y="301"/>
                      <a:pt x="367" y="118"/>
                      <a:pt x="367" y="118"/>
                    </a:cubicBezTo>
                    <a:cubicBezTo>
                      <a:pt x="396" y="88"/>
                      <a:pt x="396" y="52"/>
                      <a:pt x="367" y="22"/>
                    </a:cubicBezTo>
                    <a:cubicBezTo>
                      <a:pt x="348" y="8"/>
                      <a:pt x="332" y="0"/>
                      <a:pt x="3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1" name="Google Shape;1251;p48"/>
              <p:cNvSpPr/>
              <p:nvPr/>
            </p:nvSpPr>
            <p:spPr>
              <a:xfrm>
                <a:off x="5620843" y="1959518"/>
                <a:ext cx="68538" cy="79369"/>
              </a:xfrm>
              <a:custGeom>
                <a:avLst/>
                <a:gdLst/>
                <a:ahLst/>
                <a:cxnLst/>
                <a:rect l="l" t="t" r="r" b="b"/>
                <a:pathLst>
                  <a:path w="734" h="850" extrusionOk="0">
                    <a:moveTo>
                      <a:pt x="184" y="0"/>
                    </a:moveTo>
                    <a:cubicBezTo>
                      <a:pt x="155" y="0"/>
                      <a:pt x="125" y="0"/>
                      <a:pt x="89" y="59"/>
                    </a:cubicBezTo>
                    <a:cubicBezTo>
                      <a:pt x="89" y="59"/>
                      <a:pt x="1" y="454"/>
                      <a:pt x="338" y="762"/>
                    </a:cubicBezTo>
                    <a:cubicBezTo>
                      <a:pt x="396" y="820"/>
                      <a:pt x="491" y="850"/>
                      <a:pt x="550" y="850"/>
                    </a:cubicBezTo>
                    <a:cubicBezTo>
                      <a:pt x="579" y="850"/>
                      <a:pt x="609" y="820"/>
                      <a:pt x="638" y="820"/>
                    </a:cubicBezTo>
                    <a:cubicBezTo>
                      <a:pt x="704" y="762"/>
                      <a:pt x="733" y="696"/>
                      <a:pt x="704" y="608"/>
                    </a:cubicBezTo>
                    <a:cubicBezTo>
                      <a:pt x="704" y="579"/>
                      <a:pt x="675" y="549"/>
                      <a:pt x="638" y="549"/>
                    </a:cubicBezTo>
                    <a:cubicBezTo>
                      <a:pt x="609" y="579"/>
                      <a:pt x="579" y="608"/>
                      <a:pt x="579" y="637"/>
                    </a:cubicBezTo>
                    <a:cubicBezTo>
                      <a:pt x="579" y="637"/>
                      <a:pt x="609" y="696"/>
                      <a:pt x="579" y="696"/>
                    </a:cubicBezTo>
                    <a:cubicBezTo>
                      <a:pt x="567" y="711"/>
                      <a:pt x="549" y="720"/>
                      <a:pt x="528" y="720"/>
                    </a:cubicBezTo>
                    <a:cubicBezTo>
                      <a:pt x="499" y="720"/>
                      <a:pt x="463" y="704"/>
                      <a:pt x="426" y="666"/>
                    </a:cubicBezTo>
                    <a:cubicBezTo>
                      <a:pt x="155" y="425"/>
                      <a:pt x="213" y="88"/>
                      <a:pt x="213" y="59"/>
                    </a:cubicBezTo>
                    <a:cubicBezTo>
                      <a:pt x="213" y="29"/>
                      <a:pt x="213" y="0"/>
                      <a:pt x="18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2" name="Google Shape;1252;p48"/>
              <p:cNvSpPr/>
              <p:nvPr/>
            </p:nvSpPr>
            <p:spPr>
              <a:xfrm>
                <a:off x="5629060" y="1940936"/>
                <a:ext cx="71899" cy="80863"/>
              </a:xfrm>
              <a:custGeom>
                <a:avLst/>
                <a:gdLst/>
                <a:ahLst/>
                <a:cxnLst/>
                <a:rect l="l" t="t" r="r" b="b"/>
                <a:pathLst>
                  <a:path w="770" h="865" extrusionOk="0">
                    <a:moveTo>
                      <a:pt x="524" y="1"/>
                    </a:moveTo>
                    <a:cubicBezTo>
                      <a:pt x="503" y="1"/>
                      <a:pt x="483" y="25"/>
                      <a:pt x="462" y="45"/>
                    </a:cubicBezTo>
                    <a:cubicBezTo>
                      <a:pt x="462" y="45"/>
                      <a:pt x="338" y="346"/>
                      <a:pt x="521" y="529"/>
                    </a:cubicBezTo>
                    <a:cubicBezTo>
                      <a:pt x="616" y="624"/>
                      <a:pt x="645" y="682"/>
                      <a:pt x="616" y="712"/>
                    </a:cubicBezTo>
                    <a:cubicBezTo>
                      <a:pt x="603" y="727"/>
                      <a:pt x="584" y="736"/>
                      <a:pt x="562" y="736"/>
                    </a:cubicBezTo>
                    <a:cubicBezTo>
                      <a:pt x="532" y="736"/>
                      <a:pt x="496" y="720"/>
                      <a:pt x="462" y="682"/>
                    </a:cubicBezTo>
                    <a:cubicBezTo>
                      <a:pt x="155" y="411"/>
                      <a:pt x="367" y="133"/>
                      <a:pt x="367" y="133"/>
                    </a:cubicBezTo>
                    <a:cubicBezTo>
                      <a:pt x="403" y="104"/>
                      <a:pt x="367" y="75"/>
                      <a:pt x="367" y="45"/>
                    </a:cubicBezTo>
                    <a:cubicBezTo>
                      <a:pt x="352" y="31"/>
                      <a:pt x="330" y="23"/>
                      <a:pt x="312" y="23"/>
                    </a:cubicBezTo>
                    <a:cubicBezTo>
                      <a:pt x="294" y="23"/>
                      <a:pt x="279" y="31"/>
                      <a:pt x="279" y="45"/>
                    </a:cubicBezTo>
                    <a:cubicBezTo>
                      <a:pt x="279" y="45"/>
                      <a:pt x="1" y="441"/>
                      <a:pt x="367" y="778"/>
                    </a:cubicBezTo>
                    <a:cubicBezTo>
                      <a:pt x="433" y="836"/>
                      <a:pt x="491" y="865"/>
                      <a:pt x="550" y="865"/>
                    </a:cubicBezTo>
                    <a:cubicBezTo>
                      <a:pt x="616" y="865"/>
                      <a:pt x="645" y="836"/>
                      <a:pt x="674" y="807"/>
                    </a:cubicBezTo>
                    <a:cubicBezTo>
                      <a:pt x="770" y="748"/>
                      <a:pt x="770" y="595"/>
                      <a:pt x="616" y="441"/>
                    </a:cubicBezTo>
                    <a:cubicBezTo>
                      <a:pt x="491" y="316"/>
                      <a:pt x="587" y="104"/>
                      <a:pt x="587" y="75"/>
                    </a:cubicBezTo>
                    <a:cubicBezTo>
                      <a:pt x="587" y="45"/>
                      <a:pt x="587" y="16"/>
                      <a:pt x="550" y="16"/>
                    </a:cubicBezTo>
                    <a:cubicBezTo>
                      <a:pt x="541" y="5"/>
                      <a:pt x="532" y="1"/>
                      <a:pt x="5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3" name="Google Shape;1253;p48"/>
              <p:cNvSpPr/>
              <p:nvPr/>
            </p:nvSpPr>
            <p:spPr>
              <a:xfrm>
                <a:off x="5620843" y="2010782"/>
                <a:ext cx="54158" cy="42486"/>
              </a:xfrm>
              <a:custGeom>
                <a:avLst/>
                <a:gdLst/>
                <a:ahLst/>
                <a:cxnLst/>
                <a:rect l="l" t="t" r="r" b="b"/>
                <a:pathLst>
                  <a:path w="580" h="455" extrusionOk="0">
                    <a:moveTo>
                      <a:pt x="30" y="0"/>
                    </a:moveTo>
                    <a:cubicBezTo>
                      <a:pt x="1" y="0"/>
                      <a:pt x="1" y="30"/>
                      <a:pt x="1" y="59"/>
                    </a:cubicBezTo>
                    <a:cubicBezTo>
                      <a:pt x="59" y="242"/>
                      <a:pt x="155" y="396"/>
                      <a:pt x="272" y="454"/>
                    </a:cubicBezTo>
                    <a:lnTo>
                      <a:pt x="455" y="454"/>
                    </a:lnTo>
                    <a:cubicBezTo>
                      <a:pt x="579" y="396"/>
                      <a:pt x="550" y="271"/>
                      <a:pt x="521" y="213"/>
                    </a:cubicBezTo>
                    <a:cubicBezTo>
                      <a:pt x="521" y="192"/>
                      <a:pt x="506" y="168"/>
                      <a:pt x="485" y="168"/>
                    </a:cubicBezTo>
                    <a:cubicBezTo>
                      <a:pt x="476" y="168"/>
                      <a:pt x="466" y="172"/>
                      <a:pt x="455" y="183"/>
                    </a:cubicBezTo>
                    <a:cubicBezTo>
                      <a:pt x="426" y="183"/>
                      <a:pt x="396" y="213"/>
                      <a:pt x="426" y="242"/>
                    </a:cubicBezTo>
                    <a:cubicBezTo>
                      <a:pt x="426" y="242"/>
                      <a:pt x="426" y="301"/>
                      <a:pt x="396" y="330"/>
                    </a:cubicBezTo>
                    <a:lnTo>
                      <a:pt x="338" y="330"/>
                    </a:lnTo>
                    <a:cubicBezTo>
                      <a:pt x="272" y="301"/>
                      <a:pt x="155" y="183"/>
                      <a:pt x="125" y="30"/>
                    </a:cubicBezTo>
                    <a:cubicBezTo>
                      <a:pt x="89" y="0"/>
                      <a:pt x="59" y="0"/>
                      <a:pt x="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4" name="Google Shape;1254;p48"/>
              <p:cNvSpPr/>
              <p:nvPr/>
            </p:nvSpPr>
            <p:spPr>
              <a:xfrm>
                <a:off x="6116577" y="2197441"/>
                <a:ext cx="994265" cy="750461"/>
              </a:xfrm>
              <a:custGeom>
                <a:avLst/>
                <a:gdLst/>
                <a:ahLst/>
                <a:cxnLst/>
                <a:rect l="l" t="t" r="r" b="b"/>
                <a:pathLst>
                  <a:path w="10648" h="8037" extrusionOk="0">
                    <a:moveTo>
                      <a:pt x="6236" y="0"/>
                    </a:moveTo>
                    <a:cubicBezTo>
                      <a:pt x="5477" y="0"/>
                      <a:pt x="4914" y="74"/>
                      <a:pt x="4914" y="74"/>
                    </a:cubicBezTo>
                    <a:cubicBezTo>
                      <a:pt x="4914" y="74"/>
                      <a:pt x="4087" y="227"/>
                      <a:pt x="3171" y="410"/>
                    </a:cubicBezTo>
                    <a:cubicBezTo>
                      <a:pt x="2900" y="469"/>
                      <a:pt x="2593" y="469"/>
                      <a:pt x="2227" y="469"/>
                    </a:cubicBezTo>
                    <a:cubicBezTo>
                      <a:pt x="2084" y="462"/>
                      <a:pt x="1935" y="456"/>
                      <a:pt x="1779" y="456"/>
                    </a:cubicBezTo>
                    <a:cubicBezTo>
                      <a:pt x="1304" y="456"/>
                      <a:pt x="764" y="507"/>
                      <a:pt x="125" y="711"/>
                    </a:cubicBezTo>
                    <a:cubicBezTo>
                      <a:pt x="125" y="711"/>
                      <a:pt x="1" y="3061"/>
                      <a:pt x="975" y="3823"/>
                    </a:cubicBezTo>
                    <a:cubicBezTo>
                      <a:pt x="1619" y="4159"/>
                      <a:pt x="2256" y="4372"/>
                      <a:pt x="2651" y="4408"/>
                    </a:cubicBezTo>
                    <a:cubicBezTo>
                      <a:pt x="2651" y="4408"/>
                      <a:pt x="2563" y="6664"/>
                      <a:pt x="2776" y="7396"/>
                    </a:cubicBezTo>
                    <a:cubicBezTo>
                      <a:pt x="2875" y="7792"/>
                      <a:pt x="4332" y="8036"/>
                      <a:pt x="5817" y="8036"/>
                    </a:cubicBezTo>
                    <a:cubicBezTo>
                      <a:pt x="7076" y="8036"/>
                      <a:pt x="8356" y="7861"/>
                      <a:pt x="8846" y="7455"/>
                    </a:cubicBezTo>
                    <a:lnTo>
                      <a:pt x="8634" y="4372"/>
                    </a:lnTo>
                    <a:lnTo>
                      <a:pt x="8634" y="4372"/>
                    </a:lnTo>
                    <a:cubicBezTo>
                      <a:pt x="8634" y="4372"/>
                      <a:pt x="8660" y="4373"/>
                      <a:pt x="8708" y="4373"/>
                    </a:cubicBezTo>
                    <a:cubicBezTo>
                      <a:pt x="9005" y="4373"/>
                      <a:pt x="10123" y="4324"/>
                      <a:pt x="10647" y="3610"/>
                    </a:cubicBezTo>
                    <a:cubicBezTo>
                      <a:pt x="10647" y="3610"/>
                      <a:pt x="9791" y="652"/>
                      <a:pt x="8297" y="227"/>
                    </a:cubicBezTo>
                    <a:cubicBezTo>
                      <a:pt x="7612" y="49"/>
                      <a:pt x="6858" y="0"/>
                      <a:pt x="62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5" name="Google Shape;1255;p48"/>
              <p:cNvSpPr/>
              <p:nvPr/>
            </p:nvSpPr>
            <p:spPr>
              <a:xfrm>
                <a:off x="6111161" y="2191558"/>
                <a:ext cx="1008551" cy="762133"/>
              </a:xfrm>
              <a:custGeom>
                <a:avLst/>
                <a:gdLst/>
                <a:ahLst/>
                <a:cxnLst/>
                <a:rect l="l" t="t" r="r" b="b"/>
                <a:pathLst>
                  <a:path w="10801" h="8162" extrusionOk="0">
                    <a:moveTo>
                      <a:pt x="6311" y="122"/>
                    </a:moveTo>
                    <a:cubicBezTo>
                      <a:pt x="6928" y="122"/>
                      <a:pt x="7667" y="171"/>
                      <a:pt x="8326" y="349"/>
                    </a:cubicBezTo>
                    <a:cubicBezTo>
                      <a:pt x="9732" y="744"/>
                      <a:pt x="10552" y="3373"/>
                      <a:pt x="10647" y="3673"/>
                    </a:cubicBezTo>
                    <a:cubicBezTo>
                      <a:pt x="10114" y="4333"/>
                      <a:pt x="9058" y="4377"/>
                      <a:pt x="8786" y="4377"/>
                    </a:cubicBezTo>
                    <a:cubicBezTo>
                      <a:pt x="8744" y="4377"/>
                      <a:pt x="8721" y="4376"/>
                      <a:pt x="8721" y="4376"/>
                    </a:cubicBezTo>
                    <a:cubicBezTo>
                      <a:pt x="8692" y="4376"/>
                      <a:pt x="8662" y="4376"/>
                      <a:pt x="8662" y="4406"/>
                    </a:cubicBezTo>
                    <a:lnTo>
                      <a:pt x="8633" y="4435"/>
                    </a:lnTo>
                    <a:lnTo>
                      <a:pt x="8846" y="7488"/>
                    </a:lnTo>
                    <a:cubicBezTo>
                      <a:pt x="8344" y="7870"/>
                      <a:pt x="7060" y="8035"/>
                      <a:pt x="5809" y="8035"/>
                    </a:cubicBezTo>
                    <a:cubicBezTo>
                      <a:pt x="4850" y="8035"/>
                      <a:pt x="3910" y="7938"/>
                      <a:pt x="3354" y="7766"/>
                    </a:cubicBezTo>
                    <a:cubicBezTo>
                      <a:pt x="2988" y="7642"/>
                      <a:pt x="2892" y="7518"/>
                      <a:pt x="2892" y="7459"/>
                    </a:cubicBezTo>
                    <a:cubicBezTo>
                      <a:pt x="2680" y="6727"/>
                      <a:pt x="2775" y="4501"/>
                      <a:pt x="2775" y="4471"/>
                    </a:cubicBezTo>
                    <a:lnTo>
                      <a:pt x="2775" y="4406"/>
                    </a:lnTo>
                    <a:lnTo>
                      <a:pt x="2709" y="4406"/>
                    </a:lnTo>
                    <a:cubicBezTo>
                      <a:pt x="2343" y="4376"/>
                      <a:pt x="1706" y="4164"/>
                      <a:pt x="1098" y="3856"/>
                    </a:cubicBezTo>
                    <a:cubicBezTo>
                      <a:pt x="212" y="3190"/>
                      <a:pt x="212" y="1140"/>
                      <a:pt x="242" y="810"/>
                    </a:cubicBezTo>
                    <a:cubicBezTo>
                      <a:pt x="852" y="625"/>
                      <a:pt x="1382" y="577"/>
                      <a:pt x="1839" y="577"/>
                    </a:cubicBezTo>
                    <a:cubicBezTo>
                      <a:pt x="1996" y="577"/>
                      <a:pt x="2144" y="583"/>
                      <a:pt x="2285" y="591"/>
                    </a:cubicBezTo>
                    <a:cubicBezTo>
                      <a:pt x="2651" y="591"/>
                      <a:pt x="2958" y="591"/>
                      <a:pt x="3259" y="532"/>
                    </a:cubicBezTo>
                    <a:cubicBezTo>
                      <a:pt x="4145" y="349"/>
                      <a:pt x="4943" y="195"/>
                      <a:pt x="4972" y="195"/>
                    </a:cubicBezTo>
                    <a:cubicBezTo>
                      <a:pt x="4988" y="195"/>
                      <a:pt x="5558" y="122"/>
                      <a:pt x="6311" y="122"/>
                    </a:cubicBezTo>
                    <a:close/>
                    <a:moveTo>
                      <a:pt x="6335" y="1"/>
                    </a:moveTo>
                    <a:cubicBezTo>
                      <a:pt x="5553" y="1"/>
                      <a:pt x="4959" y="78"/>
                      <a:pt x="4943" y="78"/>
                    </a:cubicBezTo>
                    <a:cubicBezTo>
                      <a:pt x="4943" y="78"/>
                      <a:pt x="4115" y="224"/>
                      <a:pt x="3229" y="407"/>
                    </a:cubicBezTo>
                    <a:cubicBezTo>
                      <a:pt x="2958" y="473"/>
                      <a:pt x="2651" y="473"/>
                      <a:pt x="2285" y="473"/>
                    </a:cubicBezTo>
                    <a:cubicBezTo>
                      <a:pt x="2149" y="466"/>
                      <a:pt x="2003" y="461"/>
                      <a:pt x="1848" y="461"/>
                    </a:cubicBezTo>
                    <a:cubicBezTo>
                      <a:pt x="1376" y="461"/>
                      <a:pt x="813" y="511"/>
                      <a:pt x="146" y="715"/>
                    </a:cubicBezTo>
                    <a:cubicBezTo>
                      <a:pt x="117" y="715"/>
                      <a:pt x="117" y="744"/>
                      <a:pt x="117" y="774"/>
                    </a:cubicBezTo>
                    <a:cubicBezTo>
                      <a:pt x="88" y="869"/>
                      <a:pt x="0" y="3190"/>
                      <a:pt x="1003" y="3952"/>
                    </a:cubicBezTo>
                    <a:cubicBezTo>
                      <a:pt x="1648" y="4288"/>
                      <a:pt x="2255" y="4501"/>
                      <a:pt x="2651" y="4530"/>
                    </a:cubicBezTo>
                    <a:cubicBezTo>
                      <a:pt x="2651" y="4896"/>
                      <a:pt x="2592" y="6785"/>
                      <a:pt x="2775" y="7488"/>
                    </a:cubicBezTo>
                    <a:cubicBezTo>
                      <a:pt x="2805" y="7642"/>
                      <a:pt x="2988" y="7766"/>
                      <a:pt x="3324" y="7854"/>
                    </a:cubicBezTo>
                    <a:cubicBezTo>
                      <a:pt x="3903" y="8067"/>
                      <a:pt x="4877" y="8162"/>
                      <a:pt x="5887" y="8162"/>
                    </a:cubicBezTo>
                    <a:cubicBezTo>
                      <a:pt x="7139" y="8162"/>
                      <a:pt x="8421" y="7979"/>
                      <a:pt x="8933" y="7583"/>
                    </a:cubicBezTo>
                    <a:cubicBezTo>
                      <a:pt x="8933" y="7547"/>
                      <a:pt x="8970" y="7547"/>
                      <a:pt x="8970" y="7518"/>
                    </a:cubicBezTo>
                    <a:lnTo>
                      <a:pt x="8787" y="4501"/>
                    </a:lnTo>
                    <a:cubicBezTo>
                      <a:pt x="9058" y="4501"/>
                      <a:pt x="10186" y="4471"/>
                      <a:pt x="10764" y="3739"/>
                    </a:cubicBezTo>
                    <a:cubicBezTo>
                      <a:pt x="10764" y="3703"/>
                      <a:pt x="10801" y="3673"/>
                      <a:pt x="10764" y="3673"/>
                    </a:cubicBezTo>
                    <a:cubicBezTo>
                      <a:pt x="10735" y="3556"/>
                      <a:pt x="9885" y="656"/>
                      <a:pt x="8355" y="224"/>
                    </a:cubicBezTo>
                    <a:cubicBezTo>
                      <a:pt x="7694" y="49"/>
                      <a:pt x="6955" y="1"/>
                      <a:pt x="6335"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6" name="Google Shape;1256;p48"/>
              <p:cNvSpPr/>
              <p:nvPr/>
            </p:nvSpPr>
            <p:spPr>
              <a:xfrm>
                <a:off x="6461229" y="2224053"/>
                <a:ext cx="259211" cy="88707"/>
              </a:xfrm>
              <a:custGeom>
                <a:avLst/>
                <a:gdLst/>
                <a:ahLst/>
                <a:cxnLst/>
                <a:rect l="l" t="t" r="r" b="b"/>
                <a:pathLst>
                  <a:path w="2776" h="950" extrusionOk="0">
                    <a:moveTo>
                      <a:pt x="2775" y="1"/>
                    </a:moveTo>
                    <a:cubicBezTo>
                      <a:pt x="1889" y="1"/>
                      <a:pt x="29" y="184"/>
                      <a:pt x="0" y="243"/>
                    </a:cubicBezTo>
                    <a:cubicBezTo>
                      <a:pt x="0" y="243"/>
                      <a:pt x="337" y="949"/>
                      <a:pt x="1281" y="949"/>
                    </a:cubicBezTo>
                    <a:cubicBezTo>
                      <a:pt x="1322" y="949"/>
                      <a:pt x="1363" y="948"/>
                      <a:pt x="1406" y="945"/>
                    </a:cubicBezTo>
                    <a:cubicBezTo>
                      <a:pt x="2658" y="828"/>
                      <a:pt x="2775" y="1"/>
                      <a:pt x="27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7" name="Google Shape;1257;p48"/>
              <p:cNvSpPr/>
              <p:nvPr/>
            </p:nvSpPr>
            <p:spPr>
              <a:xfrm>
                <a:off x="6455719" y="2218638"/>
                <a:ext cx="270883" cy="99912"/>
              </a:xfrm>
              <a:custGeom>
                <a:avLst/>
                <a:gdLst/>
                <a:ahLst/>
                <a:cxnLst/>
                <a:rect l="l" t="t" r="r" b="b"/>
                <a:pathLst>
                  <a:path w="2901" h="1070" extrusionOk="0">
                    <a:moveTo>
                      <a:pt x="2776" y="117"/>
                    </a:moveTo>
                    <a:cubicBezTo>
                      <a:pt x="2717" y="301"/>
                      <a:pt x="2468" y="850"/>
                      <a:pt x="1465" y="945"/>
                    </a:cubicBezTo>
                    <a:cubicBezTo>
                      <a:pt x="1418" y="948"/>
                      <a:pt x="1373" y="950"/>
                      <a:pt x="1329" y="950"/>
                    </a:cubicBezTo>
                    <a:cubicBezTo>
                      <a:pt x="597" y="950"/>
                      <a:pt x="265" y="510"/>
                      <a:pt x="154" y="337"/>
                    </a:cubicBezTo>
                    <a:cubicBezTo>
                      <a:pt x="484" y="271"/>
                      <a:pt x="1890" y="117"/>
                      <a:pt x="2746" y="117"/>
                    </a:cubicBezTo>
                    <a:close/>
                    <a:moveTo>
                      <a:pt x="2834" y="0"/>
                    </a:moveTo>
                    <a:cubicBezTo>
                      <a:pt x="2285" y="0"/>
                      <a:pt x="1465" y="59"/>
                      <a:pt x="1128" y="88"/>
                    </a:cubicBezTo>
                    <a:cubicBezTo>
                      <a:pt x="30" y="213"/>
                      <a:pt x="30" y="242"/>
                      <a:pt x="30" y="271"/>
                    </a:cubicBezTo>
                    <a:cubicBezTo>
                      <a:pt x="1" y="301"/>
                      <a:pt x="1" y="301"/>
                      <a:pt x="30" y="337"/>
                    </a:cubicBezTo>
                    <a:cubicBezTo>
                      <a:pt x="30" y="337"/>
                      <a:pt x="367" y="1069"/>
                      <a:pt x="1311" y="1069"/>
                    </a:cubicBezTo>
                    <a:lnTo>
                      <a:pt x="1465" y="1069"/>
                    </a:lnTo>
                    <a:cubicBezTo>
                      <a:pt x="2776" y="945"/>
                      <a:pt x="2900" y="88"/>
                      <a:pt x="2900" y="59"/>
                    </a:cubicBezTo>
                    <a:lnTo>
                      <a:pt x="2900" y="30"/>
                    </a:lnTo>
                    <a:cubicBezTo>
                      <a:pt x="2864" y="0"/>
                      <a:pt x="2864" y="0"/>
                      <a:pt x="283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8" name="Google Shape;1258;p48"/>
              <p:cNvSpPr/>
              <p:nvPr/>
            </p:nvSpPr>
            <p:spPr>
              <a:xfrm>
                <a:off x="6504275" y="2155702"/>
                <a:ext cx="181989" cy="108129"/>
              </a:xfrm>
              <a:custGeom>
                <a:avLst/>
                <a:gdLst/>
                <a:ahLst/>
                <a:cxnLst/>
                <a:rect l="l" t="t" r="r" b="b"/>
                <a:pathLst>
                  <a:path w="1949" h="1158" extrusionOk="0">
                    <a:moveTo>
                      <a:pt x="1948" y="1"/>
                    </a:moveTo>
                    <a:cubicBezTo>
                      <a:pt x="1370" y="279"/>
                      <a:pt x="454" y="396"/>
                      <a:pt x="0" y="425"/>
                    </a:cubicBezTo>
                    <a:lnTo>
                      <a:pt x="59" y="1158"/>
                    </a:lnTo>
                    <a:lnTo>
                      <a:pt x="1948" y="1158"/>
                    </a:lnTo>
                    <a:lnTo>
                      <a:pt x="1948" y="1099"/>
                    </a:lnTo>
                    <a:lnTo>
                      <a:pt x="1948" y="213"/>
                    </a:lnTo>
                    <a:lnTo>
                      <a:pt x="194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59" name="Google Shape;1259;p48"/>
              <p:cNvSpPr/>
              <p:nvPr/>
            </p:nvSpPr>
            <p:spPr>
              <a:xfrm>
                <a:off x="6498112" y="2150286"/>
                <a:ext cx="194315" cy="119708"/>
              </a:xfrm>
              <a:custGeom>
                <a:avLst/>
                <a:gdLst/>
                <a:ahLst/>
                <a:cxnLst/>
                <a:rect l="l" t="t" r="r" b="b"/>
                <a:pathLst>
                  <a:path w="2081" h="1282" extrusionOk="0">
                    <a:moveTo>
                      <a:pt x="1985" y="0"/>
                    </a:moveTo>
                    <a:cubicBezTo>
                      <a:pt x="1406" y="271"/>
                      <a:pt x="462" y="395"/>
                      <a:pt x="66" y="425"/>
                    </a:cubicBezTo>
                    <a:cubicBezTo>
                      <a:pt x="30" y="425"/>
                      <a:pt x="30" y="425"/>
                      <a:pt x="1" y="454"/>
                    </a:cubicBezTo>
                    <a:lnTo>
                      <a:pt x="1" y="483"/>
                    </a:lnTo>
                    <a:lnTo>
                      <a:pt x="66" y="1216"/>
                    </a:lnTo>
                    <a:cubicBezTo>
                      <a:pt x="66" y="1252"/>
                      <a:pt x="96" y="1282"/>
                      <a:pt x="125" y="1282"/>
                    </a:cubicBezTo>
                    <a:lnTo>
                      <a:pt x="154" y="1282"/>
                    </a:lnTo>
                    <a:cubicBezTo>
                      <a:pt x="184" y="1252"/>
                      <a:pt x="184" y="1252"/>
                      <a:pt x="184" y="1186"/>
                    </a:cubicBezTo>
                    <a:lnTo>
                      <a:pt x="125" y="549"/>
                    </a:lnTo>
                    <a:cubicBezTo>
                      <a:pt x="616" y="483"/>
                      <a:pt x="1406" y="395"/>
                      <a:pt x="1956" y="154"/>
                    </a:cubicBezTo>
                    <a:lnTo>
                      <a:pt x="1956" y="1157"/>
                    </a:lnTo>
                    <a:lnTo>
                      <a:pt x="1956" y="1186"/>
                    </a:lnTo>
                    <a:cubicBezTo>
                      <a:pt x="1956" y="1216"/>
                      <a:pt x="1956" y="1252"/>
                      <a:pt x="1985" y="1252"/>
                    </a:cubicBezTo>
                    <a:cubicBezTo>
                      <a:pt x="1993" y="1261"/>
                      <a:pt x="2005" y="1264"/>
                      <a:pt x="2017" y="1264"/>
                    </a:cubicBezTo>
                    <a:cubicBezTo>
                      <a:pt x="2046" y="1264"/>
                      <a:pt x="2080" y="1242"/>
                      <a:pt x="2080" y="1216"/>
                    </a:cubicBezTo>
                    <a:lnTo>
                      <a:pt x="2080" y="1186"/>
                    </a:lnTo>
                    <a:lnTo>
                      <a:pt x="2080" y="1157"/>
                    </a:lnTo>
                    <a:lnTo>
                      <a:pt x="2080" y="59"/>
                    </a:lnTo>
                    <a:cubicBezTo>
                      <a:pt x="2080" y="59"/>
                      <a:pt x="2080" y="29"/>
                      <a:pt x="2043" y="29"/>
                    </a:cubicBezTo>
                    <a:cubicBezTo>
                      <a:pt x="2043" y="0"/>
                      <a:pt x="2014" y="0"/>
                      <a:pt x="1985"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0" name="Google Shape;1260;p48"/>
              <p:cNvSpPr/>
              <p:nvPr/>
            </p:nvSpPr>
            <p:spPr>
              <a:xfrm>
                <a:off x="6495404" y="2092860"/>
                <a:ext cx="190860" cy="102620"/>
              </a:xfrm>
              <a:custGeom>
                <a:avLst/>
                <a:gdLst/>
                <a:ahLst/>
                <a:cxnLst/>
                <a:rect l="l" t="t" r="r" b="b"/>
                <a:pathLst>
                  <a:path w="2044" h="1099" extrusionOk="0">
                    <a:moveTo>
                      <a:pt x="2043" y="0"/>
                    </a:moveTo>
                    <a:lnTo>
                      <a:pt x="0" y="249"/>
                    </a:lnTo>
                    <a:lnTo>
                      <a:pt x="59" y="857"/>
                    </a:lnTo>
                    <a:lnTo>
                      <a:pt x="95" y="1098"/>
                    </a:lnTo>
                    <a:cubicBezTo>
                      <a:pt x="549" y="1069"/>
                      <a:pt x="1465" y="952"/>
                      <a:pt x="2043" y="674"/>
                    </a:cubicBezTo>
                    <a:lnTo>
                      <a:pt x="2043"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1" name="Google Shape;1261;p48"/>
              <p:cNvSpPr/>
              <p:nvPr/>
            </p:nvSpPr>
            <p:spPr>
              <a:xfrm>
                <a:off x="6489895" y="2084642"/>
                <a:ext cx="202532" cy="117000"/>
              </a:xfrm>
              <a:custGeom>
                <a:avLst/>
                <a:gdLst/>
                <a:ahLst/>
                <a:cxnLst/>
                <a:rect l="l" t="t" r="r" b="b"/>
                <a:pathLst>
                  <a:path w="2169" h="1253" extrusionOk="0">
                    <a:moveTo>
                      <a:pt x="2044" y="154"/>
                    </a:moveTo>
                    <a:lnTo>
                      <a:pt x="2044" y="732"/>
                    </a:lnTo>
                    <a:cubicBezTo>
                      <a:pt x="1494" y="974"/>
                      <a:pt x="608" y="1069"/>
                      <a:pt x="213" y="1128"/>
                    </a:cubicBezTo>
                    <a:lnTo>
                      <a:pt x="118" y="396"/>
                    </a:lnTo>
                    <a:lnTo>
                      <a:pt x="2044" y="154"/>
                    </a:lnTo>
                    <a:close/>
                    <a:moveTo>
                      <a:pt x="2168" y="0"/>
                    </a:moveTo>
                    <a:lnTo>
                      <a:pt x="1" y="271"/>
                    </a:lnTo>
                    <a:lnTo>
                      <a:pt x="89" y="1252"/>
                    </a:lnTo>
                    <a:lnTo>
                      <a:pt x="154" y="1252"/>
                    </a:lnTo>
                    <a:cubicBezTo>
                      <a:pt x="638" y="1186"/>
                      <a:pt x="1553" y="1098"/>
                      <a:pt x="2131" y="820"/>
                    </a:cubicBezTo>
                    <a:lnTo>
                      <a:pt x="2168" y="791"/>
                    </a:lnTo>
                    <a:lnTo>
                      <a:pt x="2168"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2" name="Google Shape;1262;p48"/>
              <p:cNvSpPr/>
              <p:nvPr/>
            </p:nvSpPr>
            <p:spPr>
              <a:xfrm>
                <a:off x="6184928" y="3688662"/>
                <a:ext cx="190860" cy="202439"/>
              </a:xfrm>
              <a:custGeom>
                <a:avLst/>
                <a:gdLst/>
                <a:ahLst/>
                <a:cxnLst/>
                <a:rect l="l" t="t" r="r" b="b"/>
                <a:pathLst>
                  <a:path w="2044" h="2168" extrusionOk="0">
                    <a:moveTo>
                      <a:pt x="1707" y="0"/>
                    </a:moveTo>
                    <a:cubicBezTo>
                      <a:pt x="1158" y="271"/>
                      <a:pt x="579" y="520"/>
                      <a:pt x="1" y="762"/>
                    </a:cubicBezTo>
                    <a:cubicBezTo>
                      <a:pt x="155" y="1282"/>
                      <a:pt x="338" y="1736"/>
                      <a:pt x="455" y="2168"/>
                    </a:cubicBezTo>
                    <a:cubicBezTo>
                      <a:pt x="1041" y="2043"/>
                      <a:pt x="1590" y="1831"/>
                      <a:pt x="2044" y="1465"/>
                    </a:cubicBezTo>
                    <a:cubicBezTo>
                      <a:pt x="1956" y="1033"/>
                      <a:pt x="1831" y="520"/>
                      <a:pt x="170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3" name="Google Shape;1263;p48"/>
              <p:cNvSpPr/>
              <p:nvPr/>
            </p:nvSpPr>
            <p:spPr>
              <a:xfrm>
                <a:off x="6179513" y="3682499"/>
                <a:ext cx="201785" cy="214111"/>
              </a:xfrm>
              <a:custGeom>
                <a:avLst/>
                <a:gdLst/>
                <a:ahLst/>
                <a:cxnLst/>
                <a:rect l="l" t="t" r="r" b="b"/>
                <a:pathLst>
                  <a:path w="2161" h="2293" extrusionOk="0">
                    <a:moveTo>
                      <a:pt x="1736" y="154"/>
                    </a:moveTo>
                    <a:lnTo>
                      <a:pt x="2043" y="1502"/>
                    </a:lnTo>
                    <a:cubicBezTo>
                      <a:pt x="1648" y="1802"/>
                      <a:pt x="1157" y="2014"/>
                      <a:pt x="579" y="2139"/>
                    </a:cubicBezTo>
                    <a:cubicBezTo>
                      <a:pt x="425" y="1773"/>
                      <a:pt x="301" y="1348"/>
                      <a:pt x="117" y="887"/>
                    </a:cubicBezTo>
                    <a:cubicBezTo>
                      <a:pt x="637" y="645"/>
                      <a:pt x="1187" y="433"/>
                      <a:pt x="1736" y="154"/>
                    </a:cubicBezTo>
                    <a:close/>
                    <a:moveTo>
                      <a:pt x="1736" y="1"/>
                    </a:moveTo>
                    <a:cubicBezTo>
                      <a:pt x="1157" y="308"/>
                      <a:pt x="579" y="550"/>
                      <a:pt x="30" y="799"/>
                    </a:cubicBezTo>
                    <a:cubicBezTo>
                      <a:pt x="0" y="799"/>
                      <a:pt x="0" y="828"/>
                      <a:pt x="0" y="857"/>
                    </a:cubicBezTo>
                    <a:cubicBezTo>
                      <a:pt x="183" y="1377"/>
                      <a:pt x="330" y="1868"/>
                      <a:pt x="454" y="2234"/>
                    </a:cubicBezTo>
                    <a:cubicBezTo>
                      <a:pt x="484" y="2263"/>
                      <a:pt x="484" y="2292"/>
                      <a:pt x="513" y="2292"/>
                    </a:cubicBezTo>
                    <a:lnTo>
                      <a:pt x="549" y="2292"/>
                    </a:lnTo>
                    <a:cubicBezTo>
                      <a:pt x="1187" y="2139"/>
                      <a:pt x="1706" y="1926"/>
                      <a:pt x="2131" y="1560"/>
                    </a:cubicBezTo>
                    <a:cubicBezTo>
                      <a:pt x="2160" y="1560"/>
                      <a:pt x="2160" y="1531"/>
                      <a:pt x="2160" y="1502"/>
                    </a:cubicBezTo>
                    <a:lnTo>
                      <a:pt x="1831" y="66"/>
                    </a:lnTo>
                    <a:cubicBezTo>
                      <a:pt x="1831" y="37"/>
                      <a:pt x="1831" y="37"/>
                      <a:pt x="17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4" name="Google Shape;1264;p48"/>
              <p:cNvSpPr/>
              <p:nvPr/>
            </p:nvSpPr>
            <p:spPr>
              <a:xfrm>
                <a:off x="6028430" y="3825365"/>
                <a:ext cx="452686" cy="316917"/>
              </a:xfrm>
              <a:custGeom>
                <a:avLst/>
                <a:gdLst/>
                <a:ahLst/>
                <a:cxnLst/>
                <a:rect l="l" t="t" r="r" b="b"/>
                <a:pathLst>
                  <a:path w="4848" h="3394" extrusionOk="0">
                    <a:moveTo>
                      <a:pt x="3720" y="1"/>
                    </a:moveTo>
                    <a:cubicBezTo>
                      <a:pt x="3266" y="367"/>
                      <a:pt x="2717" y="579"/>
                      <a:pt x="2131" y="704"/>
                    </a:cubicBezTo>
                    <a:cubicBezTo>
                      <a:pt x="2226" y="975"/>
                      <a:pt x="2314" y="1216"/>
                      <a:pt x="2409" y="1399"/>
                    </a:cubicBezTo>
                    <a:cubicBezTo>
                      <a:pt x="2409" y="1399"/>
                      <a:pt x="0" y="2805"/>
                      <a:pt x="117" y="3267"/>
                    </a:cubicBezTo>
                    <a:cubicBezTo>
                      <a:pt x="136" y="3357"/>
                      <a:pt x="265" y="3393"/>
                      <a:pt x="458" y="3393"/>
                    </a:cubicBezTo>
                    <a:cubicBezTo>
                      <a:pt x="1240" y="3393"/>
                      <a:pt x="3083" y="2805"/>
                      <a:pt x="3083" y="2805"/>
                    </a:cubicBezTo>
                    <a:cubicBezTo>
                      <a:pt x="3083" y="2805"/>
                      <a:pt x="3094" y="2806"/>
                      <a:pt x="3113" y="2806"/>
                    </a:cubicBezTo>
                    <a:cubicBezTo>
                      <a:pt x="3350" y="2806"/>
                      <a:pt x="4847" y="2756"/>
                      <a:pt x="4057" y="1465"/>
                    </a:cubicBezTo>
                    <a:cubicBezTo>
                      <a:pt x="4057" y="1465"/>
                      <a:pt x="3932" y="887"/>
                      <a:pt x="37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5" name="Google Shape;1265;p48"/>
              <p:cNvSpPr/>
              <p:nvPr/>
            </p:nvSpPr>
            <p:spPr>
              <a:xfrm>
                <a:off x="6022267" y="3819296"/>
                <a:ext cx="419164" cy="328216"/>
              </a:xfrm>
              <a:custGeom>
                <a:avLst/>
                <a:gdLst/>
                <a:ahLst/>
                <a:cxnLst/>
                <a:rect l="l" t="t" r="r" b="b"/>
                <a:pathLst>
                  <a:path w="4489" h="3515" extrusionOk="0">
                    <a:moveTo>
                      <a:pt x="3757" y="154"/>
                    </a:moveTo>
                    <a:lnTo>
                      <a:pt x="4064" y="1560"/>
                    </a:lnTo>
                    <a:lnTo>
                      <a:pt x="4093" y="1560"/>
                    </a:lnTo>
                    <a:cubicBezTo>
                      <a:pt x="4306" y="1926"/>
                      <a:pt x="4364" y="2233"/>
                      <a:pt x="4247" y="2446"/>
                    </a:cubicBezTo>
                    <a:cubicBezTo>
                      <a:pt x="4030" y="2790"/>
                      <a:pt x="3380" y="2812"/>
                      <a:pt x="3216" y="2812"/>
                    </a:cubicBezTo>
                    <a:cubicBezTo>
                      <a:pt x="3192" y="2812"/>
                      <a:pt x="3178" y="2812"/>
                      <a:pt x="3178" y="2812"/>
                    </a:cubicBezTo>
                    <a:lnTo>
                      <a:pt x="3149" y="2812"/>
                    </a:lnTo>
                    <a:cubicBezTo>
                      <a:pt x="2573" y="2993"/>
                      <a:pt x="1131" y="3399"/>
                      <a:pt x="514" y="3399"/>
                    </a:cubicBezTo>
                    <a:cubicBezTo>
                      <a:pt x="409" y="3399"/>
                      <a:pt x="327" y="3388"/>
                      <a:pt x="278" y="3361"/>
                    </a:cubicBezTo>
                    <a:lnTo>
                      <a:pt x="249" y="3332"/>
                    </a:lnTo>
                    <a:cubicBezTo>
                      <a:pt x="154" y="3024"/>
                      <a:pt x="1589" y="2080"/>
                      <a:pt x="2504" y="1530"/>
                    </a:cubicBezTo>
                    <a:cubicBezTo>
                      <a:pt x="2534" y="1530"/>
                      <a:pt x="2534" y="1501"/>
                      <a:pt x="2534" y="1464"/>
                    </a:cubicBezTo>
                    <a:cubicBezTo>
                      <a:pt x="2446" y="1252"/>
                      <a:pt x="2380" y="1040"/>
                      <a:pt x="2292" y="798"/>
                    </a:cubicBezTo>
                    <a:cubicBezTo>
                      <a:pt x="2871" y="674"/>
                      <a:pt x="3361" y="461"/>
                      <a:pt x="3757" y="154"/>
                    </a:cubicBezTo>
                    <a:close/>
                    <a:moveTo>
                      <a:pt x="3757" y="0"/>
                    </a:moveTo>
                    <a:cubicBezTo>
                      <a:pt x="3332" y="337"/>
                      <a:pt x="2812" y="586"/>
                      <a:pt x="2197" y="703"/>
                    </a:cubicBezTo>
                    <a:cubicBezTo>
                      <a:pt x="2168" y="703"/>
                      <a:pt x="2168" y="703"/>
                      <a:pt x="2138" y="732"/>
                    </a:cubicBezTo>
                    <a:lnTo>
                      <a:pt x="2138" y="769"/>
                    </a:lnTo>
                    <a:cubicBezTo>
                      <a:pt x="2233" y="1040"/>
                      <a:pt x="2321" y="1252"/>
                      <a:pt x="2380" y="1464"/>
                    </a:cubicBezTo>
                    <a:cubicBezTo>
                      <a:pt x="1897" y="1743"/>
                      <a:pt x="0" y="2870"/>
                      <a:pt x="125" y="3332"/>
                    </a:cubicBezTo>
                    <a:cubicBezTo>
                      <a:pt x="125" y="3390"/>
                      <a:pt x="154" y="3420"/>
                      <a:pt x="220" y="3449"/>
                    </a:cubicBezTo>
                    <a:cubicBezTo>
                      <a:pt x="278" y="3515"/>
                      <a:pt x="403" y="3515"/>
                      <a:pt x="520" y="3515"/>
                    </a:cubicBezTo>
                    <a:cubicBezTo>
                      <a:pt x="1282" y="3515"/>
                      <a:pt x="2900" y="2995"/>
                      <a:pt x="3178" y="2929"/>
                    </a:cubicBezTo>
                    <a:cubicBezTo>
                      <a:pt x="3266" y="2929"/>
                      <a:pt x="4064" y="2929"/>
                      <a:pt x="4335" y="2504"/>
                    </a:cubicBezTo>
                    <a:cubicBezTo>
                      <a:pt x="4489" y="2263"/>
                      <a:pt x="4430" y="1926"/>
                      <a:pt x="4181" y="1530"/>
                    </a:cubicBezTo>
                    <a:lnTo>
                      <a:pt x="3844" y="37"/>
                    </a:lnTo>
                    <a:cubicBezTo>
                      <a:pt x="3844" y="37"/>
                      <a:pt x="3844" y="0"/>
                      <a:pt x="3815"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6" name="Google Shape;1266;p48"/>
              <p:cNvSpPr/>
              <p:nvPr/>
            </p:nvSpPr>
            <p:spPr>
              <a:xfrm>
                <a:off x="6036554" y="4027805"/>
                <a:ext cx="402169" cy="122229"/>
              </a:xfrm>
              <a:custGeom>
                <a:avLst/>
                <a:gdLst/>
                <a:ahLst/>
                <a:cxnLst/>
                <a:rect l="l" t="t" r="r" b="b"/>
                <a:pathLst>
                  <a:path w="4307" h="1309" extrusionOk="0">
                    <a:moveTo>
                      <a:pt x="4277" y="0"/>
                    </a:moveTo>
                    <a:cubicBezTo>
                      <a:pt x="3508" y="366"/>
                      <a:pt x="2015" y="974"/>
                      <a:pt x="1" y="1033"/>
                    </a:cubicBezTo>
                    <a:cubicBezTo>
                      <a:pt x="1" y="1187"/>
                      <a:pt x="30" y="1282"/>
                      <a:pt x="30" y="1282"/>
                    </a:cubicBezTo>
                    <a:cubicBezTo>
                      <a:pt x="30" y="1282"/>
                      <a:pt x="81" y="1308"/>
                      <a:pt x="280" y="1308"/>
                    </a:cubicBezTo>
                    <a:cubicBezTo>
                      <a:pt x="548" y="1308"/>
                      <a:pt x="1087" y="1260"/>
                      <a:pt x="2139" y="1033"/>
                    </a:cubicBezTo>
                    <a:cubicBezTo>
                      <a:pt x="3757" y="667"/>
                      <a:pt x="4306" y="301"/>
                      <a:pt x="4306" y="301"/>
                    </a:cubicBezTo>
                    <a:cubicBezTo>
                      <a:pt x="4306" y="213"/>
                      <a:pt x="4277" y="88"/>
                      <a:pt x="427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7" name="Google Shape;1267;p48"/>
              <p:cNvSpPr/>
              <p:nvPr/>
            </p:nvSpPr>
            <p:spPr>
              <a:xfrm>
                <a:off x="6031138" y="4021642"/>
                <a:ext cx="413094" cy="134088"/>
              </a:xfrm>
              <a:custGeom>
                <a:avLst/>
                <a:gdLst/>
                <a:ahLst/>
                <a:cxnLst/>
                <a:rect l="l" t="t" r="r" b="b"/>
                <a:pathLst>
                  <a:path w="4424" h="1436" extrusionOk="0">
                    <a:moveTo>
                      <a:pt x="4269" y="154"/>
                    </a:moveTo>
                    <a:cubicBezTo>
                      <a:pt x="4269" y="213"/>
                      <a:pt x="4299" y="279"/>
                      <a:pt x="4299" y="337"/>
                    </a:cubicBezTo>
                    <a:cubicBezTo>
                      <a:pt x="4152" y="432"/>
                      <a:pt x="3566" y="703"/>
                      <a:pt x="2168" y="1040"/>
                    </a:cubicBezTo>
                    <a:cubicBezTo>
                      <a:pt x="1204" y="1258"/>
                      <a:pt x="682" y="1307"/>
                      <a:pt x="409" y="1307"/>
                    </a:cubicBezTo>
                    <a:cubicBezTo>
                      <a:pt x="260" y="1307"/>
                      <a:pt x="185" y="1292"/>
                      <a:pt x="154" y="1282"/>
                    </a:cubicBezTo>
                    <a:cubicBezTo>
                      <a:pt x="154" y="1253"/>
                      <a:pt x="125" y="1223"/>
                      <a:pt x="125" y="1165"/>
                    </a:cubicBezTo>
                    <a:cubicBezTo>
                      <a:pt x="2073" y="1099"/>
                      <a:pt x="3537" y="520"/>
                      <a:pt x="4269" y="154"/>
                    </a:cubicBezTo>
                    <a:close/>
                    <a:moveTo>
                      <a:pt x="4299" y="0"/>
                    </a:moveTo>
                    <a:cubicBezTo>
                      <a:pt x="3566" y="367"/>
                      <a:pt x="2102" y="982"/>
                      <a:pt x="59" y="1040"/>
                    </a:cubicBezTo>
                    <a:cubicBezTo>
                      <a:pt x="30" y="1040"/>
                      <a:pt x="0" y="1070"/>
                      <a:pt x="0" y="1099"/>
                    </a:cubicBezTo>
                    <a:cubicBezTo>
                      <a:pt x="0" y="1253"/>
                      <a:pt x="30" y="1348"/>
                      <a:pt x="30" y="1348"/>
                    </a:cubicBezTo>
                    <a:cubicBezTo>
                      <a:pt x="30" y="1377"/>
                      <a:pt x="59" y="1377"/>
                      <a:pt x="59" y="1377"/>
                    </a:cubicBezTo>
                    <a:cubicBezTo>
                      <a:pt x="59" y="1406"/>
                      <a:pt x="154" y="1436"/>
                      <a:pt x="396" y="1436"/>
                    </a:cubicBezTo>
                    <a:cubicBezTo>
                      <a:pt x="703" y="1436"/>
                      <a:pt x="1223" y="1377"/>
                      <a:pt x="2197" y="1165"/>
                    </a:cubicBezTo>
                    <a:cubicBezTo>
                      <a:pt x="3815" y="799"/>
                      <a:pt x="4364" y="462"/>
                      <a:pt x="4394" y="432"/>
                    </a:cubicBezTo>
                    <a:cubicBezTo>
                      <a:pt x="4394" y="432"/>
                      <a:pt x="4423" y="396"/>
                      <a:pt x="4423" y="367"/>
                    </a:cubicBezTo>
                    <a:cubicBezTo>
                      <a:pt x="4423" y="279"/>
                      <a:pt x="4394" y="154"/>
                      <a:pt x="4394" y="30"/>
                    </a:cubicBezTo>
                    <a:lnTo>
                      <a:pt x="4364"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8" name="Google Shape;1268;p48"/>
              <p:cNvSpPr/>
              <p:nvPr/>
            </p:nvSpPr>
            <p:spPr>
              <a:xfrm>
                <a:off x="6176058" y="3979249"/>
                <a:ext cx="128672" cy="125217"/>
              </a:xfrm>
              <a:custGeom>
                <a:avLst/>
                <a:gdLst/>
                <a:ahLst/>
                <a:cxnLst/>
                <a:rect l="l" t="t" r="r" b="b"/>
                <a:pathLst>
                  <a:path w="1378" h="1341" extrusionOk="0">
                    <a:moveTo>
                      <a:pt x="403" y="0"/>
                    </a:moveTo>
                    <a:lnTo>
                      <a:pt x="1" y="271"/>
                    </a:lnTo>
                    <a:cubicBezTo>
                      <a:pt x="1" y="271"/>
                      <a:pt x="645" y="821"/>
                      <a:pt x="799" y="1340"/>
                    </a:cubicBezTo>
                    <a:lnTo>
                      <a:pt x="1377" y="1187"/>
                    </a:lnTo>
                    <a:cubicBezTo>
                      <a:pt x="1377" y="1187"/>
                      <a:pt x="887" y="271"/>
                      <a:pt x="403"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69" name="Google Shape;1269;p48"/>
              <p:cNvSpPr/>
              <p:nvPr/>
            </p:nvSpPr>
            <p:spPr>
              <a:xfrm>
                <a:off x="6170642" y="3973087"/>
                <a:ext cx="142305" cy="136889"/>
              </a:xfrm>
              <a:custGeom>
                <a:avLst/>
                <a:gdLst/>
                <a:ahLst/>
                <a:cxnLst/>
                <a:rect l="l" t="t" r="r" b="b"/>
                <a:pathLst>
                  <a:path w="1524" h="1466" extrusionOk="0">
                    <a:moveTo>
                      <a:pt x="461" y="154"/>
                    </a:moveTo>
                    <a:cubicBezTo>
                      <a:pt x="828" y="367"/>
                      <a:pt x="1223" y="1011"/>
                      <a:pt x="1340" y="1223"/>
                    </a:cubicBezTo>
                    <a:lnTo>
                      <a:pt x="886" y="1348"/>
                    </a:lnTo>
                    <a:cubicBezTo>
                      <a:pt x="732" y="887"/>
                      <a:pt x="337" y="491"/>
                      <a:pt x="154" y="337"/>
                    </a:cubicBezTo>
                    <a:lnTo>
                      <a:pt x="461" y="154"/>
                    </a:lnTo>
                    <a:close/>
                    <a:moveTo>
                      <a:pt x="491" y="1"/>
                    </a:moveTo>
                    <a:cubicBezTo>
                      <a:pt x="461" y="1"/>
                      <a:pt x="425" y="1"/>
                      <a:pt x="425" y="37"/>
                    </a:cubicBezTo>
                    <a:lnTo>
                      <a:pt x="29" y="279"/>
                    </a:lnTo>
                    <a:cubicBezTo>
                      <a:pt x="29" y="279"/>
                      <a:pt x="0" y="308"/>
                      <a:pt x="0" y="337"/>
                    </a:cubicBezTo>
                    <a:cubicBezTo>
                      <a:pt x="0" y="337"/>
                      <a:pt x="0" y="367"/>
                      <a:pt x="29" y="367"/>
                    </a:cubicBezTo>
                    <a:cubicBezTo>
                      <a:pt x="29" y="367"/>
                      <a:pt x="644" y="916"/>
                      <a:pt x="791" y="1436"/>
                    </a:cubicBezTo>
                    <a:cubicBezTo>
                      <a:pt x="791" y="1465"/>
                      <a:pt x="828" y="1465"/>
                      <a:pt x="857" y="1465"/>
                    </a:cubicBezTo>
                    <a:lnTo>
                      <a:pt x="886" y="1465"/>
                    </a:lnTo>
                    <a:lnTo>
                      <a:pt x="1465" y="1319"/>
                    </a:lnTo>
                    <a:cubicBezTo>
                      <a:pt x="1494" y="1319"/>
                      <a:pt x="1494" y="1282"/>
                      <a:pt x="1494" y="1282"/>
                    </a:cubicBezTo>
                    <a:cubicBezTo>
                      <a:pt x="1523" y="1253"/>
                      <a:pt x="1494" y="1253"/>
                      <a:pt x="1494" y="1223"/>
                    </a:cubicBezTo>
                    <a:cubicBezTo>
                      <a:pt x="1465" y="1194"/>
                      <a:pt x="974" y="308"/>
                      <a:pt x="491"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0" name="Google Shape;1270;p48"/>
              <p:cNvSpPr/>
              <p:nvPr/>
            </p:nvSpPr>
            <p:spPr>
              <a:xfrm>
                <a:off x="6107706" y="4027805"/>
                <a:ext cx="106075" cy="99258"/>
              </a:xfrm>
              <a:custGeom>
                <a:avLst/>
                <a:gdLst/>
                <a:ahLst/>
                <a:cxnLst/>
                <a:rect l="l" t="t" r="r" b="b"/>
                <a:pathLst>
                  <a:path w="1136" h="1063" extrusionOk="0">
                    <a:moveTo>
                      <a:pt x="367" y="0"/>
                    </a:moveTo>
                    <a:lnTo>
                      <a:pt x="0" y="242"/>
                    </a:lnTo>
                    <a:cubicBezTo>
                      <a:pt x="0" y="242"/>
                      <a:pt x="367" y="513"/>
                      <a:pt x="520" y="1062"/>
                    </a:cubicBezTo>
                    <a:lnTo>
                      <a:pt x="1135" y="916"/>
                    </a:lnTo>
                    <a:cubicBezTo>
                      <a:pt x="1135" y="916"/>
                      <a:pt x="857" y="271"/>
                      <a:pt x="36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1" name="Google Shape;1271;p48"/>
              <p:cNvSpPr/>
              <p:nvPr/>
            </p:nvSpPr>
            <p:spPr>
              <a:xfrm>
                <a:off x="6102197" y="4021642"/>
                <a:ext cx="117000" cy="111491"/>
              </a:xfrm>
              <a:custGeom>
                <a:avLst/>
                <a:gdLst/>
                <a:ahLst/>
                <a:cxnLst/>
                <a:rect l="l" t="t" r="r" b="b"/>
                <a:pathLst>
                  <a:path w="1253" h="1194" extrusionOk="0">
                    <a:moveTo>
                      <a:pt x="426" y="125"/>
                    </a:moveTo>
                    <a:cubicBezTo>
                      <a:pt x="762" y="337"/>
                      <a:pt x="1011" y="762"/>
                      <a:pt x="1099" y="916"/>
                    </a:cubicBezTo>
                    <a:lnTo>
                      <a:pt x="645" y="1040"/>
                    </a:lnTo>
                    <a:cubicBezTo>
                      <a:pt x="491" y="674"/>
                      <a:pt x="279" y="432"/>
                      <a:pt x="155" y="308"/>
                    </a:cubicBezTo>
                    <a:lnTo>
                      <a:pt x="426" y="125"/>
                    </a:lnTo>
                    <a:close/>
                    <a:moveTo>
                      <a:pt x="367" y="0"/>
                    </a:moveTo>
                    <a:lnTo>
                      <a:pt x="30" y="249"/>
                    </a:lnTo>
                    <a:cubicBezTo>
                      <a:pt x="30" y="279"/>
                      <a:pt x="1" y="279"/>
                      <a:pt x="1" y="308"/>
                    </a:cubicBezTo>
                    <a:cubicBezTo>
                      <a:pt x="1" y="337"/>
                      <a:pt x="1" y="337"/>
                      <a:pt x="30" y="367"/>
                    </a:cubicBezTo>
                    <a:cubicBezTo>
                      <a:pt x="30" y="367"/>
                      <a:pt x="367" y="645"/>
                      <a:pt x="521" y="1128"/>
                    </a:cubicBezTo>
                    <a:cubicBezTo>
                      <a:pt x="550" y="1165"/>
                      <a:pt x="550" y="1194"/>
                      <a:pt x="579" y="1194"/>
                    </a:cubicBezTo>
                    <a:lnTo>
                      <a:pt x="609" y="1194"/>
                    </a:lnTo>
                    <a:lnTo>
                      <a:pt x="1194" y="1011"/>
                    </a:lnTo>
                    <a:cubicBezTo>
                      <a:pt x="1224" y="1011"/>
                      <a:pt x="1224" y="1011"/>
                      <a:pt x="1224" y="982"/>
                    </a:cubicBezTo>
                    <a:cubicBezTo>
                      <a:pt x="1253" y="982"/>
                      <a:pt x="1253" y="945"/>
                      <a:pt x="1224" y="945"/>
                    </a:cubicBezTo>
                    <a:cubicBezTo>
                      <a:pt x="1224" y="916"/>
                      <a:pt x="945" y="279"/>
                      <a:pt x="46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2" name="Google Shape;1272;p48"/>
              <p:cNvSpPr/>
              <p:nvPr/>
            </p:nvSpPr>
            <p:spPr>
              <a:xfrm>
                <a:off x="5885471" y="3545796"/>
                <a:ext cx="205240" cy="153883"/>
              </a:xfrm>
              <a:custGeom>
                <a:avLst/>
                <a:gdLst/>
                <a:ahLst/>
                <a:cxnLst/>
                <a:rect l="l" t="t" r="r" b="b"/>
                <a:pathLst>
                  <a:path w="2198" h="1648" extrusionOk="0">
                    <a:moveTo>
                      <a:pt x="367" y="0"/>
                    </a:moveTo>
                    <a:cubicBezTo>
                      <a:pt x="220" y="403"/>
                      <a:pt x="96" y="798"/>
                      <a:pt x="1" y="1135"/>
                    </a:cubicBezTo>
                    <a:cubicBezTo>
                      <a:pt x="491" y="1406"/>
                      <a:pt x="1040" y="1618"/>
                      <a:pt x="1648" y="1648"/>
                    </a:cubicBezTo>
                    <a:cubicBezTo>
                      <a:pt x="1802" y="1281"/>
                      <a:pt x="1985" y="886"/>
                      <a:pt x="2197" y="432"/>
                    </a:cubicBezTo>
                    <a:cubicBezTo>
                      <a:pt x="1590" y="308"/>
                      <a:pt x="982" y="154"/>
                      <a:pt x="3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3" name="Google Shape;1273;p48"/>
              <p:cNvSpPr/>
              <p:nvPr/>
            </p:nvSpPr>
            <p:spPr>
              <a:xfrm>
                <a:off x="5877254" y="3540287"/>
                <a:ext cx="219620" cy="165555"/>
              </a:xfrm>
              <a:custGeom>
                <a:avLst/>
                <a:gdLst/>
                <a:ahLst/>
                <a:cxnLst/>
                <a:rect l="l" t="t" r="r" b="b"/>
                <a:pathLst>
                  <a:path w="2352" h="1773" extrusionOk="0">
                    <a:moveTo>
                      <a:pt x="491" y="154"/>
                    </a:moveTo>
                    <a:cubicBezTo>
                      <a:pt x="1004" y="279"/>
                      <a:pt x="1590" y="425"/>
                      <a:pt x="2198" y="550"/>
                    </a:cubicBezTo>
                    <a:lnTo>
                      <a:pt x="1707" y="1648"/>
                    </a:lnTo>
                    <a:cubicBezTo>
                      <a:pt x="1187" y="1619"/>
                      <a:pt x="674" y="1436"/>
                      <a:pt x="155" y="1157"/>
                    </a:cubicBezTo>
                    <a:cubicBezTo>
                      <a:pt x="242" y="857"/>
                      <a:pt x="367" y="491"/>
                      <a:pt x="491" y="154"/>
                    </a:cubicBezTo>
                    <a:close/>
                    <a:moveTo>
                      <a:pt x="455" y="0"/>
                    </a:moveTo>
                    <a:cubicBezTo>
                      <a:pt x="425" y="0"/>
                      <a:pt x="396" y="30"/>
                      <a:pt x="396" y="59"/>
                    </a:cubicBezTo>
                    <a:cubicBezTo>
                      <a:pt x="242" y="462"/>
                      <a:pt x="125" y="828"/>
                      <a:pt x="30" y="1157"/>
                    </a:cubicBezTo>
                    <a:cubicBezTo>
                      <a:pt x="1" y="1194"/>
                      <a:pt x="30" y="1223"/>
                      <a:pt x="59" y="1223"/>
                    </a:cubicBezTo>
                    <a:cubicBezTo>
                      <a:pt x="609" y="1560"/>
                      <a:pt x="1158" y="1743"/>
                      <a:pt x="1736" y="1773"/>
                    </a:cubicBezTo>
                    <a:cubicBezTo>
                      <a:pt x="1773" y="1773"/>
                      <a:pt x="1773" y="1773"/>
                      <a:pt x="1802" y="1743"/>
                    </a:cubicBezTo>
                    <a:lnTo>
                      <a:pt x="2351" y="520"/>
                    </a:lnTo>
                    <a:lnTo>
                      <a:pt x="2351" y="462"/>
                    </a:lnTo>
                    <a:cubicBezTo>
                      <a:pt x="2322" y="462"/>
                      <a:pt x="2322" y="462"/>
                      <a:pt x="2285" y="425"/>
                    </a:cubicBezTo>
                    <a:cubicBezTo>
                      <a:pt x="1648" y="308"/>
                      <a:pt x="1041" y="154"/>
                      <a:pt x="45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4" name="Google Shape;1274;p48"/>
              <p:cNvSpPr/>
              <p:nvPr/>
            </p:nvSpPr>
            <p:spPr>
              <a:xfrm>
                <a:off x="5560708" y="3651778"/>
                <a:ext cx="478737" cy="273217"/>
              </a:xfrm>
              <a:custGeom>
                <a:avLst/>
                <a:gdLst/>
                <a:ahLst/>
                <a:cxnLst/>
                <a:rect l="l" t="t" r="r" b="b"/>
                <a:pathLst>
                  <a:path w="5127" h="2926" extrusionOk="0">
                    <a:moveTo>
                      <a:pt x="3479" y="0"/>
                    </a:moveTo>
                    <a:cubicBezTo>
                      <a:pt x="3332" y="366"/>
                      <a:pt x="3237" y="696"/>
                      <a:pt x="3149" y="1003"/>
                    </a:cubicBezTo>
                    <a:cubicBezTo>
                      <a:pt x="3149" y="1003"/>
                      <a:pt x="2116" y="865"/>
                      <a:pt x="1274" y="865"/>
                    </a:cubicBezTo>
                    <a:cubicBezTo>
                      <a:pt x="745" y="865"/>
                      <a:pt x="291" y="920"/>
                      <a:pt x="220" y="1098"/>
                    </a:cubicBezTo>
                    <a:cubicBezTo>
                      <a:pt x="0" y="1523"/>
                      <a:pt x="2871" y="2526"/>
                      <a:pt x="2871" y="2526"/>
                    </a:cubicBezTo>
                    <a:cubicBezTo>
                      <a:pt x="2871" y="2526"/>
                      <a:pt x="3353" y="2926"/>
                      <a:pt x="3784" y="2926"/>
                    </a:cubicBezTo>
                    <a:cubicBezTo>
                      <a:pt x="4088" y="2926"/>
                      <a:pt x="4367" y="2726"/>
                      <a:pt x="4431" y="2043"/>
                    </a:cubicBezTo>
                    <a:cubicBezTo>
                      <a:pt x="4431" y="2043"/>
                      <a:pt x="4731" y="1428"/>
                      <a:pt x="5126" y="513"/>
                    </a:cubicBezTo>
                    <a:cubicBezTo>
                      <a:pt x="4518" y="483"/>
                      <a:pt x="3969" y="271"/>
                      <a:pt x="34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5" name="Google Shape;1275;p48"/>
              <p:cNvSpPr/>
              <p:nvPr/>
            </p:nvSpPr>
            <p:spPr>
              <a:xfrm>
                <a:off x="5572287" y="3645616"/>
                <a:ext cx="473322" cy="285170"/>
              </a:xfrm>
              <a:custGeom>
                <a:avLst/>
                <a:gdLst/>
                <a:ahLst/>
                <a:cxnLst/>
                <a:rect l="l" t="t" r="r" b="b"/>
                <a:pathLst>
                  <a:path w="5069" h="3054" extrusionOk="0">
                    <a:moveTo>
                      <a:pt x="3391" y="154"/>
                    </a:moveTo>
                    <a:cubicBezTo>
                      <a:pt x="3875" y="432"/>
                      <a:pt x="4394" y="579"/>
                      <a:pt x="4914" y="645"/>
                    </a:cubicBezTo>
                    <a:lnTo>
                      <a:pt x="4241" y="2080"/>
                    </a:lnTo>
                    <a:lnTo>
                      <a:pt x="4241" y="2109"/>
                    </a:lnTo>
                    <a:cubicBezTo>
                      <a:pt x="4211" y="2534"/>
                      <a:pt x="4058" y="2812"/>
                      <a:pt x="3845" y="2900"/>
                    </a:cubicBezTo>
                    <a:cubicBezTo>
                      <a:pt x="3791" y="2920"/>
                      <a:pt x="3732" y="2928"/>
                      <a:pt x="3672" y="2928"/>
                    </a:cubicBezTo>
                    <a:cubicBezTo>
                      <a:pt x="3265" y="2928"/>
                      <a:pt x="2776" y="2534"/>
                      <a:pt x="2776" y="2534"/>
                    </a:cubicBezTo>
                    <a:lnTo>
                      <a:pt x="2747" y="2534"/>
                    </a:lnTo>
                    <a:cubicBezTo>
                      <a:pt x="2073" y="2292"/>
                      <a:pt x="309" y="1589"/>
                      <a:pt x="155" y="1223"/>
                    </a:cubicBezTo>
                    <a:cubicBezTo>
                      <a:pt x="125" y="1194"/>
                      <a:pt x="125" y="1194"/>
                      <a:pt x="155" y="1164"/>
                    </a:cubicBezTo>
                    <a:cubicBezTo>
                      <a:pt x="213" y="1035"/>
                      <a:pt x="615" y="986"/>
                      <a:pt x="1133" y="986"/>
                    </a:cubicBezTo>
                    <a:cubicBezTo>
                      <a:pt x="1726" y="986"/>
                      <a:pt x="2470" y="1050"/>
                      <a:pt x="3025" y="1128"/>
                    </a:cubicBezTo>
                    <a:cubicBezTo>
                      <a:pt x="3054" y="1128"/>
                      <a:pt x="3084" y="1098"/>
                      <a:pt x="3084" y="1069"/>
                    </a:cubicBezTo>
                    <a:cubicBezTo>
                      <a:pt x="3142" y="828"/>
                      <a:pt x="3267" y="520"/>
                      <a:pt x="3391" y="154"/>
                    </a:cubicBezTo>
                    <a:close/>
                    <a:moveTo>
                      <a:pt x="3325" y="0"/>
                    </a:moveTo>
                    <a:cubicBezTo>
                      <a:pt x="3296" y="0"/>
                      <a:pt x="3296" y="0"/>
                      <a:pt x="3296" y="29"/>
                    </a:cubicBezTo>
                    <a:cubicBezTo>
                      <a:pt x="3172" y="432"/>
                      <a:pt x="3054" y="732"/>
                      <a:pt x="2989" y="1011"/>
                    </a:cubicBezTo>
                    <a:cubicBezTo>
                      <a:pt x="2674" y="959"/>
                      <a:pt x="1883" y="873"/>
                      <a:pt x="1196" y="873"/>
                    </a:cubicBezTo>
                    <a:cubicBezTo>
                      <a:pt x="618" y="873"/>
                      <a:pt x="114" y="934"/>
                      <a:pt x="30" y="1128"/>
                    </a:cubicBezTo>
                    <a:cubicBezTo>
                      <a:pt x="1" y="1164"/>
                      <a:pt x="1" y="1223"/>
                      <a:pt x="30" y="1282"/>
                    </a:cubicBezTo>
                    <a:cubicBezTo>
                      <a:pt x="243" y="1743"/>
                      <a:pt x="2410" y="2534"/>
                      <a:pt x="2718" y="2629"/>
                    </a:cubicBezTo>
                    <a:cubicBezTo>
                      <a:pt x="2776" y="2687"/>
                      <a:pt x="3237" y="3054"/>
                      <a:pt x="3662" y="3054"/>
                    </a:cubicBezTo>
                    <a:cubicBezTo>
                      <a:pt x="3721" y="3054"/>
                      <a:pt x="3816" y="3024"/>
                      <a:pt x="3904" y="2995"/>
                    </a:cubicBezTo>
                    <a:cubicBezTo>
                      <a:pt x="4153" y="2900"/>
                      <a:pt x="4336" y="2592"/>
                      <a:pt x="4365" y="2138"/>
                    </a:cubicBezTo>
                    <a:lnTo>
                      <a:pt x="5068" y="615"/>
                    </a:lnTo>
                    <a:lnTo>
                      <a:pt x="5068" y="549"/>
                    </a:lnTo>
                    <a:cubicBezTo>
                      <a:pt x="5039" y="549"/>
                      <a:pt x="5039" y="520"/>
                      <a:pt x="5002" y="520"/>
                    </a:cubicBezTo>
                    <a:cubicBezTo>
                      <a:pt x="4453" y="491"/>
                      <a:pt x="3904" y="308"/>
                      <a:pt x="339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6" name="Google Shape;1276;p48"/>
              <p:cNvSpPr/>
              <p:nvPr/>
            </p:nvSpPr>
            <p:spPr>
              <a:xfrm>
                <a:off x="5572287" y="3748143"/>
                <a:ext cx="385082" cy="188152"/>
              </a:xfrm>
              <a:custGeom>
                <a:avLst/>
                <a:gdLst/>
                <a:ahLst/>
                <a:cxnLst/>
                <a:rect l="l" t="t" r="r" b="b"/>
                <a:pathLst>
                  <a:path w="4124" h="2015" extrusionOk="0">
                    <a:moveTo>
                      <a:pt x="96" y="0"/>
                    </a:moveTo>
                    <a:cubicBezTo>
                      <a:pt x="1" y="96"/>
                      <a:pt x="1" y="184"/>
                      <a:pt x="1" y="184"/>
                    </a:cubicBezTo>
                    <a:cubicBezTo>
                      <a:pt x="1" y="184"/>
                      <a:pt x="96" y="491"/>
                      <a:pt x="1802" y="1253"/>
                    </a:cubicBezTo>
                    <a:cubicBezTo>
                      <a:pt x="3296" y="1956"/>
                      <a:pt x="3970" y="2014"/>
                      <a:pt x="3970" y="2014"/>
                    </a:cubicBezTo>
                    <a:cubicBezTo>
                      <a:pt x="4028" y="1926"/>
                      <a:pt x="4087" y="1831"/>
                      <a:pt x="4123" y="1743"/>
                    </a:cubicBezTo>
                    <a:cubicBezTo>
                      <a:pt x="3267" y="1589"/>
                      <a:pt x="1744" y="1165"/>
                      <a:pt x="96"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7" name="Google Shape;1277;p48"/>
              <p:cNvSpPr/>
              <p:nvPr/>
            </p:nvSpPr>
            <p:spPr>
              <a:xfrm>
                <a:off x="5564163" y="3742634"/>
                <a:ext cx="398714" cy="199824"/>
              </a:xfrm>
              <a:custGeom>
                <a:avLst/>
                <a:gdLst/>
                <a:ahLst/>
                <a:cxnLst/>
                <a:rect l="l" t="t" r="r" b="b"/>
                <a:pathLst>
                  <a:path w="4270" h="2140" extrusionOk="0">
                    <a:moveTo>
                      <a:pt x="212" y="155"/>
                    </a:moveTo>
                    <a:cubicBezTo>
                      <a:pt x="1794" y="1253"/>
                      <a:pt x="3324" y="1678"/>
                      <a:pt x="4115" y="1832"/>
                    </a:cubicBezTo>
                    <a:cubicBezTo>
                      <a:pt x="4086" y="1890"/>
                      <a:pt x="4057" y="1956"/>
                      <a:pt x="4027" y="2015"/>
                    </a:cubicBezTo>
                    <a:cubicBezTo>
                      <a:pt x="3874" y="1985"/>
                      <a:pt x="3200" y="1861"/>
                      <a:pt x="1919" y="1282"/>
                    </a:cubicBezTo>
                    <a:cubicBezTo>
                      <a:pt x="483" y="638"/>
                      <a:pt x="183" y="308"/>
                      <a:pt x="147" y="243"/>
                    </a:cubicBezTo>
                    <a:cubicBezTo>
                      <a:pt x="147" y="213"/>
                      <a:pt x="183" y="184"/>
                      <a:pt x="212" y="155"/>
                    </a:cubicBezTo>
                    <a:close/>
                    <a:moveTo>
                      <a:pt x="212" y="1"/>
                    </a:moveTo>
                    <a:cubicBezTo>
                      <a:pt x="212" y="1"/>
                      <a:pt x="147" y="1"/>
                      <a:pt x="147" y="30"/>
                    </a:cubicBezTo>
                    <a:cubicBezTo>
                      <a:pt x="59" y="125"/>
                      <a:pt x="29" y="213"/>
                      <a:pt x="29" y="243"/>
                    </a:cubicBezTo>
                    <a:cubicBezTo>
                      <a:pt x="0" y="243"/>
                      <a:pt x="0" y="243"/>
                      <a:pt x="29" y="272"/>
                    </a:cubicBezTo>
                    <a:cubicBezTo>
                      <a:pt x="29" y="308"/>
                      <a:pt x="183" y="638"/>
                      <a:pt x="1860" y="1370"/>
                    </a:cubicBezTo>
                    <a:cubicBezTo>
                      <a:pt x="3354" y="2073"/>
                      <a:pt x="3991" y="2139"/>
                      <a:pt x="4027" y="2139"/>
                    </a:cubicBezTo>
                    <a:lnTo>
                      <a:pt x="4057" y="2139"/>
                    </a:lnTo>
                    <a:cubicBezTo>
                      <a:pt x="4057" y="2139"/>
                      <a:pt x="4086" y="2139"/>
                      <a:pt x="4086" y="2102"/>
                    </a:cubicBezTo>
                    <a:cubicBezTo>
                      <a:pt x="4145" y="2015"/>
                      <a:pt x="4210" y="1919"/>
                      <a:pt x="4269" y="1832"/>
                    </a:cubicBezTo>
                    <a:lnTo>
                      <a:pt x="4269" y="1773"/>
                    </a:lnTo>
                    <a:cubicBezTo>
                      <a:pt x="4269" y="1736"/>
                      <a:pt x="4240" y="1736"/>
                      <a:pt x="4240" y="1736"/>
                    </a:cubicBezTo>
                    <a:cubicBezTo>
                      <a:pt x="3442" y="1590"/>
                      <a:pt x="1889" y="1187"/>
                      <a:pt x="212"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8" name="Google Shape;1278;p48"/>
              <p:cNvSpPr/>
              <p:nvPr/>
            </p:nvSpPr>
            <p:spPr>
              <a:xfrm>
                <a:off x="5763055" y="3737218"/>
                <a:ext cx="65737" cy="145013"/>
              </a:xfrm>
              <a:custGeom>
                <a:avLst/>
                <a:gdLst/>
                <a:ahLst/>
                <a:cxnLst/>
                <a:rect l="l" t="t" r="r" b="b"/>
                <a:pathLst>
                  <a:path w="704" h="1553" extrusionOk="0">
                    <a:moveTo>
                      <a:pt x="30" y="0"/>
                    </a:moveTo>
                    <a:cubicBezTo>
                      <a:pt x="30" y="0"/>
                      <a:pt x="184" y="791"/>
                      <a:pt x="1" y="1311"/>
                    </a:cubicBezTo>
                    <a:lnTo>
                      <a:pt x="579" y="1553"/>
                    </a:lnTo>
                    <a:cubicBezTo>
                      <a:pt x="579" y="1553"/>
                      <a:pt x="704" y="513"/>
                      <a:pt x="49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79" name="Google Shape;1279;p48"/>
              <p:cNvSpPr/>
              <p:nvPr/>
            </p:nvSpPr>
            <p:spPr>
              <a:xfrm>
                <a:off x="5757639" y="3731055"/>
                <a:ext cx="76661" cy="156685"/>
              </a:xfrm>
              <a:custGeom>
                <a:avLst/>
                <a:gdLst/>
                <a:ahLst/>
                <a:cxnLst/>
                <a:rect l="l" t="t" r="r" b="b"/>
                <a:pathLst>
                  <a:path w="821" h="1678" extrusionOk="0">
                    <a:moveTo>
                      <a:pt x="520" y="125"/>
                    </a:moveTo>
                    <a:cubicBezTo>
                      <a:pt x="674" y="550"/>
                      <a:pt x="608" y="1282"/>
                      <a:pt x="579" y="1531"/>
                    </a:cubicBezTo>
                    <a:lnTo>
                      <a:pt x="154" y="1348"/>
                    </a:lnTo>
                    <a:cubicBezTo>
                      <a:pt x="271" y="916"/>
                      <a:pt x="213" y="337"/>
                      <a:pt x="154" y="125"/>
                    </a:cubicBezTo>
                    <a:close/>
                    <a:moveTo>
                      <a:pt x="59" y="0"/>
                    </a:moveTo>
                    <a:cubicBezTo>
                      <a:pt x="30" y="30"/>
                      <a:pt x="30" y="30"/>
                      <a:pt x="30" y="66"/>
                    </a:cubicBezTo>
                    <a:cubicBezTo>
                      <a:pt x="30" y="66"/>
                      <a:pt x="183" y="857"/>
                      <a:pt x="0" y="1377"/>
                    </a:cubicBezTo>
                    <a:cubicBezTo>
                      <a:pt x="0" y="1406"/>
                      <a:pt x="0" y="1436"/>
                      <a:pt x="30" y="1436"/>
                    </a:cubicBezTo>
                    <a:lnTo>
                      <a:pt x="608" y="1677"/>
                    </a:lnTo>
                    <a:lnTo>
                      <a:pt x="674" y="1677"/>
                    </a:lnTo>
                    <a:cubicBezTo>
                      <a:pt x="674" y="1648"/>
                      <a:pt x="703" y="1648"/>
                      <a:pt x="703" y="1619"/>
                    </a:cubicBezTo>
                    <a:cubicBezTo>
                      <a:pt x="703" y="1589"/>
                      <a:pt x="820" y="579"/>
                      <a:pt x="608" y="66"/>
                    </a:cubicBezTo>
                    <a:cubicBezTo>
                      <a:pt x="608" y="30"/>
                      <a:pt x="579" y="0"/>
                      <a:pt x="55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0" name="Google Shape;1280;p48"/>
              <p:cNvSpPr/>
              <p:nvPr/>
            </p:nvSpPr>
            <p:spPr>
              <a:xfrm>
                <a:off x="5674907" y="3731055"/>
                <a:ext cx="68444" cy="111491"/>
              </a:xfrm>
              <a:custGeom>
                <a:avLst/>
                <a:gdLst/>
                <a:ahLst/>
                <a:cxnLst/>
                <a:rect l="l" t="t" r="r" b="b"/>
                <a:pathLst>
                  <a:path w="733" h="1194" extrusionOk="0">
                    <a:moveTo>
                      <a:pt x="96" y="0"/>
                    </a:moveTo>
                    <a:cubicBezTo>
                      <a:pt x="96" y="0"/>
                      <a:pt x="213" y="432"/>
                      <a:pt x="0" y="982"/>
                    </a:cubicBezTo>
                    <a:lnTo>
                      <a:pt x="579" y="1194"/>
                    </a:lnTo>
                    <a:cubicBezTo>
                      <a:pt x="579" y="1194"/>
                      <a:pt x="733" y="520"/>
                      <a:pt x="52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1" name="Google Shape;1281;p48"/>
              <p:cNvSpPr/>
              <p:nvPr/>
            </p:nvSpPr>
            <p:spPr>
              <a:xfrm>
                <a:off x="5669398" y="3725546"/>
                <a:ext cx="79463" cy="122509"/>
              </a:xfrm>
              <a:custGeom>
                <a:avLst/>
                <a:gdLst/>
                <a:ahLst/>
                <a:cxnLst/>
                <a:rect l="l" t="t" r="r" b="b"/>
                <a:pathLst>
                  <a:path w="851" h="1312" extrusionOk="0">
                    <a:moveTo>
                      <a:pt x="550" y="125"/>
                    </a:moveTo>
                    <a:cubicBezTo>
                      <a:pt x="704" y="521"/>
                      <a:pt x="638" y="1004"/>
                      <a:pt x="579" y="1158"/>
                    </a:cubicBezTo>
                    <a:lnTo>
                      <a:pt x="155" y="975"/>
                    </a:lnTo>
                    <a:cubicBezTo>
                      <a:pt x="272" y="609"/>
                      <a:pt x="242" y="272"/>
                      <a:pt x="213" y="125"/>
                    </a:cubicBezTo>
                    <a:close/>
                    <a:moveTo>
                      <a:pt x="155" y="1"/>
                    </a:moveTo>
                    <a:cubicBezTo>
                      <a:pt x="118" y="1"/>
                      <a:pt x="118" y="1"/>
                      <a:pt x="89" y="30"/>
                    </a:cubicBezTo>
                    <a:lnTo>
                      <a:pt x="89" y="89"/>
                    </a:lnTo>
                    <a:cubicBezTo>
                      <a:pt x="89" y="89"/>
                      <a:pt x="213" y="491"/>
                      <a:pt x="30" y="1004"/>
                    </a:cubicBezTo>
                    <a:cubicBezTo>
                      <a:pt x="1" y="1041"/>
                      <a:pt x="30" y="1070"/>
                      <a:pt x="59" y="1070"/>
                    </a:cubicBezTo>
                    <a:lnTo>
                      <a:pt x="609" y="1312"/>
                    </a:lnTo>
                    <a:lnTo>
                      <a:pt x="667" y="1312"/>
                    </a:lnTo>
                    <a:lnTo>
                      <a:pt x="704" y="1282"/>
                    </a:lnTo>
                    <a:cubicBezTo>
                      <a:pt x="704" y="1253"/>
                      <a:pt x="850" y="579"/>
                      <a:pt x="638" y="59"/>
                    </a:cubicBezTo>
                    <a:cubicBezTo>
                      <a:pt x="638" y="30"/>
                      <a:pt x="609" y="30"/>
                      <a:pt x="579"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2" name="Google Shape;1282;p48"/>
              <p:cNvSpPr/>
              <p:nvPr/>
            </p:nvSpPr>
            <p:spPr>
              <a:xfrm>
                <a:off x="5820574" y="2198748"/>
                <a:ext cx="1219114" cy="1640612"/>
              </a:xfrm>
              <a:custGeom>
                <a:avLst/>
                <a:gdLst/>
                <a:ahLst/>
                <a:cxnLst/>
                <a:rect l="l" t="t" r="r" b="b"/>
                <a:pathLst>
                  <a:path w="13056" h="17570" extrusionOk="0">
                    <a:moveTo>
                      <a:pt x="10032" y="1"/>
                    </a:moveTo>
                    <a:cubicBezTo>
                      <a:pt x="9636" y="1063"/>
                      <a:pt x="9819" y="2776"/>
                      <a:pt x="9819" y="2776"/>
                    </a:cubicBezTo>
                    <a:cubicBezTo>
                      <a:pt x="8538" y="2776"/>
                      <a:pt x="6436" y="2930"/>
                      <a:pt x="6436" y="2930"/>
                    </a:cubicBezTo>
                    <a:cubicBezTo>
                      <a:pt x="6371" y="2315"/>
                      <a:pt x="6619" y="272"/>
                      <a:pt x="6619" y="272"/>
                    </a:cubicBezTo>
                    <a:lnTo>
                      <a:pt x="6619" y="272"/>
                    </a:lnTo>
                    <a:lnTo>
                      <a:pt x="6158" y="367"/>
                    </a:lnTo>
                    <a:cubicBezTo>
                      <a:pt x="5309" y="3904"/>
                      <a:pt x="5792" y="7565"/>
                      <a:pt x="5792" y="7565"/>
                    </a:cubicBezTo>
                    <a:lnTo>
                      <a:pt x="4789" y="7902"/>
                    </a:lnTo>
                    <a:cubicBezTo>
                      <a:pt x="2314" y="8480"/>
                      <a:pt x="2255" y="10618"/>
                      <a:pt x="2255" y="10618"/>
                    </a:cubicBezTo>
                    <a:cubicBezTo>
                      <a:pt x="2255" y="10618"/>
                      <a:pt x="0" y="13972"/>
                      <a:pt x="549" y="14792"/>
                    </a:cubicBezTo>
                    <a:cubicBezTo>
                      <a:pt x="1128" y="15620"/>
                      <a:pt x="2380" y="15927"/>
                      <a:pt x="2380" y="15927"/>
                    </a:cubicBezTo>
                    <a:lnTo>
                      <a:pt x="2621" y="17355"/>
                    </a:lnTo>
                    <a:cubicBezTo>
                      <a:pt x="3106" y="17508"/>
                      <a:pt x="3574" y="17570"/>
                      <a:pt x="4013" y="17570"/>
                    </a:cubicBezTo>
                    <a:cubicBezTo>
                      <a:pt x="5780" y="17570"/>
                      <a:pt x="7068" y="16563"/>
                      <a:pt x="7044" y="16440"/>
                    </a:cubicBezTo>
                    <a:cubicBezTo>
                      <a:pt x="6986" y="16293"/>
                      <a:pt x="6371" y="13635"/>
                      <a:pt x="6371" y="13635"/>
                    </a:cubicBezTo>
                    <a:cubicBezTo>
                      <a:pt x="6371" y="13635"/>
                      <a:pt x="11467" y="12017"/>
                      <a:pt x="12265" y="10465"/>
                    </a:cubicBezTo>
                    <a:cubicBezTo>
                      <a:pt x="13056" y="8905"/>
                      <a:pt x="12016" y="7353"/>
                      <a:pt x="12016" y="7353"/>
                    </a:cubicBezTo>
                    <a:lnTo>
                      <a:pt x="11591" y="4358"/>
                    </a:lnTo>
                    <a:cubicBezTo>
                      <a:pt x="10859" y="4175"/>
                      <a:pt x="10493" y="3142"/>
                      <a:pt x="10493" y="3142"/>
                    </a:cubicBezTo>
                    <a:cubicBezTo>
                      <a:pt x="10281" y="1583"/>
                      <a:pt x="10581" y="60"/>
                      <a:pt x="10581" y="60"/>
                    </a:cubicBezTo>
                    <a:cubicBezTo>
                      <a:pt x="10339" y="1"/>
                      <a:pt x="10032" y="1"/>
                      <a:pt x="100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3" name="Google Shape;1283;p48"/>
              <p:cNvSpPr/>
              <p:nvPr/>
            </p:nvSpPr>
            <p:spPr>
              <a:xfrm>
                <a:off x="5814412" y="2192679"/>
                <a:ext cx="1228078" cy="1652657"/>
              </a:xfrm>
              <a:custGeom>
                <a:avLst/>
                <a:gdLst/>
                <a:ahLst/>
                <a:cxnLst/>
                <a:rect l="l" t="t" r="r" b="b"/>
                <a:pathLst>
                  <a:path w="13152" h="17699" extrusionOk="0">
                    <a:moveTo>
                      <a:pt x="10134" y="125"/>
                    </a:moveTo>
                    <a:cubicBezTo>
                      <a:pt x="10222" y="125"/>
                      <a:pt x="10405" y="125"/>
                      <a:pt x="10559" y="154"/>
                    </a:cubicBezTo>
                    <a:cubicBezTo>
                      <a:pt x="10530" y="461"/>
                      <a:pt x="10317" y="1831"/>
                      <a:pt x="10500" y="3207"/>
                    </a:cubicBezTo>
                    <a:lnTo>
                      <a:pt x="10500" y="3237"/>
                    </a:lnTo>
                    <a:cubicBezTo>
                      <a:pt x="10530" y="3266"/>
                      <a:pt x="10896" y="4240"/>
                      <a:pt x="11599" y="4459"/>
                    </a:cubicBezTo>
                    <a:lnTo>
                      <a:pt x="12024" y="7418"/>
                    </a:lnTo>
                    <a:lnTo>
                      <a:pt x="12024" y="7447"/>
                    </a:lnTo>
                    <a:cubicBezTo>
                      <a:pt x="12053" y="7476"/>
                      <a:pt x="13063" y="8999"/>
                      <a:pt x="12265" y="10500"/>
                    </a:cubicBezTo>
                    <a:cubicBezTo>
                      <a:pt x="11504" y="12023"/>
                      <a:pt x="6502" y="13642"/>
                      <a:pt x="6437" y="13642"/>
                    </a:cubicBezTo>
                    <a:cubicBezTo>
                      <a:pt x="6407" y="13671"/>
                      <a:pt x="6378" y="13700"/>
                      <a:pt x="6407" y="13730"/>
                    </a:cubicBezTo>
                    <a:cubicBezTo>
                      <a:pt x="6407" y="13825"/>
                      <a:pt x="6986" y="16263"/>
                      <a:pt x="7052" y="16505"/>
                    </a:cubicBezTo>
                    <a:cubicBezTo>
                      <a:pt x="6952" y="16681"/>
                      <a:pt x="5735" y="17578"/>
                      <a:pt x="4059" y="17578"/>
                    </a:cubicBezTo>
                    <a:cubicBezTo>
                      <a:pt x="3646" y="17578"/>
                      <a:pt x="3205" y="17524"/>
                      <a:pt x="2746" y="17391"/>
                    </a:cubicBezTo>
                    <a:lnTo>
                      <a:pt x="2504" y="15992"/>
                    </a:lnTo>
                    <a:cubicBezTo>
                      <a:pt x="2504" y="15956"/>
                      <a:pt x="2504" y="15956"/>
                      <a:pt x="2475" y="15926"/>
                    </a:cubicBezTo>
                    <a:cubicBezTo>
                      <a:pt x="2446" y="15926"/>
                      <a:pt x="1223" y="15626"/>
                      <a:pt x="674" y="14828"/>
                    </a:cubicBezTo>
                    <a:cubicBezTo>
                      <a:pt x="212" y="14162"/>
                      <a:pt x="1743" y="11628"/>
                      <a:pt x="2380" y="10713"/>
                    </a:cubicBezTo>
                    <a:lnTo>
                      <a:pt x="2380" y="10683"/>
                    </a:lnTo>
                    <a:cubicBezTo>
                      <a:pt x="2380" y="10647"/>
                      <a:pt x="2475" y="8604"/>
                      <a:pt x="4884" y="8025"/>
                    </a:cubicBezTo>
                    <a:lnTo>
                      <a:pt x="5887" y="7659"/>
                    </a:lnTo>
                    <a:cubicBezTo>
                      <a:pt x="5924" y="7659"/>
                      <a:pt x="5924" y="7630"/>
                      <a:pt x="5924" y="7601"/>
                    </a:cubicBezTo>
                    <a:cubicBezTo>
                      <a:pt x="5924" y="7571"/>
                      <a:pt x="5433" y="3940"/>
                      <a:pt x="6253" y="461"/>
                    </a:cubicBezTo>
                    <a:lnTo>
                      <a:pt x="6620" y="395"/>
                    </a:lnTo>
                    <a:lnTo>
                      <a:pt x="6620" y="395"/>
                    </a:lnTo>
                    <a:cubicBezTo>
                      <a:pt x="6561" y="798"/>
                      <a:pt x="6378" y="2475"/>
                      <a:pt x="6437" y="2995"/>
                    </a:cubicBezTo>
                    <a:cubicBezTo>
                      <a:pt x="6437" y="3054"/>
                      <a:pt x="6473" y="3054"/>
                      <a:pt x="6502" y="3054"/>
                    </a:cubicBezTo>
                    <a:cubicBezTo>
                      <a:pt x="6532" y="3054"/>
                      <a:pt x="8633" y="2900"/>
                      <a:pt x="9885" y="2900"/>
                    </a:cubicBezTo>
                    <a:lnTo>
                      <a:pt x="9915" y="2900"/>
                    </a:lnTo>
                    <a:cubicBezTo>
                      <a:pt x="9915" y="2870"/>
                      <a:pt x="9951" y="2870"/>
                      <a:pt x="9951" y="2841"/>
                    </a:cubicBezTo>
                    <a:cubicBezTo>
                      <a:pt x="9951" y="2841"/>
                      <a:pt x="9798" y="1194"/>
                      <a:pt x="10134" y="125"/>
                    </a:cubicBezTo>
                    <a:close/>
                    <a:moveTo>
                      <a:pt x="10098" y="0"/>
                    </a:moveTo>
                    <a:cubicBezTo>
                      <a:pt x="10068" y="0"/>
                      <a:pt x="10039" y="0"/>
                      <a:pt x="10039" y="29"/>
                    </a:cubicBezTo>
                    <a:cubicBezTo>
                      <a:pt x="9702" y="1011"/>
                      <a:pt x="9798" y="2446"/>
                      <a:pt x="9798" y="2775"/>
                    </a:cubicBezTo>
                    <a:cubicBezTo>
                      <a:pt x="8670" y="2775"/>
                      <a:pt x="6898" y="2900"/>
                      <a:pt x="6561" y="2929"/>
                    </a:cubicBezTo>
                    <a:cubicBezTo>
                      <a:pt x="6532" y="2292"/>
                      <a:pt x="6744" y="337"/>
                      <a:pt x="6744" y="337"/>
                    </a:cubicBezTo>
                    <a:cubicBezTo>
                      <a:pt x="6744" y="308"/>
                      <a:pt x="6744" y="308"/>
                      <a:pt x="6715" y="278"/>
                    </a:cubicBezTo>
                    <a:cubicBezTo>
                      <a:pt x="6715" y="278"/>
                      <a:pt x="6702" y="265"/>
                      <a:pt x="6693" y="265"/>
                    </a:cubicBezTo>
                    <a:cubicBezTo>
                      <a:pt x="6689" y="265"/>
                      <a:pt x="6685" y="269"/>
                      <a:pt x="6685" y="278"/>
                    </a:cubicBezTo>
                    <a:lnTo>
                      <a:pt x="6195" y="366"/>
                    </a:lnTo>
                    <a:cubicBezTo>
                      <a:pt x="6166" y="366"/>
                      <a:pt x="6166" y="366"/>
                      <a:pt x="6166" y="395"/>
                    </a:cubicBezTo>
                    <a:cubicBezTo>
                      <a:pt x="5375" y="3691"/>
                      <a:pt x="5741" y="7110"/>
                      <a:pt x="5799" y="7571"/>
                    </a:cubicBezTo>
                    <a:lnTo>
                      <a:pt x="4855" y="7901"/>
                    </a:lnTo>
                    <a:cubicBezTo>
                      <a:pt x="2475" y="8487"/>
                      <a:pt x="2292" y="10434"/>
                      <a:pt x="2263" y="10647"/>
                    </a:cubicBezTo>
                    <a:cubicBezTo>
                      <a:pt x="2080" y="10925"/>
                      <a:pt x="0" y="14066"/>
                      <a:pt x="579" y="14894"/>
                    </a:cubicBezTo>
                    <a:cubicBezTo>
                      <a:pt x="1098" y="15655"/>
                      <a:pt x="2168" y="15992"/>
                      <a:pt x="2409" y="16051"/>
                    </a:cubicBezTo>
                    <a:lnTo>
                      <a:pt x="2629" y="17457"/>
                    </a:lnTo>
                    <a:cubicBezTo>
                      <a:pt x="2629" y="17457"/>
                      <a:pt x="2658" y="17486"/>
                      <a:pt x="2687" y="17486"/>
                    </a:cubicBezTo>
                    <a:cubicBezTo>
                      <a:pt x="3178" y="17640"/>
                      <a:pt x="3632" y="17698"/>
                      <a:pt x="4057" y="17698"/>
                    </a:cubicBezTo>
                    <a:cubicBezTo>
                      <a:pt x="5616" y="17698"/>
                      <a:pt x="6773" y="16937"/>
                      <a:pt x="7052" y="16688"/>
                    </a:cubicBezTo>
                    <a:cubicBezTo>
                      <a:pt x="7139" y="16600"/>
                      <a:pt x="7169" y="16541"/>
                      <a:pt x="7169" y="16475"/>
                    </a:cubicBezTo>
                    <a:cubicBezTo>
                      <a:pt x="7110" y="16358"/>
                      <a:pt x="6620" y="14125"/>
                      <a:pt x="6532" y="13759"/>
                    </a:cubicBezTo>
                    <a:cubicBezTo>
                      <a:pt x="7110" y="13546"/>
                      <a:pt x="11599" y="12053"/>
                      <a:pt x="12390" y="10559"/>
                    </a:cubicBezTo>
                    <a:cubicBezTo>
                      <a:pt x="13151" y="9065"/>
                      <a:pt x="12236" y="7535"/>
                      <a:pt x="12148" y="7388"/>
                    </a:cubicBezTo>
                    <a:lnTo>
                      <a:pt x="11716" y="4394"/>
                    </a:lnTo>
                    <a:cubicBezTo>
                      <a:pt x="11687" y="4394"/>
                      <a:pt x="11687" y="4364"/>
                      <a:pt x="11657" y="4364"/>
                    </a:cubicBezTo>
                    <a:cubicBezTo>
                      <a:pt x="11013" y="4181"/>
                      <a:pt x="10647" y="3266"/>
                      <a:pt x="10618" y="3207"/>
                    </a:cubicBezTo>
                    <a:cubicBezTo>
                      <a:pt x="10405" y="1648"/>
                      <a:pt x="10684" y="154"/>
                      <a:pt x="10713" y="125"/>
                    </a:cubicBezTo>
                    <a:cubicBezTo>
                      <a:pt x="10713" y="95"/>
                      <a:pt x="10713" y="95"/>
                      <a:pt x="10684" y="66"/>
                    </a:cubicBezTo>
                    <a:lnTo>
                      <a:pt x="10647" y="66"/>
                    </a:lnTo>
                    <a:cubicBezTo>
                      <a:pt x="10435" y="0"/>
                      <a:pt x="10098" y="0"/>
                      <a:pt x="1009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4" name="Google Shape;1284;p48"/>
              <p:cNvSpPr/>
              <p:nvPr/>
            </p:nvSpPr>
            <p:spPr>
              <a:xfrm>
                <a:off x="6589714" y="2902339"/>
                <a:ext cx="396007" cy="108129"/>
              </a:xfrm>
              <a:custGeom>
                <a:avLst/>
                <a:gdLst/>
                <a:ahLst/>
                <a:cxnLst/>
                <a:rect l="l" t="t" r="r" b="b"/>
                <a:pathLst>
                  <a:path w="4241" h="1158" extrusionOk="0">
                    <a:moveTo>
                      <a:pt x="1" y="1"/>
                    </a:moveTo>
                    <a:cubicBezTo>
                      <a:pt x="1" y="1"/>
                      <a:pt x="2132" y="1158"/>
                      <a:pt x="3018" y="1158"/>
                    </a:cubicBezTo>
                    <a:cubicBezTo>
                      <a:pt x="3904" y="1158"/>
                      <a:pt x="4240" y="733"/>
                      <a:pt x="4240" y="733"/>
                    </a:cubicBezTo>
                    <a:lnTo>
                      <a:pt x="1"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5" name="Google Shape;1285;p48"/>
              <p:cNvSpPr/>
              <p:nvPr/>
            </p:nvSpPr>
            <p:spPr>
              <a:xfrm>
                <a:off x="6580843" y="2895056"/>
                <a:ext cx="410293" cy="120922"/>
              </a:xfrm>
              <a:custGeom>
                <a:avLst/>
                <a:gdLst/>
                <a:ahLst/>
                <a:cxnLst/>
                <a:rect l="l" t="t" r="r" b="b"/>
                <a:pathLst>
                  <a:path w="4394" h="1295" extrusionOk="0">
                    <a:moveTo>
                      <a:pt x="462" y="196"/>
                    </a:moveTo>
                    <a:lnTo>
                      <a:pt x="4211" y="870"/>
                    </a:lnTo>
                    <a:cubicBezTo>
                      <a:pt x="4057" y="965"/>
                      <a:pt x="3720" y="1177"/>
                      <a:pt x="3113" y="1177"/>
                    </a:cubicBezTo>
                    <a:cubicBezTo>
                      <a:pt x="2476" y="1177"/>
                      <a:pt x="1128" y="533"/>
                      <a:pt x="462" y="196"/>
                    </a:cubicBezTo>
                    <a:close/>
                    <a:moveTo>
                      <a:pt x="67" y="1"/>
                    </a:moveTo>
                    <a:cubicBezTo>
                      <a:pt x="45" y="1"/>
                      <a:pt x="30" y="23"/>
                      <a:pt x="30" y="49"/>
                    </a:cubicBezTo>
                    <a:cubicBezTo>
                      <a:pt x="1" y="79"/>
                      <a:pt x="30" y="108"/>
                      <a:pt x="59" y="108"/>
                    </a:cubicBezTo>
                    <a:cubicBezTo>
                      <a:pt x="154" y="167"/>
                      <a:pt x="2227" y="1294"/>
                      <a:pt x="3113" y="1294"/>
                    </a:cubicBezTo>
                    <a:cubicBezTo>
                      <a:pt x="4028" y="1294"/>
                      <a:pt x="4365" y="870"/>
                      <a:pt x="4394" y="870"/>
                    </a:cubicBezTo>
                    <a:lnTo>
                      <a:pt x="4394" y="811"/>
                    </a:lnTo>
                    <a:cubicBezTo>
                      <a:pt x="4394" y="782"/>
                      <a:pt x="4365" y="745"/>
                      <a:pt x="4335" y="745"/>
                    </a:cubicBezTo>
                    <a:lnTo>
                      <a:pt x="96" y="13"/>
                    </a:lnTo>
                    <a:cubicBezTo>
                      <a:pt x="85" y="4"/>
                      <a:pt x="75" y="1"/>
                      <a:pt x="6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6" name="Google Shape;1286;p48"/>
              <p:cNvSpPr/>
              <p:nvPr/>
            </p:nvSpPr>
            <p:spPr>
              <a:xfrm>
                <a:off x="6384660" y="3244190"/>
                <a:ext cx="173679" cy="253795"/>
              </a:xfrm>
              <a:custGeom>
                <a:avLst/>
                <a:gdLst/>
                <a:ahLst/>
                <a:cxnLst/>
                <a:rect l="l" t="t" r="r" b="b"/>
                <a:pathLst>
                  <a:path w="1860" h="2718" extrusionOk="0">
                    <a:moveTo>
                      <a:pt x="1860" y="1"/>
                    </a:moveTo>
                    <a:cubicBezTo>
                      <a:pt x="1860" y="1"/>
                      <a:pt x="791" y="792"/>
                      <a:pt x="0" y="1004"/>
                    </a:cubicBezTo>
                    <a:lnTo>
                      <a:pt x="395" y="2717"/>
                    </a:lnTo>
                    <a:lnTo>
                      <a:pt x="1860"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7" name="Google Shape;1287;p48"/>
              <p:cNvSpPr/>
              <p:nvPr/>
            </p:nvSpPr>
            <p:spPr>
              <a:xfrm>
                <a:off x="6002378" y="3190219"/>
                <a:ext cx="40432" cy="495825"/>
              </a:xfrm>
              <a:custGeom>
                <a:avLst/>
                <a:gdLst/>
                <a:ahLst/>
                <a:cxnLst/>
                <a:rect l="l" t="t" r="r" b="b"/>
                <a:pathLst>
                  <a:path w="432" h="5310" extrusionOk="0">
                    <a:moveTo>
                      <a:pt x="308" y="0"/>
                    </a:moveTo>
                    <a:cubicBezTo>
                      <a:pt x="308" y="1"/>
                      <a:pt x="1" y="2344"/>
                      <a:pt x="433" y="5309"/>
                    </a:cubicBezTo>
                    <a:lnTo>
                      <a:pt x="3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8" name="Google Shape;1288;p48"/>
              <p:cNvSpPr/>
              <p:nvPr/>
            </p:nvSpPr>
            <p:spPr>
              <a:xfrm>
                <a:off x="5999670" y="3184056"/>
                <a:ext cx="48649" cy="507404"/>
              </a:xfrm>
              <a:custGeom>
                <a:avLst/>
                <a:gdLst/>
                <a:ahLst/>
                <a:cxnLst/>
                <a:rect l="l" t="t" r="r" b="b"/>
                <a:pathLst>
                  <a:path w="521" h="5434" extrusionOk="0">
                    <a:moveTo>
                      <a:pt x="367" y="1"/>
                    </a:moveTo>
                    <a:cubicBezTo>
                      <a:pt x="337" y="1"/>
                      <a:pt x="279" y="1"/>
                      <a:pt x="279" y="30"/>
                    </a:cubicBezTo>
                    <a:cubicBezTo>
                      <a:pt x="279" y="66"/>
                      <a:pt x="0" y="2446"/>
                      <a:pt x="396" y="5404"/>
                    </a:cubicBezTo>
                    <a:cubicBezTo>
                      <a:pt x="396" y="5434"/>
                      <a:pt x="425" y="5434"/>
                      <a:pt x="462" y="5434"/>
                    </a:cubicBezTo>
                    <a:lnTo>
                      <a:pt x="491" y="5434"/>
                    </a:lnTo>
                    <a:cubicBezTo>
                      <a:pt x="520" y="5434"/>
                      <a:pt x="520" y="5404"/>
                      <a:pt x="520" y="5375"/>
                    </a:cubicBezTo>
                    <a:cubicBezTo>
                      <a:pt x="125" y="2446"/>
                      <a:pt x="396" y="96"/>
                      <a:pt x="396" y="66"/>
                    </a:cubicBezTo>
                    <a:cubicBezTo>
                      <a:pt x="396" y="30"/>
                      <a:pt x="396" y="1"/>
                      <a:pt x="36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89" name="Google Shape;1289;p48"/>
              <p:cNvSpPr/>
              <p:nvPr/>
            </p:nvSpPr>
            <p:spPr>
              <a:xfrm>
                <a:off x="5936734" y="3246992"/>
                <a:ext cx="128672" cy="156591"/>
              </a:xfrm>
              <a:custGeom>
                <a:avLst/>
                <a:gdLst/>
                <a:ahLst/>
                <a:cxnLst/>
                <a:rect l="l" t="t" r="r" b="b"/>
                <a:pathLst>
                  <a:path w="1378" h="1676" extrusionOk="0">
                    <a:moveTo>
                      <a:pt x="1136" y="0"/>
                    </a:moveTo>
                    <a:lnTo>
                      <a:pt x="1" y="271"/>
                    </a:lnTo>
                    <a:lnTo>
                      <a:pt x="279" y="1677"/>
                    </a:lnTo>
                    <a:cubicBezTo>
                      <a:pt x="645" y="1553"/>
                      <a:pt x="1011" y="1435"/>
                      <a:pt x="1377" y="1282"/>
                    </a:cubicBezTo>
                    <a:lnTo>
                      <a:pt x="1136"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0" name="Google Shape;1290;p48"/>
              <p:cNvSpPr/>
              <p:nvPr/>
            </p:nvSpPr>
            <p:spPr>
              <a:xfrm>
                <a:off x="5931319" y="3241483"/>
                <a:ext cx="139597" cy="167609"/>
              </a:xfrm>
              <a:custGeom>
                <a:avLst/>
                <a:gdLst/>
                <a:ahLst/>
                <a:cxnLst/>
                <a:rect l="l" t="t" r="r" b="b"/>
                <a:pathLst>
                  <a:path w="1495" h="1794" extrusionOk="0">
                    <a:moveTo>
                      <a:pt x="1128" y="147"/>
                    </a:moveTo>
                    <a:lnTo>
                      <a:pt x="1377" y="1311"/>
                    </a:lnTo>
                    <a:cubicBezTo>
                      <a:pt x="1069" y="1428"/>
                      <a:pt x="732" y="1553"/>
                      <a:pt x="366" y="1648"/>
                    </a:cubicBezTo>
                    <a:lnTo>
                      <a:pt x="125" y="367"/>
                    </a:lnTo>
                    <a:lnTo>
                      <a:pt x="1128" y="147"/>
                    </a:lnTo>
                    <a:close/>
                    <a:moveTo>
                      <a:pt x="1157" y="1"/>
                    </a:moveTo>
                    <a:lnTo>
                      <a:pt x="30" y="272"/>
                    </a:lnTo>
                    <a:cubicBezTo>
                      <a:pt x="0" y="272"/>
                      <a:pt x="0" y="301"/>
                      <a:pt x="0" y="330"/>
                    </a:cubicBezTo>
                    <a:lnTo>
                      <a:pt x="278" y="1736"/>
                    </a:lnTo>
                    <a:cubicBezTo>
                      <a:pt x="278" y="1765"/>
                      <a:pt x="278" y="1765"/>
                      <a:pt x="308" y="1795"/>
                    </a:cubicBezTo>
                    <a:lnTo>
                      <a:pt x="337" y="1795"/>
                    </a:lnTo>
                    <a:cubicBezTo>
                      <a:pt x="762" y="1677"/>
                      <a:pt x="1128" y="1524"/>
                      <a:pt x="1465" y="1399"/>
                    </a:cubicBezTo>
                    <a:cubicBezTo>
                      <a:pt x="1494" y="1370"/>
                      <a:pt x="1494" y="1341"/>
                      <a:pt x="1494" y="1311"/>
                    </a:cubicBezTo>
                    <a:lnTo>
                      <a:pt x="1252" y="59"/>
                    </a:lnTo>
                    <a:cubicBezTo>
                      <a:pt x="1252" y="30"/>
                      <a:pt x="1223" y="30"/>
                      <a:pt x="1223" y="30"/>
                    </a:cubicBezTo>
                    <a:cubicBezTo>
                      <a:pt x="1223" y="1"/>
                      <a:pt x="1194" y="1"/>
                      <a:pt x="115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1" name="Google Shape;1291;p48"/>
              <p:cNvSpPr/>
              <p:nvPr/>
            </p:nvSpPr>
            <p:spPr>
              <a:xfrm>
                <a:off x="5962786" y="3366607"/>
                <a:ext cx="244831" cy="787811"/>
              </a:xfrm>
              <a:custGeom>
                <a:avLst/>
                <a:gdLst/>
                <a:ahLst/>
                <a:cxnLst/>
                <a:rect l="l" t="t" r="r" b="b"/>
                <a:pathLst>
                  <a:path w="2622" h="8437" extrusionOk="0">
                    <a:moveTo>
                      <a:pt x="1098" y="1"/>
                    </a:moveTo>
                    <a:cubicBezTo>
                      <a:pt x="732" y="154"/>
                      <a:pt x="366" y="272"/>
                      <a:pt x="0" y="396"/>
                    </a:cubicBezTo>
                    <a:lnTo>
                      <a:pt x="1523" y="8297"/>
                    </a:lnTo>
                    <a:cubicBezTo>
                      <a:pt x="1676" y="8397"/>
                      <a:pt x="1815" y="8437"/>
                      <a:pt x="1938" y="8437"/>
                    </a:cubicBezTo>
                    <a:cubicBezTo>
                      <a:pt x="2380" y="8437"/>
                      <a:pt x="2622" y="7931"/>
                      <a:pt x="2622" y="7931"/>
                    </a:cubicBezTo>
                    <a:lnTo>
                      <a:pt x="10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2" name="Google Shape;1292;p48"/>
              <p:cNvSpPr/>
              <p:nvPr/>
            </p:nvSpPr>
            <p:spPr>
              <a:xfrm>
                <a:off x="5957277" y="3361191"/>
                <a:ext cx="256503" cy="800043"/>
              </a:xfrm>
              <a:custGeom>
                <a:avLst/>
                <a:gdLst/>
                <a:ahLst/>
                <a:cxnLst/>
                <a:rect l="l" t="t" r="r" b="b"/>
                <a:pathLst>
                  <a:path w="2747" h="8568" extrusionOk="0">
                    <a:moveTo>
                      <a:pt x="1099" y="146"/>
                    </a:moveTo>
                    <a:lnTo>
                      <a:pt x="2622" y="7989"/>
                    </a:lnTo>
                    <a:cubicBezTo>
                      <a:pt x="2593" y="8055"/>
                      <a:pt x="2410" y="8355"/>
                      <a:pt x="2131" y="8421"/>
                    </a:cubicBezTo>
                    <a:cubicBezTo>
                      <a:pt x="2093" y="8428"/>
                      <a:pt x="2054" y="8432"/>
                      <a:pt x="2013" y="8432"/>
                    </a:cubicBezTo>
                    <a:cubicBezTo>
                      <a:pt x="1890" y="8432"/>
                      <a:pt x="1758" y="8397"/>
                      <a:pt x="1648" y="8326"/>
                    </a:cubicBezTo>
                    <a:lnTo>
                      <a:pt x="118" y="483"/>
                    </a:lnTo>
                    <a:cubicBezTo>
                      <a:pt x="484" y="395"/>
                      <a:pt x="791" y="271"/>
                      <a:pt x="1099" y="146"/>
                    </a:cubicBezTo>
                    <a:close/>
                    <a:moveTo>
                      <a:pt x="1128" y="0"/>
                    </a:moveTo>
                    <a:cubicBezTo>
                      <a:pt x="791" y="146"/>
                      <a:pt x="425" y="271"/>
                      <a:pt x="30" y="395"/>
                    </a:cubicBezTo>
                    <a:cubicBezTo>
                      <a:pt x="0" y="395"/>
                      <a:pt x="0" y="425"/>
                      <a:pt x="0" y="454"/>
                    </a:cubicBezTo>
                    <a:lnTo>
                      <a:pt x="1524" y="8355"/>
                    </a:lnTo>
                    <a:cubicBezTo>
                      <a:pt x="1524" y="8384"/>
                      <a:pt x="1553" y="8384"/>
                      <a:pt x="1553" y="8421"/>
                    </a:cubicBezTo>
                    <a:cubicBezTo>
                      <a:pt x="1707" y="8509"/>
                      <a:pt x="1860" y="8567"/>
                      <a:pt x="2014" y="8567"/>
                    </a:cubicBezTo>
                    <a:cubicBezTo>
                      <a:pt x="2043" y="8567"/>
                      <a:pt x="2102" y="8538"/>
                      <a:pt x="2161" y="8538"/>
                    </a:cubicBezTo>
                    <a:cubicBezTo>
                      <a:pt x="2527" y="8450"/>
                      <a:pt x="2746" y="8055"/>
                      <a:pt x="2746" y="8018"/>
                    </a:cubicBezTo>
                    <a:lnTo>
                      <a:pt x="2746" y="7989"/>
                    </a:lnTo>
                    <a:lnTo>
                      <a:pt x="1216" y="29"/>
                    </a:lnTo>
                    <a:lnTo>
                      <a:pt x="1187"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3" name="Google Shape;1293;p48"/>
              <p:cNvSpPr/>
              <p:nvPr/>
            </p:nvSpPr>
            <p:spPr>
              <a:xfrm>
                <a:off x="5235946" y="3246992"/>
                <a:ext cx="131380" cy="145013"/>
              </a:xfrm>
              <a:custGeom>
                <a:avLst/>
                <a:gdLst/>
                <a:ahLst/>
                <a:cxnLst/>
                <a:rect l="l" t="t" r="r" b="b"/>
                <a:pathLst>
                  <a:path w="1407" h="1553" extrusionOk="0">
                    <a:moveTo>
                      <a:pt x="279" y="0"/>
                    </a:moveTo>
                    <a:lnTo>
                      <a:pt x="0" y="1523"/>
                    </a:lnTo>
                    <a:cubicBezTo>
                      <a:pt x="403" y="1523"/>
                      <a:pt x="769" y="1523"/>
                      <a:pt x="1165" y="1553"/>
                    </a:cubicBezTo>
                    <a:lnTo>
                      <a:pt x="1406" y="271"/>
                    </a:lnTo>
                    <a:lnTo>
                      <a:pt x="279"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4" name="Google Shape;1294;p48"/>
              <p:cNvSpPr/>
              <p:nvPr/>
            </p:nvSpPr>
            <p:spPr>
              <a:xfrm>
                <a:off x="5230437" y="3241483"/>
                <a:ext cx="145760" cy="156685"/>
              </a:xfrm>
              <a:custGeom>
                <a:avLst/>
                <a:gdLst/>
                <a:ahLst/>
                <a:cxnLst/>
                <a:rect l="l" t="t" r="r" b="b"/>
                <a:pathLst>
                  <a:path w="1561" h="1678" extrusionOk="0">
                    <a:moveTo>
                      <a:pt x="396" y="147"/>
                    </a:moveTo>
                    <a:lnTo>
                      <a:pt x="1407" y="367"/>
                    </a:lnTo>
                    <a:lnTo>
                      <a:pt x="1194" y="1553"/>
                    </a:lnTo>
                    <a:cubicBezTo>
                      <a:pt x="1011" y="1553"/>
                      <a:pt x="828" y="1524"/>
                      <a:pt x="645" y="1524"/>
                    </a:cubicBezTo>
                    <a:lnTo>
                      <a:pt x="125" y="1524"/>
                    </a:lnTo>
                    <a:lnTo>
                      <a:pt x="396" y="147"/>
                    </a:lnTo>
                    <a:close/>
                    <a:moveTo>
                      <a:pt x="367" y="1"/>
                    </a:moveTo>
                    <a:cubicBezTo>
                      <a:pt x="338" y="1"/>
                      <a:pt x="338" y="1"/>
                      <a:pt x="308" y="30"/>
                    </a:cubicBezTo>
                    <a:cubicBezTo>
                      <a:pt x="308" y="30"/>
                      <a:pt x="279" y="30"/>
                      <a:pt x="279" y="59"/>
                    </a:cubicBezTo>
                    <a:lnTo>
                      <a:pt x="1" y="1553"/>
                    </a:lnTo>
                    <a:lnTo>
                      <a:pt x="1" y="1612"/>
                    </a:lnTo>
                    <a:cubicBezTo>
                      <a:pt x="30" y="1612"/>
                      <a:pt x="30" y="1648"/>
                      <a:pt x="59" y="1648"/>
                    </a:cubicBezTo>
                    <a:lnTo>
                      <a:pt x="645" y="1648"/>
                    </a:lnTo>
                    <a:cubicBezTo>
                      <a:pt x="828" y="1648"/>
                      <a:pt x="1041" y="1677"/>
                      <a:pt x="1224" y="1677"/>
                    </a:cubicBezTo>
                    <a:cubicBezTo>
                      <a:pt x="1253" y="1677"/>
                      <a:pt x="1282" y="1648"/>
                      <a:pt x="1282" y="1612"/>
                    </a:cubicBezTo>
                    <a:lnTo>
                      <a:pt x="1524" y="330"/>
                    </a:lnTo>
                    <a:cubicBezTo>
                      <a:pt x="1560" y="301"/>
                      <a:pt x="1524" y="272"/>
                      <a:pt x="1495" y="272"/>
                    </a:cubicBezTo>
                    <a:lnTo>
                      <a:pt x="367"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5" name="Google Shape;1295;p48"/>
              <p:cNvSpPr/>
              <p:nvPr/>
            </p:nvSpPr>
            <p:spPr>
              <a:xfrm>
                <a:off x="5096442" y="3389204"/>
                <a:ext cx="248286" cy="765214"/>
              </a:xfrm>
              <a:custGeom>
                <a:avLst/>
                <a:gdLst/>
                <a:ahLst/>
                <a:cxnLst/>
                <a:rect l="l" t="t" r="r" b="b"/>
                <a:pathLst>
                  <a:path w="2659" h="8195" extrusionOk="0">
                    <a:moveTo>
                      <a:pt x="1494" y="0"/>
                    </a:moveTo>
                    <a:lnTo>
                      <a:pt x="1" y="7689"/>
                    </a:lnTo>
                    <a:cubicBezTo>
                      <a:pt x="1" y="7689"/>
                      <a:pt x="265" y="8195"/>
                      <a:pt x="699" y="8195"/>
                    </a:cubicBezTo>
                    <a:cubicBezTo>
                      <a:pt x="820" y="8195"/>
                      <a:pt x="954" y="8155"/>
                      <a:pt x="1099" y="8055"/>
                    </a:cubicBezTo>
                    <a:lnTo>
                      <a:pt x="2659" y="30"/>
                    </a:lnTo>
                    <a:cubicBezTo>
                      <a:pt x="2263" y="0"/>
                      <a:pt x="1897" y="0"/>
                      <a:pt x="14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6" name="Google Shape;1296;p48"/>
              <p:cNvSpPr/>
              <p:nvPr/>
            </p:nvSpPr>
            <p:spPr>
              <a:xfrm>
                <a:off x="5090933" y="3383695"/>
                <a:ext cx="259304" cy="777540"/>
              </a:xfrm>
              <a:custGeom>
                <a:avLst/>
                <a:gdLst/>
                <a:ahLst/>
                <a:cxnLst/>
                <a:rect l="l" t="t" r="r" b="b"/>
                <a:pathLst>
                  <a:path w="2777" h="8327" extrusionOk="0">
                    <a:moveTo>
                      <a:pt x="2139" y="125"/>
                    </a:moveTo>
                    <a:cubicBezTo>
                      <a:pt x="2286" y="125"/>
                      <a:pt x="2469" y="154"/>
                      <a:pt x="2652" y="154"/>
                    </a:cubicBezTo>
                    <a:lnTo>
                      <a:pt x="1099" y="8085"/>
                    </a:lnTo>
                    <a:cubicBezTo>
                      <a:pt x="983" y="8156"/>
                      <a:pt x="851" y="8191"/>
                      <a:pt x="727" y="8191"/>
                    </a:cubicBezTo>
                    <a:cubicBezTo>
                      <a:pt x="686" y="8191"/>
                      <a:pt x="647" y="8187"/>
                      <a:pt x="609" y="8180"/>
                    </a:cubicBezTo>
                    <a:cubicBezTo>
                      <a:pt x="338" y="8114"/>
                      <a:pt x="184" y="7814"/>
                      <a:pt x="125" y="7748"/>
                    </a:cubicBezTo>
                    <a:lnTo>
                      <a:pt x="1590" y="125"/>
                    </a:lnTo>
                    <a:close/>
                    <a:moveTo>
                      <a:pt x="1553" y="1"/>
                    </a:moveTo>
                    <a:cubicBezTo>
                      <a:pt x="1524" y="1"/>
                      <a:pt x="1495" y="1"/>
                      <a:pt x="1495" y="30"/>
                    </a:cubicBezTo>
                    <a:lnTo>
                      <a:pt x="1" y="7748"/>
                    </a:lnTo>
                    <a:lnTo>
                      <a:pt x="1" y="7777"/>
                    </a:lnTo>
                    <a:cubicBezTo>
                      <a:pt x="30" y="7814"/>
                      <a:pt x="213" y="8209"/>
                      <a:pt x="579" y="8297"/>
                    </a:cubicBezTo>
                    <a:cubicBezTo>
                      <a:pt x="638" y="8297"/>
                      <a:pt x="704" y="8326"/>
                      <a:pt x="763" y="8326"/>
                    </a:cubicBezTo>
                    <a:cubicBezTo>
                      <a:pt x="887" y="8326"/>
                      <a:pt x="1041" y="8268"/>
                      <a:pt x="1187" y="8180"/>
                    </a:cubicBezTo>
                    <a:cubicBezTo>
                      <a:pt x="1224" y="8143"/>
                      <a:pt x="1224" y="8143"/>
                      <a:pt x="1224" y="8114"/>
                    </a:cubicBezTo>
                    <a:lnTo>
                      <a:pt x="2776" y="89"/>
                    </a:lnTo>
                    <a:lnTo>
                      <a:pt x="2776" y="59"/>
                    </a:lnTo>
                    <a:cubicBezTo>
                      <a:pt x="2747" y="30"/>
                      <a:pt x="2747" y="30"/>
                      <a:pt x="2718" y="30"/>
                    </a:cubicBezTo>
                    <a:cubicBezTo>
                      <a:pt x="2535" y="30"/>
                      <a:pt x="2322" y="1"/>
                      <a:pt x="2139"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7" name="Google Shape;1297;p48"/>
              <p:cNvSpPr/>
              <p:nvPr/>
            </p:nvSpPr>
            <p:spPr>
              <a:xfrm>
                <a:off x="5552491" y="3093107"/>
                <a:ext cx="114292" cy="313276"/>
              </a:xfrm>
              <a:custGeom>
                <a:avLst/>
                <a:gdLst/>
                <a:ahLst/>
                <a:cxnLst/>
                <a:rect l="l" t="t" r="r" b="b"/>
                <a:pathLst>
                  <a:path w="1224" h="3355" extrusionOk="0">
                    <a:moveTo>
                      <a:pt x="59" y="1"/>
                    </a:moveTo>
                    <a:lnTo>
                      <a:pt x="1" y="3354"/>
                    </a:lnTo>
                    <a:cubicBezTo>
                      <a:pt x="396" y="3266"/>
                      <a:pt x="791" y="3201"/>
                      <a:pt x="1187" y="3113"/>
                    </a:cubicBezTo>
                    <a:lnTo>
                      <a:pt x="1223" y="30"/>
                    </a:lnTo>
                    <a:lnTo>
                      <a:pt x="59"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8" name="Google Shape;1298;p48"/>
              <p:cNvSpPr/>
              <p:nvPr/>
            </p:nvSpPr>
            <p:spPr>
              <a:xfrm>
                <a:off x="5547075" y="3087692"/>
                <a:ext cx="125217" cy="324854"/>
              </a:xfrm>
              <a:custGeom>
                <a:avLst/>
                <a:gdLst/>
                <a:ahLst/>
                <a:cxnLst/>
                <a:rect l="l" t="t" r="r" b="b"/>
                <a:pathLst>
                  <a:path w="1341" h="3479" extrusionOk="0">
                    <a:moveTo>
                      <a:pt x="183" y="117"/>
                    </a:moveTo>
                    <a:lnTo>
                      <a:pt x="1216" y="147"/>
                    </a:lnTo>
                    <a:lnTo>
                      <a:pt x="1186" y="3112"/>
                    </a:lnTo>
                    <a:cubicBezTo>
                      <a:pt x="1003" y="3171"/>
                      <a:pt x="849" y="3200"/>
                      <a:pt x="666" y="3229"/>
                    </a:cubicBezTo>
                    <a:cubicBezTo>
                      <a:pt x="483" y="3259"/>
                      <a:pt x="300" y="3324"/>
                      <a:pt x="117" y="3354"/>
                    </a:cubicBezTo>
                    <a:lnTo>
                      <a:pt x="183" y="117"/>
                    </a:lnTo>
                    <a:close/>
                    <a:moveTo>
                      <a:pt x="88" y="0"/>
                    </a:moveTo>
                    <a:cubicBezTo>
                      <a:pt x="59" y="0"/>
                      <a:pt x="59" y="29"/>
                      <a:pt x="59" y="59"/>
                    </a:cubicBezTo>
                    <a:lnTo>
                      <a:pt x="0" y="3412"/>
                    </a:lnTo>
                    <a:cubicBezTo>
                      <a:pt x="0" y="3442"/>
                      <a:pt x="29" y="3478"/>
                      <a:pt x="29" y="3478"/>
                    </a:cubicBezTo>
                    <a:lnTo>
                      <a:pt x="88" y="3478"/>
                    </a:lnTo>
                    <a:cubicBezTo>
                      <a:pt x="300" y="3442"/>
                      <a:pt x="483" y="3383"/>
                      <a:pt x="696" y="3354"/>
                    </a:cubicBezTo>
                    <a:cubicBezTo>
                      <a:pt x="879" y="3324"/>
                      <a:pt x="1062" y="3259"/>
                      <a:pt x="1245" y="3229"/>
                    </a:cubicBezTo>
                    <a:cubicBezTo>
                      <a:pt x="1281" y="3229"/>
                      <a:pt x="1311" y="3200"/>
                      <a:pt x="1311" y="3171"/>
                    </a:cubicBezTo>
                    <a:lnTo>
                      <a:pt x="1340" y="88"/>
                    </a:lnTo>
                    <a:cubicBezTo>
                      <a:pt x="1340" y="59"/>
                      <a:pt x="1311" y="29"/>
                      <a:pt x="1281" y="29"/>
                    </a:cubicBezTo>
                    <a:lnTo>
                      <a:pt x="117"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299" name="Google Shape;1299;p48"/>
              <p:cNvSpPr/>
              <p:nvPr/>
            </p:nvSpPr>
            <p:spPr>
              <a:xfrm>
                <a:off x="5547075" y="3383695"/>
                <a:ext cx="116253" cy="622349"/>
              </a:xfrm>
              <a:custGeom>
                <a:avLst/>
                <a:gdLst/>
                <a:ahLst/>
                <a:cxnLst/>
                <a:rect l="l" t="t" r="r" b="b"/>
                <a:pathLst>
                  <a:path w="1245" h="6665" extrusionOk="0">
                    <a:moveTo>
                      <a:pt x="1245" y="1"/>
                    </a:moveTo>
                    <a:lnTo>
                      <a:pt x="1245" y="1"/>
                    </a:lnTo>
                    <a:cubicBezTo>
                      <a:pt x="849" y="89"/>
                      <a:pt x="454" y="154"/>
                      <a:pt x="59" y="242"/>
                    </a:cubicBezTo>
                    <a:lnTo>
                      <a:pt x="0" y="6408"/>
                    </a:lnTo>
                    <a:cubicBezTo>
                      <a:pt x="0" y="6408"/>
                      <a:pt x="257" y="6665"/>
                      <a:pt x="609" y="6665"/>
                    </a:cubicBezTo>
                    <a:cubicBezTo>
                      <a:pt x="784" y="6665"/>
                      <a:pt x="984" y="6601"/>
                      <a:pt x="1186" y="6408"/>
                    </a:cubicBezTo>
                    <a:lnTo>
                      <a:pt x="12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0" name="Google Shape;1300;p48"/>
              <p:cNvSpPr/>
              <p:nvPr/>
            </p:nvSpPr>
            <p:spPr>
              <a:xfrm>
                <a:off x="5540913" y="3378279"/>
                <a:ext cx="128578" cy="632527"/>
              </a:xfrm>
              <a:custGeom>
                <a:avLst/>
                <a:gdLst/>
                <a:ahLst/>
                <a:cxnLst/>
                <a:rect l="l" t="t" r="r" b="b"/>
                <a:pathLst>
                  <a:path w="1377" h="6774" extrusionOk="0">
                    <a:moveTo>
                      <a:pt x="1252" y="147"/>
                    </a:moveTo>
                    <a:lnTo>
                      <a:pt x="1194" y="6436"/>
                    </a:lnTo>
                    <a:cubicBezTo>
                      <a:pt x="1014" y="6603"/>
                      <a:pt x="834" y="6659"/>
                      <a:pt x="674" y="6659"/>
                    </a:cubicBezTo>
                    <a:cubicBezTo>
                      <a:pt x="397" y="6659"/>
                      <a:pt x="180" y="6492"/>
                      <a:pt x="125" y="6436"/>
                    </a:cubicBezTo>
                    <a:lnTo>
                      <a:pt x="183" y="366"/>
                    </a:lnTo>
                    <a:cubicBezTo>
                      <a:pt x="396" y="330"/>
                      <a:pt x="579" y="271"/>
                      <a:pt x="762" y="242"/>
                    </a:cubicBezTo>
                    <a:cubicBezTo>
                      <a:pt x="915" y="212"/>
                      <a:pt x="1099" y="183"/>
                      <a:pt x="1252" y="147"/>
                    </a:cubicBezTo>
                    <a:close/>
                    <a:moveTo>
                      <a:pt x="1282" y="0"/>
                    </a:moveTo>
                    <a:cubicBezTo>
                      <a:pt x="1128" y="29"/>
                      <a:pt x="915" y="88"/>
                      <a:pt x="732" y="117"/>
                    </a:cubicBezTo>
                    <a:cubicBezTo>
                      <a:pt x="549" y="147"/>
                      <a:pt x="337" y="212"/>
                      <a:pt x="125" y="242"/>
                    </a:cubicBezTo>
                    <a:cubicBezTo>
                      <a:pt x="95" y="271"/>
                      <a:pt x="66" y="271"/>
                      <a:pt x="66" y="300"/>
                    </a:cubicBezTo>
                    <a:lnTo>
                      <a:pt x="0" y="6466"/>
                    </a:lnTo>
                    <a:lnTo>
                      <a:pt x="0" y="6495"/>
                    </a:lnTo>
                    <a:cubicBezTo>
                      <a:pt x="0" y="6495"/>
                      <a:pt x="308" y="6773"/>
                      <a:pt x="674" y="6773"/>
                    </a:cubicBezTo>
                    <a:cubicBezTo>
                      <a:pt x="857" y="6773"/>
                      <a:pt x="1069" y="6707"/>
                      <a:pt x="1282" y="6524"/>
                    </a:cubicBezTo>
                    <a:cubicBezTo>
                      <a:pt x="1282" y="6495"/>
                      <a:pt x="1311" y="6495"/>
                      <a:pt x="1311" y="6466"/>
                    </a:cubicBezTo>
                    <a:lnTo>
                      <a:pt x="1377" y="59"/>
                    </a:lnTo>
                    <a:cubicBezTo>
                      <a:pt x="1377" y="29"/>
                      <a:pt x="1377" y="29"/>
                      <a:pt x="1347" y="29"/>
                    </a:cubicBezTo>
                    <a:cubicBezTo>
                      <a:pt x="1347" y="0"/>
                      <a:pt x="1311" y="0"/>
                      <a:pt x="128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1" name="Google Shape;1301;p48"/>
              <p:cNvSpPr/>
              <p:nvPr/>
            </p:nvSpPr>
            <p:spPr>
              <a:xfrm>
                <a:off x="4829106" y="2987032"/>
                <a:ext cx="1654712" cy="331110"/>
              </a:xfrm>
              <a:custGeom>
                <a:avLst/>
                <a:gdLst/>
                <a:ahLst/>
                <a:cxnLst/>
                <a:rect l="l" t="t" r="r" b="b"/>
                <a:pathLst>
                  <a:path w="17721" h="3546" extrusionOk="0">
                    <a:moveTo>
                      <a:pt x="11806" y="0"/>
                    </a:moveTo>
                    <a:cubicBezTo>
                      <a:pt x="10853" y="0"/>
                      <a:pt x="9851" y="9"/>
                      <a:pt x="8846" y="9"/>
                    </a:cubicBezTo>
                    <a:cubicBezTo>
                      <a:pt x="8535" y="9"/>
                      <a:pt x="8221" y="9"/>
                      <a:pt x="7907" y="9"/>
                    </a:cubicBezTo>
                    <a:cubicBezTo>
                      <a:pt x="4646" y="9"/>
                      <a:pt x="1303" y="33"/>
                      <a:pt x="1" y="587"/>
                    </a:cubicBezTo>
                    <a:lnTo>
                      <a:pt x="1" y="1774"/>
                    </a:lnTo>
                    <a:cubicBezTo>
                      <a:pt x="1" y="2755"/>
                      <a:pt x="3962" y="3546"/>
                      <a:pt x="8846" y="3546"/>
                    </a:cubicBezTo>
                    <a:cubicBezTo>
                      <a:pt x="13759" y="3546"/>
                      <a:pt x="17721" y="2755"/>
                      <a:pt x="17721" y="1774"/>
                    </a:cubicBezTo>
                    <a:lnTo>
                      <a:pt x="17721" y="587"/>
                    </a:lnTo>
                    <a:cubicBezTo>
                      <a:pt x="16802" y="68"/>
                      <a:pt x="14497" y="0"/>
                      <a:pt x="118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2" name="Google Shape;1302;p48"/>
              <p:cNvSpPr/>
              <p:nvPr/>
            </p:nvSpPr>
            <p:spPr>
              <a:xfrm>
                <a:off x="4822943" y="2981616"/>
                <a:ext cx="1667037" cy="342035"/>
              </a:xfrm>
              <a:custGeom>
                <a:avLst/>
                <a:gdLst/>
                <a:ahLst/>
                <a:cxnLst/>
                <a:rect l="l" t="t" r="r" b="b"/>
                <a:pathLst>
                  <a:path w="17853" h="3663" extrusionOk="0">
                    <a:moveTo>
                      <a:pt x="11313" y="125"/>
                    </a:moveTo>
                    <a:cubicBezTo>
                      <a:pt x="14176" y="125"/>
                      <a:pt x="16731" y="149"/>
                      <a:pt x="17728" y="675"/>
                    </a:cubicBezTo>
                    <a:lnTo>
                      <a:pt x="17728" y="1832"/>
                    </a:lnTo>
                    <a:cubicBezTo>
                      <a:pt x="17728" y="2659"/>
                      <a:pt x="14191" y="3545"/>
                      <a:pt x="8912" y="3545"/>
                    </a:cubicBezTo>
                    <a:cubicBezTo>
                      <a:pt x="3662" y="3545"/>
                      <a:pt x="125" y="2659"/>
                      <a:pt x="125" y="1832"/>
                    </a:cubicBezTo>
                    <a:lnTo>
                      <a:pt x="125" y="675"/>
                    </a:lnTo>
                    <a:cubicBezTo>
                      <a:pt x="1465" y="126"/>
                      <a:pt x="4943" y="126"/>
                      <a:pt x="8304" y="126"/>
                    </a:cubicBezTo>
                    <a:lnTo>
                      <a:pt x="10435" y="126"/>
                    </a:lnTo>
                    <a:cubicBezTo>
                      <a:pt x="10730" y="126"/>
                      <a:pt x="11023" y="125"/>
                      <a:pt x="11313" y="125"/>
                    </a:cubicBezTo>
                    <a:close/>
                    <a:moveTo>
                      <a:pt x="11307" y="1"/>
                    </a:moveTo>
                    <a:cubicBezTo>
                      <a:pt x="11021" y="1"/>
                      <a:pt x="10730" y="1"/>
                      <a:pt x="10435" y="1"/>
                    </a:cubicBezTo>
                    <a:lnTo>
                      <a:pt x="8304" y="1"/>
                    </a:lnTo>
                    <a:cubicBezTo>
                      <a:pt x="4885" y="1"/>
                      <a:pt x="1377" y="1"/>
                      <a:pt x="67" y="587"/>
                    </a:cubicBezTo>
                    <a:lnTo>
                      <a:pt x="1" y="587"/>
                    </a:lnTo>
                    <a:lnTo>
                      <a:pt x="1" y="1832"/>
                    </a:lnTo>
                    <a:cubicBezTo>
                      <a:pt x="1" y="2871"/>
                      <a:pt x="3940" y="3662"/>
                      <a:pt x="8912" y="3662"/>
                    </a:cubicBezTo>
                    <a:cubicBezTo>
                      <a:pt x="13913" y="3662"/>
                      <a:pt x="17853" y="2871"/>
                      <a:pt x="17853" y="1832"/>
                    </a:cubicBezTo>
                    <a:lnTo>
                      <a:pt x="17853" y="587"/>
                    </a:lnTo>
                    <a:lnTo>
                      <a:pt x="17823" y="587"/>
                    </a:lnTo>
                    <a:cubicBezTo>
                      <a:pt x="16821" y="25"/>
                      <a:pt x="14316" y="1"/>
                      <a:pt x="1130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3" name="Google Shape;1303;p48"/>
              <p:cNvSpPr/>
              <p:nvPr/>
            </p:nvSpPr>
            <p:spPr>
              <a:xfrm>
                <a:off x="4829106" y="2876381"/>
                <a:ext cx="1654712" cy="331017"/>
              </a:xfrm>
              <a:custGeom>
                <a:avLst/>
                <a:gdLst/>
                <a:ahLst/>
                <a:cxnLst/>
                <a:rect l="l" t="t" r="r" b="b"/>
                <a:pathLst>
                  <a:path w="17721" h="3545" extrusionOk="0">
                    <a:moveTo>
                      <a:pt x="8846" y="0"/>
                    </a:moveTo>
                    <a:cubicBezTo>
                      <a:pt x="3962" y="0"/>
                      <a:pt x="1" y="799"/>
                      <a:pt x="1" y="1772"/>
                    </a:cubicBezTo>
                    <a:cubicBezTo>
                      <a:pt x="1" y="2746"/>
                      <a:pt x="3962" y="3544"/>
                      <a:pt x="8846" y="3544"/>
                    </a:cubicBezTo>
                    <a:cubicBezTo>
                      <a:pt x="13759" y="3544"/>
                      <a:pt x="17721" y="2746"/>
                      <a:pt x="17721" y="1772"/>
                    </a:cubicBezTo>
                    <a:cubicBezTo>
                      <a:pt x="17721" y="799"/>
                      <a:pt x="13759" y="0"/>
                      <a:pt x="88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4" name="Google Shape;1304;p48"/>
              <p:cNvSpPr/>
              <p:nvPr/>
            </p:nvSpPr>
            <p:spPr>
              <a:xfrm>
                <a:off x="4822943" y="2870872"/>
                <a:ext cx="1667037" cy="342035"/>
              </a:xfrm>
              <a:custGeom>
                <a:avLst/>
                <a:gdLst/>
                <a:ahLst/>
                <a:cxnLst/>
                <a:rect l="l" t="t" r="r" b="b"/>
                <a:pathLst>
                  <a:path w="17853" h="3663" extrusionOk="0">
                    <a:moveTo>
                      <a:pt x="8912" y="125"/>
                    </a:moveTo>
                    <a:cubicBezTo>
                      <a:pt x="14191" y="125"/>
                      <a:pt x="17728" y="1004"/>
                      <a:pt x="17728" y="1831"/>
                    </a:cubicBezTo>
                    <a:cubicBezTo>
                      <a:pt x="17728" y="2652"/>
                      <a:pt x="14191" y="3538"/>
                      <a:pt x="8912" y="3538"/>
                    </a:cubicBezTo>
                    <a:cubicBezTo>
                      <a:pt x="3662" y="3538"/>
                      <a:pt x="125" y="2652"/>
                      <a:pt x="125" y="1831"/>
                    </a:cubicBezTo>
                    <a:cubicBezTo>
                      <a:pt x="125" y="1004"/>
                      <a:pt x="3662" y="125"/>
                      <a:pt x="8912" y="125"/>
                    </a:cubicBezTo>
                    <a:close/>
                    <a:moveTo>
                      <a:pt x="8912" y="1"/>
                    </a:moveTo>
                    <a:cubicBezTo>
                      <a:pt x="3940" y="1"/>
                      <a:pt x="1" y="792"/>
                      <a:pt x="1" y="1831"/>
                    </a:cubicBezTo>
                    <a:cubicBezTo>
                      <a:pt x="1" y="2835"/>
                      <a:pt x="3940" y="3662"/>
                      <a:pt x="8912" y="3662"/>
                    </a:cubicBezTo>
                    <a:cubicBezTo>
                      <a:pt x="13913" y="3662"/>
                      <a:pt x="17853" y="2835"/>
                      <a:pt x="17853" y="1831"/>
                    </a:cubicBezTo>
                    <a:cubicBezTo>
                      <a:pt x="17853" y="792"/>
                      <a:pt x="13913" y="1"/>
                      <a:pt x="891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5" name="Google Shape;1305;p48"/>
              <p:cNvSpPr/>
              <p:nvPr/>
            </p:nvSpPr>
            <p:spPr>
              <a:xfrm>
                <a:off x="6104998" y="2933807"/>
                <a:ext cx="316637" cy="218873"/>
              </a:xfrm>
              <a:custGeom>
                <a:avLst/>
                <a:gdLst/>
                <a:ahLst/>
                <a:cxnLst/>
                <a:rect l="l" t="t" r="r" b="b"/>
                <a:pathLst>
                  <a:path w="3391" h="2344" extrusionOk="0">
                    <a:moveTo>
                      <a:pt x="2292" y="1"/>
                    </a:moveTo>
                    <a:lnTo>
                      <a:pt x="0" y="2344"/>
                    </a:lnTo>
                    <a:cubicBezTo>
                      <a:pt x="0" y="2344"/>
                      <a:pt x="2534" y="1465"/>
                      <a:pt x="2958" y="1062"/>
                    </a:cubicBezTo>
                    <a:cubicBezTo>
                      <a:pt x="3390" y="667"/>
                      <a:pt x="2292" y="1"/>
                      <a:pt x="2292"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6" name="Google Shape;1306;p48"/>
              <p:cNvSpPr/>
              <p:nvPr/>
            </p:nvSpPr>
            <p:spPr>
              <a:xfrm>
                <a:off x="6099489" y="2928298"/>
                <a:ext cx="298896" cy="230545"/>
              </a:xfrm>
              <a:custGeom>
                <a:avLst/>
                <a:gdLst/>
                <a:ahLst/>
                <a:cxnLst/>
                <a:rect l="l" t="t" r="r" b="b"/>
                <a:pathLst>
                  <a:path w="3201" h="2469" extrusionOk="0">
                    <a:moveTo>
                      <a:pt x="2380" y="147"/>
                    </a:moveTo>
                    <a:cubicBezTo>
                      <a:pt x="2593" y="272"/>
                      <a:pt x="3054" y="638"/>
                      <a:pt x="3054" y="880"/>
                    </a:cubicBezTo>
                    <a:cubicBezTo>
                      <a:pt x="3083" y="975"/>
                      <a:pt x="3054" y="1033"/>
                      <a:pt x="2988" y="1092"/>
                    </a:cubicBezTo>
                    <a:cubicBezTo>
                      <a:pt x="2651" y="1400"/>
                      <a:pt x="945" y="2007"/>
                      <a:pt x="308" y="2256"/>
                    </a:cubicBezTo>
                    <a:lnTo>
                      <a:pt x="2380" y="147"/>
                    </a:lnTo>
                    <a:close/>
                    <a:moveTo>
                      <a:pt x="2362" y="1"/>
                    </a:moveTo>
                    <a:cubicBezTo>
                      <a:pt x="2351" y="1"/>
                      <a:pt x="2336" y="8"/>
                      <a:pt x="2322" y="23"/>
                    </a:cubicBezTo>
                    <a:lnTo>
                      <a:pt x="30" y="2344"/>
                    </a:lnTo>
                    <a:cubicBezTo>
                      <a:pt x="1" y="2373"/>
                      <a:pt x="1" y="2403"/>
                      <a:pt x="30" y="2439"/>
                    </a:cubicBezTo>
                    <a:lnTo>
                      <a:pt x="59" y="2469"/>
                    </a:lnTo>
                    <a:lnTo>
                      <a:pt x="88" y="2469"/>
                    </a:lnTo>
                    <a:cubicBezTo>
                      <a:pt x="184" y="2439"/>
                      <a:pt x="2622" y="1583"/>
                      <a:pt x="3054" y="1187"/>
                    </a:cubicBezTo>
                    <a:cubicBezTo>
                      <a:pt x="3142" y="1092"/>
                      <a:pt x="3200" y="1004"/>
                      <a:pt x="3171" y="880"/>
                    </a:cubicBezTo>
                    <a:cubicBezTo>
                      <a:pt x="3142" y="484"/>
                      <a:pt x="2410" y="23"/>
                      <a:pt x="2380" y="23"/>
                    </a:cubicBezTo>
                    <a:cubicBezTo>
                      <a:pt x="2380" y="8"/>
                      <a:pt x="2373" y="1"/>
                      <a:pt x="2362"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7" name="Google Shape;1307;p48"/>
              <p:cNvSpPr/>
              <p:nvPr/>
            </p:nvSpPr>
            <p:spPr>
              <a:xfrm>
                <a:off x="5469760" y="2756579"/>
                <a:ext cx="974469" cy="396100"/>
              </a:xfrm>
              <a:custGeom>
                <a:avLst/>
                <a:gdLst/>
                <a:ahLst/>
                <a:cxnLst/>
                <a:rect l="l" t="t" r="r" b="b"/>
                <a:pathLst>
                  <a:path w="10436" h="4242" extrusionOk="0">
                    <a:moveTo>
                      <a:pt x="3447" y="0"/>
                    </a:moveTo>
                    <a:cubicBezTo>
                      <a:pt x="2955" y="0"/>
                      <a:pt x="838" y="1207"/>
                      <a:pt x="1" y="1679"/>
                    </a:cubicBezTo>
                    <a:lnTo>
                      <a:pt x="6803" y="4242"/>
                    </a:lnTo>
                    <a:cubicBezTo>
                      <a:pt x="6803" y="4242"/>
                      <a:pt x="9000" y="3114"/>
                      <a:pt x="9644" y="2631"/>
                    </a:cubicBezTo>
                    <a:cubicBezTo>
                      <a:pt x="10435" y="1986"/>
                      <a:pt x="4548" y="127"/>
                      <a:pt x="3479" y="2"/>
                    </a:cubicBezTo>
                    <a:cubicBezTo>
                      <a:pt x="3469" y="1"/>
                      <a:pt x="3459" y="0"/>
                      <a:pt x="34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8" name="Google Shape;1308;p48"/>
              <p:cNvSpPr/>
              <p:nvPr/>
            </p:nvSpPr>
            <p:spPr>
              <a:xfrm>
                <a:off x="5464344" y="2750976"/>
                <a:ext cx="920311" cy="407865"/>
              </a:xfrm>
              <a:custGeom>
                <a:avLst/>
                <a:gdLst/>
                <a:ahLst/>
                <a:cxnLst/>
                <a:rect l="l" t="t" r="r" b="b"/>
                <a:pathLst>
                  <a:path w="9856" h="4368" extrusionOk="0">
                    <a:moveTo>
                      <a:pt x="3476" y="125"/>
                    </a:moveTo>
                    <a:cubicBezTo>
                      <a:pt x="3488" y="125"/>
                      <a:pt x="3498" y="126"/>
                      <a:pt x="3507" y="128"/>
                    </a:cubicBezTo>
                    <a:cubicBezTo>
                      <a:pt x="4664" y="274"/>
                      <a:pt x="9519" y="1863"/>
                      <a:pt x="9702" y="2537"/>
                    </a:cubicBezTo>
                    <a:cubicBezTo>
                      <a:pt x="9732" y="2566"/>
                      <a:pt x="9732" y="2596"/>
                      <a:pt x="9673" y="2625"/>
                    </a:cubicBezTo>
                    <a:cubicBezTo>
                      <a:pt x="9087" y="3086"/>
                      <a:pt x="7110" y="4119"/>
                      <a:pt x="6861" y="4243"/>
                    </a:cubicBezTo>
                    <a:lnTo>
                      <a:pt x="212" y="1739"/>
                    </a:lnTo>
                    <a:lnTo>
                      <a:pt x="242" y="1710"/>
                    </a:lnTo>
                    <a:cubicBezTo>
                      <a:pt x="1103" y="1240"/>
                      <a:pt x="3060" y="125"/>
                      <a:pt x="3476" y="125"/>
                    </a:cubicBezTo>
                    <a:close/>
                    <a:moveTo>
                      <a:pt x="3494" y="0"/>
                    </a:moveTo>
                    <a:cubicBezTo>
                      <a:pt x="3068" y="0"/>
                      <a:pt x="1653" y="767"/>
                      <a:pt x="183" y="1622"/>
                    </a:cubicBezTo>
                    <a:lnTo>
                      <a:pt x="29" y="1680"/>
                    </a:lnTo>
                    <a:cubicBezTo>
                      <a:pt x="0" y="1710"/>
                      <a:pt x="0" y="1739"/>
                      <a:pt x="0" y="1739"/>
                    </a:cubicBezTo>
                    <a:cubicBezTo>
                      <a:pt x="0" y="1775"/>
                      <a:pt x="29" y="1805"/>
                      <a:pt x="29" y="1805"/>
                    </a:cubicBezTo>
                    <a:lnTo>
                      <a:pt x="6861" y="4368"/>
                    </a:lnTo>
                    <a:lnTo>
                      <a:pt x="6890" y="4368"/>
                    </a:lnTo>
                    <a:cubicBezTo>
                      <a:pt x="6986" y="4302"/>
                      <a:pt x="9124" y="3203"/>
                      <a:pt x="9732" y="2720"/>
                    </a:cubicBezTo>
                    <a:cubicBezTo>
                      <a:pt x="9856" y="2654"/>
                      <a:pt x="9856" y="2566"/>
                      <a:pt x="9819" y="2508"/>
                    </a:cubicBezTo>
                    <a:cubicBezTo>
                      <a:pt x="9607" y="1680"/>
                      <a:pt x="4364" y="91"/>
                      <a:pt x="3537" y="3"/>
                    </a:cubicBezTo>
                    <a:cubicBezTo>
                      <a:pt x="3524" y="1"/>
                      <a:pt x="3510" y="0"/>
                      <a:pt x="349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09" name="Google Shape;1309;p48"/>
              <p:cNvSpPr/>
              <p:nvPr/>
            </p:nvSpPr>
            <p:spPr>
              <a:xfrm>
                <a:off x="5469760" y="2753964"/>
                <a:ext cx="957288" cy="390497"/>
              </a:xfrm>
              <a:custGeom>
                <a:avLst/>
                <a:gdLst/>
                <a:ahLst/>
                <a:cxnLst/>
                <a:rect l="l" t="t" r="r" b="b"/>
                <a:pathLst>
                  <a:path w="10252" h="4182" extrusionOk="0">
                    <a:moveTo>
                      <a:pt x="3376" y="0"/>
                    </a:moveTo>
                    <a:cubicBezTo>
                      <a:pt x="2937" y="0"/>
                      <a:pt x="818" y="1200"/>
                      <a:pt x="1" y="1678"/>
                    </a:cubicBezTo>
                    <a:lnTo>
                      <a:pt x="6466" y="4182"/>
                    </a:lnTo>
                    <a:cubicBezTo>
                      <a:pt x="6466" y="4182"/>
                      <a:pt x="8883" y="3025"/>
                      <a:pt x="9490" y="2534"/>
                    </a:cubicBezTo>
                    <a:cubicBezTo>
                      <a:pt x="10252" y="1927"/>
                      <a:pt x="4394" y="155"/>
                      <a:pt x="3391" y="1"/>
                    </a:cubicBezTo>
                    <a:cubicBezTo>
                      <a:pt x="3386" y="0"/>
                      <a:pt x="3381" y="0"/>
                      <a:pt x="3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0" name="Google Shape;1310;p48"/>
              <p:cNvSpPr/>
              <p:nvPr/>
            </p:nvSpPr>
            <p:spPr>
              <a:xfrm>
                <a:off x="5464344" y="2748455"/>
                <a:ext cx="903224" cy="401516"/>
              </a:xfrm>
              <a:custGeom>
                <a:avLst/>
                <a:gdLst/>
                <a:ahLst/>
                <a:cxnLst/>
                <a:rect l="l" t="t" r="r" b="b"/>
                <a:pathLst>
                  <a:path w="9673" h="4300" extrusionOk="0">
                    <a:moveTo>
                      <a:pt x="3400" y="118"/>
                    </a:moveTo>
                    <a:cubicBezTo>
                      <a:pt x="3404" y="118"/>
                      <a:pt x="3408" y="118"/>
                      <a:pt x="3412" y="118"/>
                    </a:cubicBezTo>
                    <a:cubicBezTo>
                      <a:pt x="4393" y="243"/>
                      <a:pt x="9365" y="1766"/>
                      <a:pt x="9548" y="2440"/>
                    </a:cubicBezTo>
                    <a:cubicBezTo>
                      <a:pt x="9548" y="2469"/>
                      <a:pt x="9548" y="2498"/>
                      <a:pt x="9490" y="2564"/>
                    </a:cubicBezTo>
                    <a:cubicBezTo>
                      <a:pt x="8941" y="2989"/>
                      <a:pt x="6803" y="4058"/>
                      <a:pt x="6524" y="4182"/>
                    </a:cubicBezTo>
                    <a:lnTo>
                      <a:pt x="212" y="1737"/>
                    </a:lnTo>
                    <a:lnTo>
                      <a:pt x="212" y="1707"/>
                    </a:lnTo>
                    <a:cubicBezTo>
                      <a:pt x="994" y="1288"/>
                      <a:pt x="3033" y="118"/>
                      <a:pt x="3400" y="118"/>
                    </a:cubicBezTo>
                    <a:close/>
                    <a:moveTo>
                      <a:pt x="3430" y="0"/>
                    </a:moveTo>
                    <a:cubicBezTo>
                      <a:pt x="3059" y="0"/>
                      <a:pt x="1621" y="778"/>
                      <a:pt x="154" y="1619"/>
                    </a:cubicBezTo>
                    <a:lnTo>
                      <a:pt x="29" y="1678"/>
                    </a:lnTo>
                    <a:cubicBezTo>
                      <a:pt x="0" y="1707"/>
                      <a:pt x="0" y="1707"/>
                      <a:pt x="0" y="1737"/>
                    </a:cubicBezTo>
                    <a:cubicBezTo>
                      <a:pt x="0" y="1766"/>
                      <a:pt x="29" y="1802"/>
                      <a:pt x="29" y="1802"/>
                    </a:cubicBezTo>
                    <a:lnTo>
                      <a:pt x="6524" y="4299"/>
                    </a:lnTo>
                    <a:lnTo>
                      <a:pt x="6561" y="4299"/>
                    </a:lnTo>
                    <a:cubicBezTo>
                      <a:pt x="6678" y="4270"/>
                      <a:pt x="8970" y="3113"/>
                      <a:pt x="9578" y="2652"/>
                    </a:cubicBezTo>
                    <a:cubicBezTo>
                      <a:pt x="9673" y="2564"/>
                      <a:pt x="9673" y="2469"/>
                      <a:pt x="9673" y="2410"/>
                    </a:cubicBezTo>
                    <a:cubicBezTo>
                      <a:pt x="9453" y="1649"/>
                      <a:pt x="4269" y="118"/>
                      <a:pt x="3449" y="1"/>
                    </a:cubicBezTo>
                    <a:cubicBezTo>
                      <a:pt x="3443" y="1"/>
                      <a:pt x="3436" y="0"/>
                      <a:pt x="34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1" name="Google Shape;1311;p48"/>
              <p:cNvSpPr/>
              <p:nvPr/>
            </p:nvSpPr>
            <p:spPr>
              <a:xfrm>
                <a:off x="5489556" y="2776375"/>
                <a:ext cx="863726" cy="356509"/>
              </a:xfrm>
              <a:custGeom>
                <a:avLst/>
                <a:gdLst/>
                <a:ahLst/>
                <a:cxnLst/>
                <a:rect l="l" t="t" r="r" b="b"/>
                <a:pathLst>
                  <a:path w="9250" h="3818" extrusionOk="0">
                    <a:moveTo>
                      <a:pt x="2871" y="0"/>
                    </a:moveTo>
                    <a:cubicBezTo>
                      <a:pt x="2438" y="0"/>
                      <a:pt x="537" y="1111"/>
                      <a:pt x="1" y="1503"/>
                    </a:cubicBezTo>
                    <a:lnTo>
                      <a:pt x="5983" y="3817"/>
                    </a:lnTo>
                    <a:cubicBezTo>
                      <a:pt x="5983" y="3817"/>
                      <a:pt x="7968" y="2785"/>
                      <a:pt x="8546" y="2353"/>
                    </a:cubicBezTo>
                    <a:cubicBezTo>
                      <a:pt x="9249" y="1774"/>
                      <a:pt x="3845" y="127"/>
                      <a:pt x="2901" y="2"/>
                    </a:cubicBezTo>
                    <a:cubicBezTo>
                      <a:pt x="2892" y="1"/>
                      <a:pt x="2882" y="0"/>
                      <a:pt x="28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2" name="Google Shape;1312;p48"/>
              <p:cNvSpPr/>
              <p:nvPr/>
            </p:nvSpPr>
            <p:spPr>
              <a:xfrm>
                <a:off x="5484140" y="2770866"/>
                <a:ext cx="815077" cy="368181"/>
              </a:xfrm>
              <a:custGeom>
                <a:avLst/>
                <a:gdLst/>
                <a:ahLst/>
                <a:cxnLst/>
                <a:rect l="l" t="t" r="r" b="b"/>
                <a:pathLst>
                  <a:path w="8729" h="3943" extrusionOk="0">
                    <a:moveTo>
                      <a:pt x="2896" y="124"/>
                    </a:moveTo>
                    <a:cubicBezTo>
                      <a:pt x="2909" y="124"/>
                      <a:pt x="2920" y="125"/>
                      <a:pt x="2929" y="127"/>
                    </a:cubicBezTo>
                    <a:cubicBezTo>
                      <a:pt x="3845" y="244"/>
                      <a:pt x="8421" y="1650"/>
                      <a:pt x="8604" y="2258"/>
                    </a:cubicBezTo>
                    <a:cubicBezTo>
                      <a:pt x="8604" y="2295"/>
                      <a:pt x="8604" y="2324"/>
                      <a:pt x="8546" y="2353"/>
                    </a:cubicBezTo>
                    <a:cubicBezTo>
                      <a:pt x="8055" y="2778"/>
                      <a:pt x="6254" y="3693"/>
                      <a:pt x="6041" y="3818"/>
                    </a:cubicBezTo>
                    <a:lnTo>
                      <a:pt x="183" y="1526"/>
                    </a:lnTo>
                    <a:cubicBezTo>
                      <a:pt x="864" y="1086"/>
                      <a:pt x="2514" y="124"/>
                      <a:pt x="2896" y="124"/>
                    </a:cubicBezTo>
                    <a:close/>
                    <a:moveTo>
                      <a:pt x="2927" y="1"/>
                    </a:moveTo>
                    <a:cubicBezTo>
                      <a:pt x="2440" y="1"/>
                      <a:pt x="444" y="1203"/>
                      <a:pt x="0" y="1497"/>
                    </a:cubicBezTo>
                    <a:lnTo>
                      <a:pt x="0" y="1562"/>
                    </a:lnTo>
                    <a:cubicBezTo>
                      <a:pt x="0" y="1592"/>
                      <a:pt x="0" y="1592"/>
                      <a:pt x="30" y="1621"/>
                    </a:cubicBezTo>
                    <a:lnTo>
                      <a:pt x="6012" y="3942"/>
                    </a:lnTo>
                    <a:lnTo>
                      <a:pt x="6071" y="3942"/>
                    </a:lnTo>
                    <a:cubicBezTo>
                      <a:pt x="6166" y="3906"/>
                      <a:pt x="8084" y="2902"/>
                      <a:pt x="8634" y="2441"/>
                    </a:cubicBezTo>
                    <a:cubicBezTo>
                      <a:pt x="8729" y="2383"/>
                      <a:pt x="8729" y="2295"/>
                      <a:pt x="8729" y="2229"/>
                    </a:cubicBezTo>
                    <a:cubicBezTo>
                      <a:pt x="8509" y="1497"/>
                      <a:pt x="3720" y="98"/>
                      <a:pt x="2959" y="3"/>
                    </a:cubicBezTo>
                    <a:cubicBezTo>
                      <a:pt x="2949" y="1"/>
                      <a:pt x="2938"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3" name="Google Shape;1313;p48"/>
              <p:cNvSpPr/>
              <p:nvPr/>
            </p:nvSpPr>
            <p:spPr>
              <a:xfrm>
                <a:off x="5714592" y="2793649"/>
                <a:ext cx="561375" cy="208601"/>
              </a:xfrm>
              <a:custGeom>
                <a:avLst/>
                <a:gdLst/>
                <a:ahLst/>
                <a:cxnLst/>
                <a:rect l="l" t="t" r="r" b="b"/>
                <a:pathLst>
                  <a:path w="6012" h="2234" extrusionOk="0">
                    <a:moveTo>
                      <a:pt x="6012" y="2234"/>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4" name="Google Shape;1314;p48"/>
              <p:cNvSpPr/>
              <p:nvPr/>
            </p:nvSpPr>
            <p:spPr>
              <a:xfrm>
                <a:off x="5706375" y="2788140"/>
                <a:ext cx="575755" cy="219620"/>
              </a:xfrm>
              <a:custGeom>
                <a:avLst/>
                <a:gdLst/>
                <a:ahLst/>
                <a:cxnLst/>
                <a:rect l="l" t="t" r="r" b="b"/>
                <a:pathLst>
                  <a:path w="6166" h="2352" extrusionOk="0">
                    <a:moveTo>
                      <a:pt x="88" y="1"/>
                    </a:moveTo>
                    <a:cubicBezTo>
                      <a:pt x="59" y="1"/>
                      <a:pt x="29" y="1"/>
                      <a:pt x="29" y="30"/>
                    </a:cubicBezTo>
                    <a:cubicBezTo>
                      <a:pt x="0" y="59"/>
                      <a:pt x="29" y="125"/>
                      <a:pt x="59" y="125"/>
                    </a:cubicBezTo>
                    <a:lnTo>
                      <a:pt x="6070" y="2351"/>
                    </a:lnTo>
                    <a:lnTo>
                      <a:pt x="6100" y="2351"/>
                    </a:lnTo>
                    <a:cubicBezTo>
                      <a:pt x="6100" y="2351"/>
                      <a:pt x="6129" y="2351"/>
                      <a:pt x="6129" y="2322"/>
                    </a:cubicBezTo>
                    <a:cubicBezTo>
                      <a:pt x="6166" y="2293"/>
                      <a:pt x="6129" y="2256"/>
                      <a:pt x="6100" y="2256"/>
                    </a:cubicBezTo>
                    <a:lnTo>
                      <a:pt x="8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5" name="Google Shape;1315;p48"/>
              <p:cNvSpPr/>
              <p:nvPr/>
            </p:nvSpPr>
            <p:spPr>
              <a:xfrm>
                <a:off x="5649602" y="2819608"/>
                <a:ext cx="558013" cy="222328"/>
              </a:xfrm>
              <a:custGeom>
                <a:avLst/>
                <a:gdLst/>
                <a:ahLst/>
                <a:cxnLst/>
                <a:rect l="l" t="t" r="r" b="b"/>
                <a:pathLst>
                  <a:path w="5976" h="2381" extrusionOk="0">
                    <a:moveTo>
                      <a:pt x="5976" y="2380"/>
                    </a:move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6" name="Google Shape;1316;p48"/>
              <p:cNvSpPr/>
              <p:nvPr/>
            </p:nvSpPr>
            <p:spPr>
              <a:xfrm>
                <a:off x="5643440" y="2815780"/>
                <a:ext cx="570339" cy="231665"/>
              </a:xfrm>
              <a:custGeom>
                <a:avLst/>
                <a:gdLst/>
                <a:ahLst/>
                <a:cxnLst/>
                <a:rect l="l" t="t" r="r" b="b"/>
                <a:pathLst>
                  <a:path w="6108" h="2481" extrusionOk="0">
                    <a:moveTo>
                      <a:pt x="68" y="0"/>
                    </a:moveTo>
                    <a:cubicBezTo>
                      <a:pt x="46" y="0"/>
                      <a:pt x="21" y="21"/>
                      <a:pt x="1" y="42"/>
                    </a:cubicBezTo>
                    <a:cubicBezTo>
                      <a:pt x="1" y="71"/>
                      <a:pt x="30" y="100"/>
                      <a:pt x="66" y="100"/>
                    </a:cubicBezTo>
                    <a:lnTo>
                      <a:pt x="6012" y="2480"/>
                    </a:lnTo>
                    <a:lnTo>
                      <a:pt x="6042" y="2480"/>
                    </a:lnTo>
                    <a:cubicBezTo>
                      <a:pt x="6071" y="2480"/>
                      <a:pt x="6107" y="2480"/>
                      <a:pt x="6107" y="2451"/>
                    </a:cubicBezTo>
                    <a:cubicBezTo>
                      <a:pt x="6107" y="2421"/>
                      <a:pt x="6107" y="2392"/>
                      <a:pt x="6071" y="2363"/>
                    </a:cubicBezTo>
                    <a:lnTo>
                      <a:pt x="96" y="12"/>
                    </a:lnTo>
                    <a:cubicBezTo>
                      <a:pt x="87" y="4"/>
                      <a:pt x="78" y="0"/>
                      <a:pt x="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7" name="Google Shape;1317;p48"/>
              <p:cNvSpPr/>
              <p:nvPr/>
            </p:nvSpPr>
            <p:spPr>
              <a:xfrm>
                <a:off x="5583959" y="2859293"/>
                <a:ext cx="558013" cy="219526"/>
              </a:xfrm>
              <a:custGeom>
                <a:avLst/>
                <a:gdLst/>
                <a:ahLst/>
                <a:cxnLst/>
                <a:rect l="l" t="t" r="r" b="b"/>
                <a:pathLst>
                  <a:path w="5976" h="2351" extrusionOk="0">
                    <a:moveTo>
                      <a:pt x="5976" y="2351"/>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8" name="Google Shape;1318;p48"/>
              <p:cNvSpPr/>
              <p:nvPr/>
            </p:nvSpPr>
            <p:spPr>
              <a:xfrm>
                <a:off x="5577796" y="2853784"/>
                <a:ext cx="570339" cy="230545"/>
              </a:xfrm>
              <a:custGeom>
                <a:avLst/>
                <a:gdLst/>
                <a:ahLst/>
                <a:cxnLst/>
                <a:rect l="l" t="t" r="r" b="b"/>
                <a:pathLst>
                  <a:path w="6108" h="2469" extrusionOk="0">
                    <a:moveTo>
                      <a:pt x="96" y="1"/>
                    </a:moveTo>
                    <a:cubicBezTo>
                      <a:pt x="66" y="1"/>
                      <a:pt x="37" y="1"/>
                      <a:pt x="37" y="30"/>
                    </a:cubicBezTo>
                    <a:cubicBezTo>
                      <a:pt x="1" y="59"/>
                      <a:pt x="37" y="89"/>
                      <a:pt x="66" y="125"/>
                    </a:cubicBezTo>
                    <a:lnTo>
                      <a:pt x="6012" y="2468"/>
                    </a:lnTo>
                    <a:lnTo>
                      <a:pt x="6042" y="2468"/>
                    </a:lnTo>
                    <a:cubicBezTo>
                      <a:pt x="6078" y="2468"/>
                      <a:pt x="6107" y="2468"/>
                      <a:pt x="6107" y="2439"/>
                    </a:cubicBezTo>
                    <a:cubicBezTo>
                      <a:pt x="6107" y="2410"/>
                      <a:pt x="6107" y="2381"/>
                      <a:pt x="6078" y="2381"/>
                    </a:cubicBezTo>
                    <a:lnTo>
                      <a:pt x="9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19" name="Google Shape;1319;p48"/>
              <p:cNvSpPr/>
              <p:nvPr/>
            </p:nvSpPr>
            <p:spPr>
              <a:xfrm>
                <a:off x="5786305" y="2856585"/>
                <a:ext cx="250340" cy="176480"/>
              </a:xfrm>
              <a:custGeom>
                <a:avLst/>
                <a:gdLst/>
                <a:ahLst/>
                <a:cxnLst/>
                <a:rect l="l" t="t" r="r" b="b"/>
                <a:pathLst>
                  <a:path w="2681" h="1889" extrusionOk="0">
                    <a:moveTo>
                      <a:pt x="2681" y="0"/>
                    </a:moveTo>
                    <a:lnTo>
                      <a:pt x="1" y="188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0" name="Google Shape;1320;p48"/>
              <p:cNvSpPr/>
              <p:nvPr/>
            </p:nvSpPr>
            <p:spPr>
              <a:xfrm>
                <a:off x="5780142" y="2851729"/>
                <a:ext cx="262666" cy="187499"/>
              </a:xfrm>
              <a:custGeom>
                <a:avLst/>
                <a:gdLst/>
                <a:ahLst/>
                <a:cxnLst/>
                <a:rect l="l" t="t" r="r" b="b"/>
                <a:pathLst>
                  <a:path w="2813" h="2008" extrusionOk="0">
                    <a:moveTo>
                      <a:pt x="2743" y="1"/>
                    </a:moveTo>
                    <a:cubicBezTo>
                      <a:pt x="2725" y="1"/>
                      <a:pt x="2703" y="8"/>
                      <a:pt x="2688" y="23"/>
                    </a:cubicBezTo>
                    <a:lnTo>
                      <a:pt x="30" y="1883"/>
                    </a:lnTo>
                    <a:cubicBezTo>
                      <a:pt x="1" y="1912"/>
                      <a:pt x="1" y="1941"/>
                      <a:pt x="1" y="1978"/>
                    </a:cubicBezTo>
                    <a:cubicBezTo>
                      <a:pt x="30" y="2007"/>
                      <a:pt x="30" y="2007"/>
                      <a:pt x="67" y="2007"/>
                    </a:cubicBezTo>
                    <a:lnTo>
                      <a:pt x="96" y="2007"/>
                    </a:lnTo>
                    <a:lnTo>
                      <a:pt x="2776" y="111"/>
                    </a:lnTo>
                    <a:cubicBezTo>
                      <a:pt x="2813" y="81"/>
                      <a:pt x="2813" y="52"/>
                      <a:pt x="2776" y="23"/>
                    </a:cubicBezTo>
                    <a:cubicBezTo>
                      <a:pt x="2776" y="8"/>
                      <a:pt x="2762" y="1"/>
                      <a:pt x="27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1" name="Google Shape;1321;p48"/>
              <p:cNvSpPr/>
              <p:nvPr/>
            </p:nvSpPr>
            <p:spPr>
              <a:xfrm>
                <a:off x="5908721" y="2902339"/>
                <a:ext cx="236708" cy="171064"/>
              </a:xfrm>
              <a:custGeom>
                <a:avLst/>
                <a:gdLst/>
                <a:ahLst/>
                <a:cxnLst/>
                <a:rect l="l" t="t" r="r" b="b"/>
                <a:pathLst>
                  <a:path w="2535" h="1832" extrusionOk="0">
                    <a:moveTo>
                      <a:pt x="2534" y="1"/>
                    </a:moveTo>
                    <a:lnTo>
                      <a:pt x="1" y="183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2" name="Google Shape;1322;p48"/>
              <p:cNvSpPr/>
              <p:nvPr/>
            </p:nvSpPr>
            <p:spPr>
              <a:xfrm>
                <a:off x="5902559" y="2894963"/>
                <a:ext cx="248286" cy="183857"/>
              </a:xfrm>
              <a:custGeom>
                <a:avLst/>
                <a:gdLst/>
                <a:ahLst/>
                <a:cxnLst/>
                <a:rect l="l" t="t" r="r" b="b"/>
                <a:pathLst>
                  <a:path w="2659" h="1969" extrusionOk="0">
                    <a:moveTo>
                      <a:pt x="2581" y="1"/>
                    </a:moveTo>
                    <a:cubicBezTo>
                      <a:pt x="2571" y="1"/>
                      <a:pt x="2564" y="4"/>
                      <a:pt x="2564" y="14"/>
                    </a:cubicBezTo>
                    <a:lnTo>
                      <a:pt x="37" y="1881"/>
                    </a:lnTo>
                    <a:cubicBezTo>
                      <a:pt x="1" y="1881"/>
                      <a:pt x="1" y="1910"/>
                      <a:pt x="1" y="1940"/>
                    </a:cubicBezTo>
                    <a:cubicBezTo>
                      <a:pt x="37" y="1969"/>
                      <a:pt x="37" y="1969"/>
                      <a:pt x="67" y="1969"/>
                    </a:cubicBezTo>
                    <a:lnTo>
                      <a:pt x="96" y="1969"/>
                    </a:lnTo>
                    <a:lnTo>
                      <a:pt x="2629" y="109"/>
                    </a:lnTo>
                    <a:cubicBezTo>
                      <a:pt x="2659" y="109"/>
                      <a:pt x="2659" y="50"/>
                      <a:pt x="2629" y="14"/>
                    </a:cubicBezTo>
                    <a:cubicBezTo>
                      <a:pt x="2629" y="14"/>
                      <a:pt x="2600" y="1"/>
                      <a:pt x="258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3" name="Google Shape;1323;p48"/>
              <p:cNvSpPr/>
              <p:nvPr/>
            </p:nvSpPr>
            <p:spPr>
              <a:xfrm>
                <a:off x="5991453" y="2939317"/>
                <a:ext cx="247632" cy="173679"/>
              </a:xfrm>
              <a:custGeom>
                <a:avLst/>
                <a:gdLst/>
                <a:ahLst/>
                <a:cxnLst/>
                <a:rect l="l" t="t" r="r" b="b"/>
                <a:pathLst>
                  <a:path w="2652" h="1860" extrusionOk="0">
                    <a:moveTo>
                      <a:pt x="2651" y="0"/>
                    </a:moveTo>
                    <a:lnTo>
                      <a:pt x="1" y="186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4" name="Google Shape;1324;p48"/>
              <p:cNvSpPr/>
              <p:nvPr/>
            </p:nvSpPr>
            <p:spPr>
              <a:xfrm>
                <a:off x="5982582" y="2931286"/>
                <a:ext cx="261919" cy="187218"/>
              </a:xfrm>
              <a:custGeom>
                <a:avLst/>
                <a:gdLst/>
                <a:ahLst/>
                <a:cxnLst/>
                <a:rect l="l" t="t" r="r" b="b"/>
                <a:pathLst>
                  <a:path w="2805" h="2005" extrusionOk="0">
                    <a:moveTo>
                      <a:pt x="2761" y="0"/>
                    </a:moveTo>
                    <a:cubicBezTo>
                      <a:pt x="2746" y="0"/>
                      <a:pt x="2732" y="9"/>
                      <a:pt x="2717" y="28"/>
                    </a:cubicBezTo>
                    <a:lnTo>
                      <a:pt x="30" y="1917"/>
                    </a:lnTo>
                    <a:cubicBezTo>
                      <a:pt x="30" y="1917"/>
                      <a:pt x="0" y="1975"/>
                      <a:pt x="30" y="1975"/>
                    </a:cubicBezTo>
                    <a:cubicBezTo>
                      <a:pt x="30" y="2005"/>
                      <a:pt x="59" y="2005"/>
                      <a:pt x="96" y="2005"/>
                    </a:cubicBezTo>
                    <a:lnTo>
                      <a:pt x="125" y="2005"/>
                    </a:lnTo>
                    <a:lnTo>
                      <a:pt x="2776" y="115"/>
                    </a:lnTo>
                    <a:cubicBezTo>
                      <a:pt x="2805" y="115"/>
                      <a:pt x="2805" y="57"/>
                      <a:pt x="2805" y="28"/>
                    </a:cubicBezTo>
                    <a:cubicBezTo>
                      <a:pt x="2790" y="9"/>
                      <a:pt x="2776" y="0"/>
                      <a:pt x="27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5" name="Google Shape;1325;p48"/>
              <p:cNvSpPr/>
              <p:nvPr/>
            </p:nvSpPr>
            <p:spPr>
              <a:xfrm>
                <a:off x="5908721" y="2782724"/>
                <a:ext cx="117000" cy="91041"/>
              </a:xfrm>
              <a:custGeom>
                <a:avLst/>
                <a:gdLst/>
                <a:ahLst/>
                <a:cxnLst/>
                <a:rect l="l" t="t" r="r" b="b"/>
                <a:pathLst>
                  <a:path w="1253" h="975" extrusionOk="0">
                    <a:moveTo>
                      <a:pt x="1128" y="0"/>
                    </a:moveTo>
                    <a:cubicBezTo>
                      <a:pt x="887" y="30"/>
                      <a:pt x="608" y="117"/>
                      <a:pt x="425" y="301"/>
                    </a:cubicBezTo>
                    <a:cubicBezTo>
                      <a:pt x="59" y="703"/>
                      <a:pt x="1" y="945"/>
                      <a:pt x="154" y="974"/>
                    </a:cubicBezTo>
                    <a:cubicBezTo>
                      <a:pt x="337" y="974"/>
                      <a:pt x="638" y="549"/>
                      <a:pt x="638" y="549"/>
                    </a:cubicBezTo>
                    <a:cubicBezTo>
                      <a:pt x="704" y="520"/>
                      <a:pt x="1033" y="454"/>
                      <a:pt x="1253" y="396"/>
                    </a:cubicBezTo>
                    <a:lnTo>
                      <a:pt x="11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6" name="Google Shape;1326;p48"/>
              <p:cNvSpPr/>
              <p:nvPr/>
            </p:nvSpPr>
            <p:spPr>
              <a:xfrm>
                <a:off x="5906014" y="2776561"/>
                <a:ext cx="127925" cy="102620"/>
              </a:xfrm>
              <a:custGeom>
                <a:avLst/>
                <a:gdLst/>
                <a:ahLst/>
                <a:cxnLst/>
                <a:rect l="l" t="t" r="r" b="b"/>
                <a:pathLst>
                  <a:path w="1370" h="1099" extrusionOk="0">
                    <a:moveTo>
                      <a:pt x="1157" y="0"/>
                    </a:moveTo>
                    <a:cubicBezTo>
                      <a:pt x="916" y="37"/>
                      <a:pt x="608" y="125"/>
                      <a:pt x="396" y="337"/>
                    </a:cubicBezTo>
                    <a:cubicBezTo>
                      <a:pt x="117" y="615"/>
                      <a:pt x="0" y="857"/>
                      <a:pt x="59" y="1011"/>
                    </a:cubicBezTo>
                    <a:cubicBezTo>
                      <a:pt x="88" y="1040"/>
                      <a:pt x="117" y="1099"/>
                      <a:pt x="183" y="1099"/>
                    </a:cubicBezTo>
                    <a:lnTo>
                      <a:pt x="213" y="1099"/>
                    </a:lnTo>
                    <a:cubicBezTo>
                      <a:pt x="366" y="1099"/>
                      <a:pt x="608" y="769"/>
                      <a:pt x="696" y="645"/>
                    </a:cubicBezTo>
                    <a:cubicBezTo>
                      <a:pt x="791" y="645"/>
                      <a:pt x="1003" y="586"/>
                      <a:pt x="1311" y="520"/>
                    </a:cubicBezTo>
                    <a:cubicBezTo>
                      <a:pt x="1340" y="520"/>
                      <a:pt x="1370" y="491"/>
                      <a:pt x="1340" y="462"/>
                    </a:cubicBezTo>
                    <a:cubicBezTo>
                      <a:pt x="1340" y="432"/>
                      <a:pt x="1311" y="403"/>
                      <a:pt x="1282" y="403"/>
                    </a:cubicBezTo>
                    <a:cubicBezTo>
                      <a:pt x="916" y="491"/>
                      <a:pt x="696" y="520"/>
                      <a:pt x="667" y="550"/>
                    </a:cubicBezTo>
                    <a:lnTo>
                      <a:pt x="637" y="550"/>
                    </a:lnTo>
                    <a:cubicBezTo>
                      <a:pt x="484" y="769"/>
                      <a:pt x="271" y="982"/>
                      <a:pt x="213" y="982"/>
                    </a:cubicBezTo>
                    <a:cubicBezTo>
                      <a:pt x="183" y="982"/>
                      <a:pt x="183" y="952"/>
                      <a:pt x="183" y="952"/>
                    </a:cubicBezTo>
                    <a:cubicBezTo>
                      <a:pt x="147" y="886"/>
                      <a:pt x="213" y="703"/>
                      <a:pt x="484" y="432"/>
                    </a:cubicBezTo>
                    <a:cubicBezTo>
                      <a:pt x="667" y="220"/>
                      <a:pt x="974" y="154"/>
                      <a:pt x="1157" y="125"/>
                    </a:cubicBezTo>
                    <a:cubicBezTo>
                      <a:pt x="1187" y="125"/>
                      <a:pt x="1216" y="96"/>
                      <a:pt x="1216" y="66"/>
                    </a:cubicBezTo>
                    <a:cubicBezTo>
                      <a:pt x="1216" y="37"/>
                      <a:pt x="1187" y="0"/>
                      <a:pt x="1157"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7" name="Google Shape;1327;p48"/>
              <p:cNvSpPr/>
              <p:nvPr/>
            </p:nvSpPr>
            <p:spPr>
              <a:xfrm>
                <a:off x="5925809" y="2797104"/>
                <a:ext cx="119801" cy="99165"/>
              </a:xfrm>
              <a:custGeom>
                <a:avLst/>
                <a:gdLst/>
                <a:ahLst/>
                <a:cxnLst/>
                <a:rect l="l" t="t" r="r" b="b"/>
                <a:pathLst>
                  <a:path w="1283" h="1062" extrusionOk="0">
                    <a:moveTo>
                      <a:pt x="975" y="0"/>
                    </a:moveTo>
                    <a:cubicBezTo>
                      <a:pt x="733" y="59"/>
                      <a:pt x="484" y="183"/>
                      <a:pt x="337" y="366"/>
                    </a:cubicBezTo>
                    <a:cubicBezTo>
                      <a:pt x="1" y="791"/>
                      <a:pt x="1" y="1062"/>
                      <a:pt x="154" y="1062"/>
                    </a:cubicBezTo>
                    <a:cubicBezTo>
                      <a:pt x="301" y="1033"/>
                      <a:pt x="579" y="579"/>
                      <a:pt x="579" y="579"/>
                    </a:cubicBezTo>
                    <a:cubicBezTo>
                      <a:pt x="638" y="549"/>
                      <a:pt x="1033" y="425"/>
                      <a:pt x="1282" y="330"/>
                    </a:cubicBezTo>
                    <a:lnTo>
                      <a:pt x="9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8" name="Google Shape;1328;p48"/>
              <p:cNvSpPr/>
              <p:nvPr/>
            </p:nvSpPr>
            <p:spPr>
              <a:xfrm>
                <a:off x="5919647" y="2790941"/>
                <a:ext cx="131380" cy="111491"/>
              </a:xfrm>
              <a:custGeom>
                <a:avLst/>
                <a:gdLst/>
                <a:ahLst/>
                <a:cxnLst/>
                <a:rect l="l" t="t" r="r" b="b"/>
                <a:pathLst>
                  <a:path w="1407" h="1194" extrusionOk="0">
                    <a:moveTo>
                      <a:pt x="1011" y="0"/>
                    </a:moveTo>
                    <a:cubicBezTo>
                      <a:pt x="704" y="95"/>
                      <a:pt x="491" y="213"/>
                      <a:pt x="338" y="396"/>
                    </a:cubicBezTo>
                    <a:cubicBezTo>
                      <a:pt x="96" y="703"/>
                      <a:pt x="1" y="981"/>
                      <a:pt x="67" y="1099"/>
                    </a:cubicBezTo>
                    <a:cubicBezTo>
                      <a:pt x="96" y="1164"/>
                      <a:pt x="155" y="1194"/>
                      <a:pt x="220" y="1194"/>
                    </a:cubicBezTo>
                    <a:cubicBezTo>
                      <a:pt x="367" y="1164"/>
                      <a:pt x="616" y="828"/>
                      <a:pt x="674" y="674"/>
                    </a:cubicBezTo>
                    <a:cubicBezTo>
                      <a:pt x="770" y="674"/>
                      <a:pt x="1011" y="579"/>
                      <a:pt x="1348" y="461"/>
                    </a:cubicBezTo>
                    <a:cubicBezTo>
                      <a:pt x="1377" y="461"/>
                      <a:pt x="1407" y="432"/>
                      <a:pt x="1407" y="396"/>
                    </a:cubicBezTo>
                    <a:cubicBezTo>
                      <a:pt x="1377" y="366"/>
                      <a:pt x="1348" y="337"/>
                      <a:pt x="1319" y="337"/>
                    </a:cubicBezTo>
                    <a:cubicBezTo>
                      <a:pt x="1070" y="432"/>
                      <a:pt x="674" y="549"/>
                      <a:pt x="616" y="579"/>
                    </a:cubicBezTo>
                    <a:lnTo>
                      <a:pt x="587" y="615"/>
                    </a:lnTo>
                    <a:cubicBezTo>
                      <a:pt x="462" y="828"/>
                      <a:pt x="279" y="1040"/>
                      <a:pt x="220" y="1069"/>
                    </a:cubicBezTo>
                    <a:cubicBezTo>
                      <a:pt x="184" y="1069"/>
                      <a:pt x="184" y="1040"/>
                      <a:pt x="184" y="1040"/>
                    </a:cubicBezTo>
                    <a:cubicBezTo>
                      <a:pt x="155" y="981"/>
                      <a:pt x="184" y="798"/>
                      <a:pt x="433" y="491"/>
                    </a:cubicBezTo>
                    <a:cubicBezTo>
                      <a:pt x="587" y="278"/>
                      <a:pt x="857" y="183"/>
                      <a:pt x="1041" y="125"/>
                    </a:cubicBezTo>
                    <a:cubicBezTo>
                      <a:pt x="1070" y="125"/>
                      <a:pt x="1099" y="95"/>
                      <a:pt x="1099" y="66"/>
                    </a:cubicBezTo>
                    <a:cubicBezTo>
                      <a:pt x="1070" y="29"/>
                      <a:pt x="1041" y="0"/>
                      <a:pt x="101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29" name="Google Shape;1329;p48"/>
              <p:cNvSpPr/>
              <p:nvPr/>
            </p:nvSpPr>
            <p:spPr>
              <a:xfrm>
                <a:off x="5953822" y="2819608"/>
                <a:ext cx="131380" cy="88333"/>
              </a:xfrm>
              <a:custGeom>
                <a:avLst/>
                <a:gdLst/>
                <a:ahLst/>
                <a:cxnLst/>
                <a:rect l="l" t="t" r="r" b="b"/>
                <a:pathLst>
                  <a:path w="1407" h="944" extrusionOk="0">
                    <a:moveTo>
                      <a:pt x="1011" y="1"/>
                    </a:moveTo>
                    <a:cubicBezTo>
                      <a:pt x="799" y="1"/>
                      <a:pt x="587" y="125"/>
                      <a:pt x="404" y="308"/>
                    </a:cubicBezTo>
                    <a:cubicBezTo>
                      <a:pt x="37" y="674"/>
                      <a:pt x="1" y="916"/>
                      <a:pt x="125" y="945"/>
                    </a:cubicBezTo>
                    <a:cubicBezTo>
                      <a:pt x="279" y="945"/>
                      <a:pt x="675" y="550"/>
                      <a:pt x="675" y="550"/>
                    </a:cubicBezTo>
                    <a:cubicBezTo>
                      <a:pt x="770" y="521"/>
                      <a:pt x="1407" y="338"/>
                      <a:pt x="1407" y="338"/>
                    </a:cubicBezTo>
                    <a:lnTo>
                      <a:pt x="101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0" name="Google Shape;1330;p48"/>
              <p:cNvSpPr/>
              <p:nvPr/>
            </p:nvSpPr>
            <p:spPr>
              <a:xfrm>
                <a:off x="5951114" y="2812698"/>
                <a:ext cx="139597" cy="100659"/>
              </a:xfrm>
              <a:custGeom>
                <a:avLst/>
                <a:gdLst/>
                <a:ahLst/>
                <a:cxnLst/>
                <a:rect l="l" t="t" r="r" b="b"/>
                <a:pathLst>
                  <a:path w="1495" h="1078" extrusionOk="0">
                    <a:moveTo>
                      <a:pt x="1066" y="1"/>
                    </a:moveTo>
                    <a:cubicBezTo>
                      <a:pt x="1058" y="1"/>
                      <a:pt x="1049" y="5"/>
                      <a:pt x="1040" y="16"/>
                    </a:cubicBezTo>
                    <a:cubicBezTo>
                      <a:pt x="799" y="45"/>
                      <a:pt x="550" y="163"/>
                      <a:pt x="396" y="346"/>
                    </a:cubicBezTo>
                    <a:cubicBezTo>
                      <a:pt x="125" y="595"/>
                      <a:pt x="1" y="836"/>
                      <a:pt x="30" y="990"/>
                    </a:cubicBezTo>
                    <a:cubicBezTo>
                      <a:pt x="66" y="1019"/>
                      <a:pt x="96" y="1078"/>
                      <a:pt x="154" y="1078"/>
                    </a:cubicBezTo>
                    <a:lnTo>
                      <a:pt x="184" y="1078"/>
                    </a:lnTo>
                    <a:cubicBezTo>
                      <a:pt x="337" y="1078"/>
                      <a:pt x="645" y="778"/>
                      <a:pt x="733" y="682"/>
                    </a:cubicBezTo>
                    <a:cubicBezTo>
                      <a:pt x="857" y="653"/>
                      <a:pt x="1253" y="529"/>
                      <a:pt x="1465" y="470"/>
                    </a:cubicBezTo>
                    <a:cubicBezTo>
                      <a:pt x="1494" y="470"/>
                      <a:pt x="1494" y="441"/>
                      <a:pt x="1494" y="412"/>
                    </a:cubicBezTo>
                    <a:cubicBezTo>
                      <a:pt x="1494" y="391"/>
                      <a:pt x="1480" y="367"/>
                      <a:pt x="1461" y="367"/>
                    </a:cubicBezTo>
                    <a:cubicBezTo>
                      <a:pt x="1453" y="367"/>
                      <a:pt x="1445" y="371"/>
                      <a:pt x="1436" y="382"/>
                    </a:cubicBezTo>
                    <a:cubicBezTo>
                      <a:pt x="1407" y="382"/>
                      <a:pt x="799" y="529"/>
                      <a:pt x="704" y="565"/>
                    </a:cubicBezTo>
                    <a:lnTo>
                      <a:pt x="674" y="565"/>
                    </a:lnTo>
                    <a:cubicBezTo>
                      <a:pt x="491" y="778"/>
                      <a:pt x="250" y="961"/>
                      <a:pt x="184" y="961"/>
                    </a:cubicBezTo>
                    <a:cubicBezTo>
                      <a:pt x="154" y="961"/>
                      <a:pt x="154" y="961"/>
                      <a:pt x="154" y="931"/>
                    </a:cubicBezTo>
                    <a:cubicBezTo>
                      <a:pt x="125" y="895"/>
                      <a:pt x="213" y="682"/>
                      <a:pt x="462" y="412"/>
                    </a:cubicBezTo>
                    <a:cubicBezTo>
                      <a:pt x="645" y="258"/>
                      <a:pt x="828" y="133"/>
                      <a:pt x="1040" y="104"/>
                    </a:cubicBezTo>
                    <a:cubicBezTo>
                      <a:pt x="1070" y="104"/>
                      <a:pt x="1099" y="75"/>
                      <a:pt x="1099" y="45"/>
                    </a:cubicBezTo>
                    <a:cubicBezTo>
                      <a:pt x="1099" y="25"/>
                      <a:pt x="1085" y="1"/>
                      <a:pt x="1066"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1" name="Google Shape;1331;p48"/>
              <p:cNvSpPr/>
              <p:nvPr/>
            </p:nvSpPr>
            <p:spPr>
              <a:xfrm>
                <a:off x="6020866" y="2839497"/>
                <a:ext cx="95804" cy="66670"/>
              </a:xfrm>
              <a:custGeom>
                <a:avLst/>
                <a:gdLst/>
                <a:ahLst/>
                <a:cxnLst/>
                <a:rect l="l" t="t" r="r" b="b"/>
                <a:pathLst>
                  <a:path w="1026" h="714" extrusionOk="0">
                    <a:moveTo>
                      <a:pt x="564" y="0"/>
                    </a:moveTo>
                    <a:cubicBezTo>
                      <a:pt x="418" y="154"/>
                      <a:pt x="110" y="395"/>
                      <a:pt x="52" y="549"/>
                    </a:cubicBezTo>
                    <a:cubicBezTo>
                      <a:pt x="0" y="669"/>
                      <a:pt x="64" y="713"/>
                      <a:pt x="181" y="713"/>
                    </a:cubicBezTo>
                    <a:cubicBezTo>
                      <a:pt x="215" y="713"/>
                      <a:pt x="253" y="710"/>
                      <a:pt x="293" y="703"/>
                    </a:cubicBezTo>
                    <a:cubicBezTo>
                      <a:pt x="660" y="579"/>
                      <a:pt x="1026" y="212"/>
                      <a:pt x="1026" y="212"/>
                    </a:cubicBezTo>
                    <a:lnTo>
                      <a:pt x="5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2" name="Google Shape;1332;p48"/>
              <p:cNvSpPr/>
              <p:nvPr/>
            </p:nvSpPr>
            <p:spPr>
              <a:xfrm>
                <a:off x="6016758" y="2834642"/>
                <a:ext cx="108129" cy="76008"/>
              </a:xfrm>
              <a:custGeom>
                <a:avLst/>
                <a:gdLst/>
                <a:ahLst/>
                <a:cxnLst/>
                <a:rect l="l" t="t" r="r" b="b"/>
                <a:pathLst>
                  <a:path w="1158" h="814" extrusionOk="0">
                    <a:moveTo>
                      <a:pt x="612" y="1"/>
                    </a:moveTo>
                    <a:cubicBezTo>
                      <a:pt x="595" y="1"/>
                      <a:pt x="579" y="8"/>
                      <a:pt x="579" y="23"/>
                    </a:cubicBezTo>
                    <a:cubicBezTo>
                      <a:pt x="550" y="23"/>
                      <a:pt x="520" y="52"/>
                      <a:pt x="462" y="81"/>
                    </a:cubicBezTo>
                    <a:cubicBezTo>
                      <a:pt x="308" y="235"/>
                      <a:pt x="96" y="447"/>
                      <a:pt x="30" y="601"/>
                    </a:cubicBezTo>
                    <a:cubicBezTo>
                      <a:pt x="1" y="696"/>
                      <a:pt x="30" y="755"/>
                      <a:pt x="59" y="755"/>
                    </a:cubicBezTo>
                    <a:cubicBezTo>
                      <a:pt x="96" y="814"/>
                      <a:pt x="154" y="814"/>
                      <a:pt x="213" y="814"/>
                    </a:cubicBezTo>
                    <a:lnTo>
                      <a:pt x="337" y="814"/>
                    </a:lnTo>
                    <a:cubicBezTo>
                      <a:pt x="704" y="696"/>
                      <a:pt x="1099" y="330"/>
                      <a:pt x="1128" y="330"/>
                    </a:cubicBezTo>
                    <a:cubicBezTo>
                      <a:pt x="1157" y="294"/>
                      <a:pt x="1157" y="264"/>
                      <a:pt x="1128" y="235"/>
                    </a:cubicBezTo>
                    <a:cubicBezTo>
                      <a:pt x="1114" y="220"/>
                      <a:pt x="1099" y="213"/>
                      <a:pt x="1084" y="213"/>
                    </a:cubicBezTo>
                    <a:cubicBezTo>
                      <a:pt x="1070" y="213"/>
                      <a:pt x="1055" y="220"/>
                      <a:pt x="1040" y="235"/>
                    </a:cubicBezTo>
                    <a:cubicBezTo>
                      <a:pt x="1040" y="235"/>
                      <a:pt x="645" y="601"/>
                      <a:pt x="308" y="696"/>
                    </a:cubicBezTo>
                    <a:cubicBezTo>
                      <a:pt x="276" y="706"/>
                      <a:pt x="249" y="709"/>
                      <a:pt x="226" y="709"/>
                    </a:cubicBezTo>
                    <a:cubicBezTo>
                      <a:pt x="180" y="709"/>
                      <a:pt x="154" y="696"/>
                      <a:pt x="154" y="696"/>
                    </a:cubicBezTo>
                    <a:lnTo>
                      <a:pt x="154" y="631"/>
                    </a:lnTo>
                    <a:cubicBezTo>
                      <a:pt x="184" y="513"/>
                      <a:pt x="396" y="330"/>
                      <a:pt x="550" y="177"/>
                    </a:cubicBezTo>
                    <a:cubicBezTo>
                      <a:pt x="579" y="147"/>
                      <a:pt x="608" y="111"/>
                      <a:pt x="645" y="81"/>
                    </a:cubicBezTo>
                    <a:cubicBezTo>
                      <a:pt x="674" y="81"/>
                      <a:pt x="674" y="23"/>
                      <a:pt x="645" y="23"/>
                    </a:cubicBezTo>
                    <a:cubicBezTo>
                      <a:pt x="645" y="8"/>
                      <a:pt x="628" y="1"/>
                      <a:pt x="612"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3" name="Google Shape;1333;p48"/>
              <p:cNvSpPr/>
              <p:nvPr/>
            </p:nvSpPr>
            <p:spPr>
              <a:xfrm>
                <a:off x="6392784" y="2309586"/>
                <a:ext cx="962797" cy="1374304"/>
              </a:xfrm>
              <a:custGeom>
                <a:avLst/>
                <a:gdLst/>
                <a:ahLst/>
                <a:cxnLst/>
                <a:rect l="l" t="t" r="r" b="b"/>
                <a:pathLst>
                  <a:path w="10311" h="14718" extrusionOk="0">
                    <a:moveTo>
                      <a:pt x="7748" y="0"/>
                    </a:moveTo>
                    <a:lnTo>
                      <a:pt x="7748" y="0"/>
                    </a:lnTo>
                    <a:cubicBezTo>
                      <a:pt x="8634" y="608"/>
                      <a:pt x="9798" y="1860"/>
                      <a:pt x="9366" y="4240"/>
                    </a:cubicBezTo>
                    <a:cubicBezTo>
                      <a:pt x="8758" y="7747"/>
                      <a:pt x="6379" y="8846"/>
                      <a:pt x="5588" y="8882"/>
                    </a:cubicBezTo>
                    <a:cubicBezTo>
                      <a:pt x="5483" y="8891"/>
                      <a:pt x="5371" y="8894"/>
                      <a:pt x="5253" y="8894"/>
                    </a:cubicBezTo>
                    <a:cubicBezTo>
                      <a:pt x="4959" y="8894"/>
                      <a:pt x="4631" y="8872"/>
                      <a:pt x="4306" y="8846"/>
                    </a:cubicBezTo>
                    <a:cubicBezTo>
                      <a:pt x="3936" y="8817"/>
                      <a:pt x="3554" y="8789"/>
                      <a:pt x="3179" y="8789"/>
                    </a:cubicBezTo>
                    <a:cubicBezTo>
                      <a:pt x="2035" y="8789"/>
                      <a:pt x="964" y="9047"/>
                      <a:pt x="550" y="10310"/>
                    </a:cubicBezTo>
                    <a:cubicBezTo>
                      <a:pt x="1" y="12024"/>
                      <a:pt x="279" y="13825"/>
                      <a:pt x="396" y="14520"/>
                    </a:cubicBezTo>
                    <a:lnTo>
                      <a:pt x="426" y="14520"/>
                    </a:lnTo>
                    <a:cubicBezTo>
                      <a:pt x="426" y="14520"/>
                      <a:pt x="1359" y="14717"/>
                      <a:pt x="2894" y="14717"/>
                    </a:cubicBezTo>
                    <a:cubicBezTo>
                      <a:pt x="4449" y="14717"/>
                      <a:pt x="6622" y="14515"/>
                      <a:pt x="9066" y="13700"/>
                    </a:cubicBezTo>
                    <a:cubicBezTo>
                      <a:pt x="9066" y="13700"/>
                      <a:pt x="10098" y="8663"/>
                      <a:pt x="10223" y="5646"/>
                    </a:cubicBezTo>
                    <a:cubicBezTo>
                      <a:pt x="10311" y="3142"/>
                      <a:pt x="9674" y="791"/>
                      <a:pt x="77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4" name="Google Shape;1334;p48"/>
              <p:cNvSpPr/>
              <p:nvPr/>
            </p:nvSpPr>
            <p:spPr>
              <a:xfrm>
                <a:off x="6310052" y="2798598"/>
                <a:ext cx="128672" cy="36603"/>
              </a:xfrm>
              <a:custGeom>
                <a:avLst/>
                <a:gdLst/>
                <a:ahLst/>
                <a:cxnLst/>
                <a:rect l="l" t="t" r="r" b="b"/>
                <a:pathLst>
                  <a:path w="1378" h="392" extrusionOk="0">
                    <a:moveTo>
                      <a:pt x="562" y="0"/>
                    </a:moveTo>
                    <a:cubicBezTo>
                      <a:pt x="385" y="0"/>
                      <a:pt x="235" y="11"/>
                      <a:pt x="184" y="43"/>
                    </a:cubicBezTo>
                    <a:cubicBezTo>
                      <a:pt x="1" y="101"/>
                      <a:pt x="96" y="284"/>
                      <a:pt x="155" y="379"/>
                    </a:cubicBezTo>
                    <a:cubicBezTo>
                      <a:pt x="160" y="388"/>
                      <a:pt x="175" y="391"/>
                      <a:pt x="198" y="391"/>
                    </a:cubicBezTo>
                    <a:cubicBezTo>
                      <a:pt x="421" y="391"/>
                      <a:pt x="1377" y="43"/>
                      <a:pt x="1377" y="43"/>
                    </a:cubicBezTo>
                    <a:cubicBezTo>
                      <a:pt x="1377" y="43"/>
                      <a:pt x="915" y="0"/>
                      <a:pt x="5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5" name="Google Shape;1335;p48"/>
              <p:cNvSpPr/>
              <p:nvPr/>
            </p:nvSpPr>
            <p:spPr>
              <a:xfrm>
                <a:off x="6310052" y="2792249"/>
                <a:ext cx="136889" cy="47342"/>
              </a:xfrm>
              <a:custGeom>
                <a:avLst/>
                <a:gdLst/>
                <a:ahLst/>
                <a:cxnLst/>
                <a:rect l="l" t="t" r="r" b="b"/>
                <a:pathLst>
                  <a:path w="1466" h="507" extrusionOk="0">
                    <a:moveTo>
                      <a:pt x="544" y="118"/>
                    </a:moveTo>
                    <a:cubicBezTo>
                      <a:pt x="704" y="118"/>
                      <a:pt x="902" y="125"/>
                      <a:pt x="1099" y="140"/>
                    </a:cubicBezTo>
                    <a:cubicBezTo>
                      <a:pt x="725" y="275"/>
                      <a:pt x="374" y="388"/>
                      <a:pt x="230" y="388"/>
                    </a:cubicBezTo>
                    <a:cubicBezTo>
                      <a:pt x="211" y="388"/>
                      <a:pt x="195" y="386"/>
                      <a:pt x="184" y="382"/>
                    </a:cubicBezTo>
                    <a:cubicBezTo>
                      <a:pt x="155" y="323"/>
                      <a:pt x="125" y="264"/>
                      <a:pt x="155" y="199"/>
                    </a:cubicBezTo>
                    <a:cubicBezTo>
                      <a:pt x="155" y="199"/>
                      <a:pt x="155" y="169"/>
                      <a:pt x="213" y="140"/>
                    </a:cubicBezTo>
                    <a:cubicBezTo>
                      <a:pt x="261" y="125"/>
                      <a:pt x="383" y="118"/>
                      <a:pt x="544" y="118"/>
                    </a:cubicBezTo>
                    <a:close/>
                    <a:moveTo>
                      <a:pt x="641" y="0"/>
                    </a:moveTo>
                    <a:cubicBezTo>
                      <a:pt x="425" y="0"/>
                      <a:pt x="228" y="14"/>
                      <a:pt x="155" y="52"/>
                    </a:cubicBezTo>
                    <a:cubicBezTo>
                      <a:pt x="67" y="81"/>
                      <a:pt x="30" y="140"/>
                      <a:pt x="30" y="169"/>
                    </a:cubicBezTo>
                    <a:cubicBezTo>
                      <a:pt x="1" y="294"/>
                      <a:pt x="96" y="447"/>
                      <a:pt x="125" y="477"/>
                    </a:cubicBezTo>
                    <a:cubicBezTo>
                      <a:pt x="125" y="477"/>
                      <a:pt x="125" y="506"/>
                      <a:pt x="213" y="506"/>
                    </a:cubicBezTo>
                    <a:cubicBezTo>
                      <a:pt x="338" y="506"/>
                      <a:pt x="645" y="447"/>
                      <a:pt x="1407" y="140"/>
                    </a:cubicBezTo>
                    <a:cubicBezTo>
                      <a:pt x="1436" y="140"/>
                      <a:pt x="1465" y="111"/>
                      <a:pt x="1436" y="81"/>
                    </a:cubicBezTo>
                    <a:cubicBezTo>
                      <a:pt x="1436" y="52"/>
                      <a:pt x="1407" y="52"/>
                      <a:pt x="1407" y="52"/>
                    </a:cubicBezTo>
                    <a:cubicBezTo>
                      <a:pt x="1332" y="30"/>
                      <a:pt x="964" y="0"/>
                      <a:pt x="64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6" name="Google Shape;1336;p48"/>
              <p:cNvSpPr/>
              <p:nvPr/>
            </p:nvSpPr>
            <p:spPr>
              <a:xfrm>
                <a:off x="6250572" y="2802520"/>
                <a:ext cx="185444" cy="108876"/>
              </a:xfrm>
              <a:custGeom>
                <a:avLst/>
                <a:gdLst/>
                <a:ahLst/>
                <a:cxnLst/>
                <a:rect l="l" t="t" r="r" b="b"/>
                <a:pathLst>
                  <a:path w="1986" h="1166" extrusionOk="0">
                    <a:moveTo>
                      <a:pt x="1985" y="1"/>
                    </a:moveTo>
                    <a:lnTo>
                      <a:pt x="1985" y="1"/>
                    </a:lnTo>
                    <a:cubicBezTo>
                      <a:pt x="1985" y="1"/>
                      <a:pt x="609" y="213"/>
                      <a:pt x="367" y="367"/>
                    </a:cubicBezTo>
                    <a:cubicBezTo>
                      <a:pt x="118" y="550"/>
                      <a:pt x="1" y="1070"/>
                      <a:pt x="89" y="1128"/>
                    </a:cubicBezTo>
                    <a:cubicBezTo>
                      <a:pt x="111" y="1148"/>
                      <a:pt x="136" y="1165"/>
                      <a:pt x="168" y="1165"/>
                    </a:cubicBezTo>
                    <a:cubicBezTo>
                      <a:pt x="232" y="1165"/>
                      <a:pt x="324" y="1099"/>
                      <a:pt x="484" y="857"/>
                    </a:cubicBezTo>
                    <a:lnTo>
                      <a:pt x="1831" y="425"/>
                    </a:lnTo>
                    <a:lnTo>
                      <a:pt x="19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7" name="Google Shape;1337;p48"/>
              <p:cNvSpPr/>
              <p:nvPr/>
            </p:nvSpPr>
            <p:spPr>
              <a:xfrm>
                <a:off x="6250572" y="2797104"/>
                <a:ext cx="190860" cy="122416"/>
              </a:xfrm>
              <a:custGeom>
                <a:avLst/>
                <a:gdLst/>
                <a:ahLst/>
                <a:cxnLst/>
                <a:rect l="l" t="t" r="r" b="b"/>
                <a:pathLst>
                  <a:path w="2044" h="1311" extrusionOk="0">
                    <a:moveTo>
                      <a:pt x="1890" y="117"/>
                    </a:moveTo>
                    <a:lnTo>
                      <a:pt x="1766" y="454"/>
                    </a:lnTo>
                    <a:lnTo>
                      <a:pt x="484" y="849"/>
                    </a:lnTo>
                    <a:cubicBezTo>
                      <a:pt x="455" y="849"/>
                      <a:pt x="455" y="879"/>
                      <a:pt x="455" y="879"/>
                    </a:cubicBezTo>
                    <a:cubicBezTo>
                      <a:pt x="301" y="1128"/>
                      <a:pt x="213" y="1157"/>
                      <a:pt x="184" y="1186"/>
                    </a:cubicBezTo>
                    <a:cubicBezTo>
                      <a:pt x="155" y="1186"/>
                      <a:pt x="155" y="1186"/>
                      <a:pt x="118" y="1157"/>
                    </a:cubicBezTo>
                    <a:cubicBezTo>
                      <a:pt x="89" y="1098"/>
                      <a:pt x="184" y="637"/>
                      <a:pt x="396" y="483"/>
                    </a:cubicBezTo>
                    <a:cubicBezTo>
                      <a:pt x="579" y="366"/>
                      <a:pt x="1465" y="212"/>
                      <a:pt x="1890" y="117"/>
                    </a:cubicBezTo>
                    <a:close/>
                    <a:moveTo>
                      <a:pt x="1949" y="0"/>
                    </a:moveTo>
                    <a:cubicBezTo>
                      <a:pt x="1831" y="29"/>
                      <a:pt x="579" y="212"/>
                      <a:pt x="338" y="395"/>
                    </a:cubicBezTo>
                    <a:cubicBezTo>
                      <a:pt x="118" y="549"/>
                      <a:pt x="1" y="879"/>
                      <a:pt x="1" y="1098"/>
                    </a:cubicBezTo>
                    <a:cubicBezTo>
                      <a:pt x="1" y="1157"/>
                      <a:pt x="1" y="1216"/>
                      <a:pt x="30" y="1245"/>
                    </a:cubicBezTo>
                    <a:cubicBezTo>
                      <a:pt x="89" y="1281"/>
                      <a:pt x="118" y="1311"/>
                      <a:pt x="184" y="1311"/>
                    </a:cubicBezTo>
                    <a:cubicBezTo>
                      <a:pt x="272" y="1281"/>
                      <a:pt x="396" y="1186"/>
                      <a:pt x="550" y="974"/>
                    </a:cubicBezTo>
                    <a:lnTo>
                      <a:pt x="1831" y="549"/>
                    </a:lnTo>
                    <a:cubicBezTo>
                      <a:pt x="1861" y="549"/>
                      <a:pt x="1861" y="549"/>
                      <a:pt x="1890" y="513"/>
                    </a:cubicBezTo>
                    <a:lnTo>
                      <a:pt x="2044" y="88"/>
                    </a:lnTo>
                    <a:cubicBezTo>
                      <a:pt x="2044" y="59"/>
                      <a:pt x="2044" y="29"/>
                      <a:pt x="2014" y="29"/>
                    </a:cubicBezTo>
                    <a:cubicBezTo>
                      <a:pt x="2014" y="0"/>
                      <a:pt x="1985" y="0"/>
                      <a:pt x="1949"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8" name="Google Shape;1338;p48"/>
              <p:cNvSpPr/>
              <p:nvPr/>
            </p:nvSpPr>
            <p:spPr>
              <a:xfrm>
                <a:off x="6261497" y="2833988"/>
                <a:ext cx="162847" cy="111771"/>
              </a:xfrm>
              <a:custGeom>
                <a:avLst/>
                <a:gdLst/>
                <a:ahLst/>
                <a:cxnLst/>
                <a:rect l="l" t="t" r="r" b="b"/>
                <a:pathLst>
                  <a:path w="1744" h="1197" extrusionOk="0">
                    <a:moveTo>
                      <a:pt x="1436" y="0"/>
                    </a:moveTo>
                    <a:cubicBezTo>
                      <a:pt x="1436" y="0"/>
                      <a:pt x="675" y="184"/>
                      <a:pt x="521" y="271"/>
                    </a:cubicBezTo>
                    <a:cubicBezTo>
                      <a:pt x="338" y="396"/>
                      <a:pt x="1" y="886"/>
                      <a:pt x="67" y="1070"/>
                    </a:cubicBezTo>
                    <a:cubicBezTo>
                      <a:pt x="80" y="1152"/>
                      <a:pt x="130" y="1197"/>
                      <a:pt x="206" y="1197"/>
                    </a:cubicBezTo>
                    <a:cubicBezTo>
                      <a:pt x="300" y="1197"/>
                      <a:pt x="433" y="1128"/>
                      <a:pt x="587" y="974"/>
                    </a:cubicBezTo>
                    <a:cubicBezTo>
                      <a:pt x="828" y="703"/>
                      <a:pt x="1561" y="337"/>
                      <a:pt x="1561" y="337"/>
                    </a:cubicBezTo>
                    <a:lnTo>
                      <a:pt x="1744" y="59"/>
                    </a:lnTo>
                    <a:lnTo>
                      <a:pt x="14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39" name="Google Shape;1339;p48"/>
              <p:cNvSpPr/>
              <p:nvPr/>
            </p:nvSpPr>
            <p:spPr>
              <a:xfrm>
                <a:off x="6256081" y="2827825"/>
                <a:ext cx="176480" cy="123163"/>
              </a:xfrm>
              <a:custGeom>
                <a:avLst/>
                <a:gdLst/>
                <a:ahLst/>
                <a:cxnLst/>
                <a:rect l="l" t="t" r="r" b="b"/>
                <a:pathLst>
                  <a:path w="1889" h="1319" extrusionOk="0">
                    <a:moveTo>
                      <a:pt x="1494" y="125"/>
                    </a:moveTo>
                    <a:lnTo>
                      <a:pt x="1707" y="184"/>
                    </a:lnTo>
                    <a:lnTo>
                      <a:pt x="1560" y="337"/>
                    </a:lnTo>
                    <a:cubicBezTo>
                      <a:pt x="1465" y="403"/>
                      <a:pt x="857" y="733"/>
                      <a:pt x="579" y="982"/>
                    </a:cubicBezTo>
                    <a:cubicBezTo>
                      <a:pt x="450" y="1135"/>
                      <a:pt x="347" y="1201"/>
                      <a:pt x="278" y="1201"/>
                    </a:cubicBezTo>
                    <a:cubicBezTo>
                      <a:pt x="265" y="1201"/>
                      <a:pt x="253" y="1199"/>
                      <a:pt x="242" y="1194"/>
                    </a:cubicBezTo>
                    <a:cubicBezTo>
                      <a:pt x="213" y="1194"/>
                      <a:pt x="183" y="1194"/>
                      <a:pt x="183" y="1136"/>
                    </a:cubicBezTo>
                    <a:cubicBezTo>
                      <a:pt x="154" y="952"/>
                      <a:pt x="462" y="491"/>
                      <a:pt x="608" y="403"/>
                    </a:cubicBezTo>
                    <a:cubicBezTo>
                      <a:pt x="733" y="337"/>
                      <a:pt x="1253" y="184"/>
                      <a:pt x="1494" y="125"/>
                    </a:cubicBezTo>
                    <a:close/>
                    <a:moveTo>
                      <a:pt x="1465" y="1"/>
                    </a:moveTo>
                    <a:cubicBezTo>
                      <a:pt x="1406" y="37"/>
                      <a:pt x="703" y="184"/>
                      <a:pt x="550" y="308"/>
                    </a:cubicBezTo>
                    <a:cubicBezTo>
                      <a:pt x="367" y="403"/>
                      <a:pt x="0" y="916"/>
                      <a:pt x="59" y="1136"/>
                    </a:cubicBezTo>
                    <a:cubicBezTo>
                      <a:pt x="59" y="1223"/>
                      <a:pt x="125" y="1282"/>
                      <a:pt x="183" y="1319"/>
                    </a:cubicBezTo>
                    <a:lnTo>
                      <a:pt x="242" y="1319"/>
                    </a:lnTo>
                    <a:cubicBezTo>
                      <a:pt x="367" y="1319"/>
                      <a:pt x="520" y="1223"/>
                      <a:pt x="674" y="1070"/>
                    </a:cubicBezTo>
                    <a:cubicBezTo>
                      <a:pt x="945" y="828"/>
                      <a:pt x="1619" y="462"/>
                      <a:pt x="1619" y="462"/>
                    </a:cubicBezTo>
                    <a:lnTo>
                      <a:pt x="1648" y="433"/>
                    </a:lnTo>
                    <a:lnTo>
                      <a:pt x="1860" y="184"/>
                    </a:lnTo>
                    <a:cubicBezTo>
                      <a:pt x="1860" y="154"/>
                      <a:pt x="1890" y="125"/>
                      <a:pt x="1860" y="125"/>
                    </a:cubicBezTo>
                    <a:cubicBezTo>
                      <a:pt x="1860" y="96"/>
                      <a:pt x="1860" y="96"/>
                      <a:pt x="1831" y="66"/>
                    </a:cubicBezTo>
                    <a:lnTo>
                      <a:pt x="1494"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0" name="Google Shape;1340;p48"/>
              <p:cNvSpPr/>
              <p:nvPr/>
            </p:nvSpPr>
            <p:spPr>
              <a:xfrm>
                <a:off x="6284748" y="2842205"/>
                <a:ext cx="162194" cy="125590"/>
              </a:xfrm>
              <a:custGeom>
                <a:avLst/>
                <a:gdLst/>
                <a:ahLst/>
                <a:cxnLst/>
                <a:rect l="l" t="t" r="r" b="b"/>
                <a:pathLst>
                  <a:path w="1737" h="1345" extrusionOk="0">
                    <a:moveTo>
                      <a:pt x="1436" y="0"/>
                    </a:moveTo>
                    <a:cubicBezTo>
                      <a:pt x="1436" y="0"/>
                      <a:pt x="579" y="249"/>
                      <a:pt x="396" y="491"/>
                    </a:cubicBezTo>
                    <a:cubicBezTo>
                      <a:pt x="184" y="733"/>
                      <a:pt x="1" y="1252"/>
                      <a:pt x="118" y="1311"/>
                    </a:cubicBezTo>
                    <a:cubicBezTo>
                      <a:pt x="156" y="1334"/>
                      <a:pt x="190" y="1345"/>
                      <a:pt x="223" y="1345"/>
                    </a:cubicBezTo>
                    <a:cubicBezTo>
                      <a:pt x="410" y="1345"/>
                      <a:pt x="549" y="1005"/>
                      <a:pt x="916" y="645"/>
                    </a:cubicBezTo>
                    <a:lnTo>
                      <a:pt x="1736" y="432"/>
                    </a:lnTo>
                    <a:lnTo>
                      <a:pt x="14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1" name="Google Shape;1341;p48"/>
              <p:cNvSpPr/>
              <p:nvPr/>
            </p:nvSpPr>
            <p:spPr>
              <a:xfrm>
                <a:off x="6284748" y="2836696"/>
                <a:ext cx="168356" cy="136889"/>
              </a:xfrm>
              <a:custGeom>
                <a:avLst/>
                <a:gdLst/>
                <a:ahLst/>
                <a:cxnLst/>
                <a:rect l="l" t="t" r="r" b="b"/>
                <a:pathLst>
                  <a:path w="1803" h="1466" extrusionOk="0">
                    <a:moveTo>
                      <a:pt x="1400" y="155"/>
                    </a:moveTo>
                    <a:lnTo>
                      <a:pt x="1619" y="425"/>
                    </a:lnTo>
                    <a:lnTo>
                      <a:pt x="887" y="638"/>
                    </a:lnTo>
                    <a:lnTo>
                      <a:pt x="850" y="638"/>
                    </a:lnTo>
                    <a:cubicBezTo>
                      <a:pt x="704" y="792"/>
                      <a:pt x="579" y="945"/>
                      <a:pt x="484" y="1070"/>
                    </a:cubicBezTo>
                    <a:cubicBezTo>
                      <a:pt x="360" y="1274"/>
                      <a:pt x="273" y="1348"/>
                      <a:pt x="196" y="1348"/>
                    </a:cubicBezTo>
                    <a:cubicBezTo>
                      <a:pt x="182" y="1348"/>
                      <a:pt x="168" y="1345"/>
                      <a:pt x="155" y="1341"/>
                    </a:cubicBezTo>
                    <a:cubicBezTo>
                      <a:pt x="118" y="1282"/>
                      <a:pt x="243" y="857"/>
                      <a:pt x="426" y="579"/>
                    </a:cubicBezTo>
                    <a:cubicBezTo>
                      <a:pt x="579" y="396"/>
                      <a:pt x="1158" y="213"/>
                      <a:pt x="1400" y="155"/>
                    </a:cubicBezTo>
                    <a:close/>
                    <a:moveTo>
                      <a:pt x="1400" y="1"/>
                    </a:moveTo>
                    <a:cubicBezTo>
                      <a:pt x="1370" y="30"/>
                      <a:pt x="550" y="242"/>
                      <a:pt x="338" y="521"/>
                    </a:cubicBezTo>
                    <a:cubicBezTo>
                      <a:pt x="155" y="733"/>
                      <a:pt x="1" y="1158"/>
                      <a:pt x="30" y="1341"/>
                    </a:cubicBezTo>
                    <a:cubicBezTo>
                      <a:pt x="30" y="1407"/>
                      <a:pt x="60" y="1436"/>
                      <a:pt x="89" y="1436"/>
                    </a:cubicBezTo>
                    <a:cubicBezTo>
                      <a:pt x="155" y="1465"/>
                      <a:pt x="184" y="1465"/>
                      <a:pt x="213" y="1465"/>
                    </a:cubicBezTo>
                    <a:cubicBezTo>
                      <a:pt x="367" y="1465"/>
                      <a:pt x="455" y="1341"/>
                      <a:pt x="609" y="1158"/>
                    </a:cubicBezTo>
                    <a:cubicBezTo>
                      <a:pt x="667" y="1041"/>
                      <a:pt x="792" y="887"/>
                      <a:pt x="946" y="733"/>
                    </a:cubicBezTo>
                    <a:lnTo>
                      <a:pt x="1736" y="550"/>
                    </a:lnTo>
                    <a:lnTo>
                      <a:pt x="1802" y="491"/>
                    </a:lnTo>
                    <a:cubicBezTo>
                      <a:pt x="1802" y="491"/>
                      <a:pt x="1802" y="455"/>
                      <a:pt x="1766" y="425"/>
                    </a:cubicBezTo>
                    <a:lnTo>
                      <a:pt x="1465" y="30"/>
                    </a:lnTo>
                    <a:cubicBezTo>
                      <a:pt x="1465" y="30"/>
                      <a:pt x="1436" y="1"/>
                      <a:pt x="1400"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2" name="Google Shape;1342;p48"/>
              <p:cNvSpPr/>
              <p:nvPr/>
            </p:nvSpPr>
            <p:spPr>
              <a:xfrm>
                <a:off x="6310052" y="2554326"/>
                <a:ext cx="823387" cy="428221"/>
              </a:xfrm>
              <a:custGeom>
                <a:avLst/>
                <a:gdLst/>
                <a:ahLst/>
                <a:cxnLst/>
                <a:rect l="l" t="t" r="r" b="b"/>
                <a:pathLst>
                  <a:path w="8818" h="4586" extrusionOk="0">
                    <a:moveTo>
                      <a:pt x="8422" y="1"/>
                    </a:moveTo>
                    <a:cubicBezTo>
                      <a:pt x="7510" y="490"/>
                      <a:pt x="6864" y="564"/>
                      <a:pt x="6555" y="564"/>
                    </a:cubicBezTo>
                    <a:cubicBezTo>
                      <a:pt x="6420" y="564"/>
                      <a:pt x="6349" y="550"/>
                      <a:pt x="6349" y="550"/>
                    </a:cubicBezTo>
                    <a:lnTo>
                      <a:pt x="6349" y="550"/>
                    </a:lnTo>
                    <a:lnTo>
                      <a:pt x="6591" y="2197"/>
                    </a:lnTo>
                    <a:cubicBezTo>
                      <a:pt x="6397" y="2189"/>
                      <a:pt x="6198" y="2185"/>
                      <a:pt x="5996" y="2185"/>
                    </a:cubicBezTo>
                    <a:cubicBezTo>
                      <a:pt x="4050" y="2185"/>
                      <a:pt x="1897" y="2534"/>
                      <a:pt x="1897" y="2534"/>
                    </a:cubicBezTo>
                    <a:cubicBezTo>
                      <a:pt x="1744" y="2534"/>
                      <a:pt x="462" y="2812"/>
                      <a:pt x="338" y="2842"/>
                    </a:cubicBezTo>
                    <a:lnTo>
                      <a:pt x="1129" y="3449"/>
                    </a:lnTo>
                    <a:cubicBezTo>
                      <a:pt x="1129" y="3449"/>
                      <a:pt x="579" y="3545"/>
                      <a:pt x="491" y="3698"/>
                    </a:cubicBezTo>
                    <a:cubicBezTo>
                      <a:pt x="396" y="3881"/>
                      <a:pt x="1" y="4489"/>
                      <a:pt x="213" y="4577"/>
                    </a:cubicBezTo>
                    <a:cubicBezTo>
                      <a:pt x="229" y="4583"/>
                      <a:pt x="246" y="4586"/>
                      <a:pt x="263" y="4586"/>
                    </a:cubicBezTo>
                    <a:cubicBezTo>
                      <a:pt x="522" y="4586"/>
                      <a:pt x="945" y="3969"/>
                      <a:pt x="945" y="3969"/>
                    </a:cubicBezTo>
                    <a:cubicBezTo>
                      <a:pt x="1247" y="4037"/>
                      <a:pt x="1514" y="4063"/>
                      <a:pt x="1748" y="4063"/>
                    </a:cubicBezTo>
                    <a:cubicBezTo>
                      <a:pt x="2585" y="4063"/>
                      <a:pt x="2996" y="3728"/>
                      <a:pt x="2996" y="3728"/>
                    </a:cubicBezTo>
                    <a:cubicBezTo>
                      <a:pt x="2996" y="3728"/>
                      <a:pt x="3691" y="3999"/>
                      <a:pt x="5830" y="4394"/>
                    </a:cubicBezTo>
                    <a:cubicBezTo>
                      <a:pt x="6171" y="4456"/>
                      <a:pt x="6474" y="4484"/>
                      <a:pt x="6743" y="4484"/>
                    </a:cubicBezTo>
                    <a:cubicBezTo>
                      <a:pt x="8470" y="4484"/>
                      <a:pt x="8792" y="3342"/>
                      <a:pt x="8817" y="2842"/>
                    </a:cubicBezTo>
                    <a:cubicBezTo>
                      <a:pt x="8817" y="2234"/>
                      <a:pt x="8422" y="1"/>
                      <a:pt x="84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3" name="Google Shape;1343;p48"/>
              <p:cNvSpPr/>
              <p:nvPr/>
            </p:nvSpPr>
            <p:spPr>
              <a:xfrm>
                <a:off x="6316215" y="2548910"/>
                <a:ext cx="823294" cy="438959"/>
              </a:xfrm>
              <a:custGeom>
                <a:avLst/>
                <a:gdLst/>
                <a:ahLst/>
                <a:cxnLst/>
                <a:rect l="l" t="t" r="r" b="b"/>
                <a:pathLst>
                  <a:path w="8817" h="4701" extrusionOk="0">
                    <a:moveTo>
                      <a:pt x="8326" y="0"/>
                    </a:moveTo>
                    <a:cubicBezTo>
                      <a:pt x="7455" y="489"/>
                      <a:pt x="6808" y="563"/>
                      <a:pt x="6494" y="563"/>
                    </a:cubicBezTo>
                    <a:cubicBezTo>
                      <a:pt x="6357" y="563"/>
                      <a:pt x="6283" y="549"/>
                      <a:pt x="6283" y="549"/>
                    </a:cubicBezTo>
                    <a:lnTo>
                      <a:pt x="6225" y="549"/>
                    </a:lnTo>
                    <a:cubicBezTo>
                      <a:pt x="6225" y="579"/>
                      <a:pt x="6188" y="579"/>
                      <a:pt x="6225" y="608"/>
                    </a:cubicBezTo>
                    <a:lnTo>
                      <a:pt x="6466" y="2197"/>
                    </a:lnTo>
                    <a:cubicBezTo>
                      <a:pt x="6326" y="2193"/>
                      <a:pt x="6182" y="2191"/>
                      <a:pt x="6037" y="2191"/>
                    </a:cubicBezTo>
                    <a:cubicBezTo>
                      <a:pt x="4078" y="2191"/>
                      <a:pt x="1829" y="2534"/>
                      <a:pt x="1795" y="2534"/>
                    </a:cubicBezTo>
                    <a:cubicBezTo>
                      <a:pt x="1648" y="2534"/>
                      <a:pt x="272" y="2841"/>
                      <a:pt x="242" y="2841"/>
                    </a:cubicBezTo>
                    <a:cubicBezTo>
                      <a:pt x="213" y="2841"/>
                      <a:pt x="213" y="2900"/>
                      <a:pt x="213" y="2929"/>
                    </a:cubicBezTo>
                    <a:cubicBezTo>
                      <a:pt x="213" y="2958"/>
                      <a:pt x="242" y="2958"/>
                      <a:pt x="272" y="2958"/>
                    </a:cubicBezTo>
                    <a:cubicBezTo>
                      <a:pt x="513" y="2900"/>
                      <a:pt x="1678" y="2658"/>
                      <a:pt x="1831" y="2658"/>
                    </a:cubicBezTo>
                    <a:cubicBezTo>
                      <a:pt x="1858" y="2658"/>
                      <a:pt x="3987" y="2308"/>
                      <a:pt x="5903" y="2308"/>
                    </a:cubicBezTo>
                    <a:cubicBezTo>
                      <a:pt x="6114" y="2308"/>
                      <a:pt x="6322" y="2312"/>
                      <a:pt x="6525" y="2321"/>
                    </a:cubicBezTo>
                    <a:lnTo>
                      <a:pt x="6554" y="2321"/>
                    </a:lnTo>
                    <a:cubicBezTo>
                      <a:pt x="6591" y="2292"/>
                      <a:pt x="6591" y="2292"/>
                      <a:pt x="6591" y="2255"/>
                    </a:cubicBezTo>
                    <a:lnTo>
                      <a:pt x="6342" y="674"/>
                    </a:lnTo>
                    <a:lnTo>
                      <a:pt x="6342" y="674"/>
                    </a:lnTo>
                    <a:cubicBezTo>
                      <a:pt x="6389" y="679"/>
                      <a:pt x="6451" y="684"/>
                      <a:pt x="6529" y="684"/>
                    </a:cubicBezTo>
                    <a:cubicBezTo>
                      <a:pt x="6864" y="684"/>
                      <a:pt x="7482" y="600"/>
                      <a:pt x="8326" y="154"/>
                    </a:cubicBezTo>
                    <a:cubicBezTo>
                      <a:pt x="8385" y="549"/>
                      <a:pt x="8692" y="2351"/>
                      <a:pt x="8692" y="2870"/>
                    </a:cubicBezTo>
                    <a:cubicBezTo>
                      <a:pt x="8663" y="3053"/>
                      <a:pt x="8634" y="3632"/>
                      <a:pt x="8114" y="4057"/>
                    </a:cubicBezTo>
                    <a:cubicBezTo>
                      <a:pt x="7752" y="4332"/>
                      <a:pt x="7272" y="4476"/>
                      <a:pt x="6663" y="4476"/>
                    </a:cubicBezTo>
                    <a:cubicBezTo>
                      <a:pt x="6398" y="4476"/>
                      <a:pt x="6108" y="4449"/>
                      <a:pt x="5793" y="4393"/>
                    </a:cubicBezTo>
                    <a:cubicBezTo>
                      <a:pt x="3691" y="3998"/>
                      <a:pt x="2959" y="3720"/>
                      <a:pt x="2930" y="3720"/>
                    </a:cubicBezTo>
                    <a:cubicBezTo>
                      <a:pt x="2930" y="3710"/>
                      <a:pt x="2926" y="3707"/>
                      <a:pt x="2919" y="3707"/>
                    </a:cubicBezTo>
                    <a:cubicBezTo>
                      <a:pt x="2906" y="3707"/>
                      <a:pt x="2883" y="3720"/>
                      <a:pt x="2864" y="3720"/>
                    </a:cubicBezTo>
                    <a:cubicBezTo>
                      <a:pt x="2864" y="3720"/>
                      <a:pt x="2471" y="4059"/>
                      <a:pt x="1667" y="4059"/>
                    </a:cubicBezTo>
                    <a:cubicBezTo>
                      <a:pt x="1448" y="4059"/>
                      <a:pt x="1197" y="4033"/>
                      <a:pt x="916" y="3969"/>
                    </a:cubicBezTo>
                    <a:cubicBezTo>
                      <a:pt x="879" y="3969"/>
                      <a:pt x="850" y="3969"/>
                      <a:pt x="850" y="3998"/>
                    </a:cubicBezTo>
                    <a:cubicBezTo>
                      <a:pt x="628" y="4281"/>
                      <a:pt x="349" y="4583"/>
                      <a:pt x="215" y="4583"/>
                    </a:cubicBezTo>
                    <a:cubicBezTo>
                      <a:pt x="203" y="4583"/>
                      <a:pt x="193" y="4581"/>
                      <a:pt x="184" y="4577"/>
                    </a:cubicBezTo>
                    <a:lnTo>
                      <a:pt x="147" y="4547"/>
                    </a:lnTo>
                    <a:cubicBezTo>
                      <a:pt x="118" y="4423"/>
                      <a:pt x="330" y="4027"/>
                      <a:pt x="425" y="3874"/>
                    </a:cubicBezTo>
                    <a:cubicBezTo>
                      <a:pt x="455" y="3844"/>
                      <a:pt x="455" y="3815"/>
                      <a:pt x="484" y="3786"/>
                    </a:cubicBezTo>
                    <a:cubicBezTo>
                      <a:pt x="513" y="3691"/>
                      <a:pt x="850" y="3603"/>
                      <a:pt x="1063" y="3573"/>
                    </a:cubicBezTo>
                    <a:cubicBezTo>
                      <a:pt x="1099" y="3573"/>
                      <a:pt x="1128" y="3537"/>
                      <a:pt x="1128" y="3507"/>
                    </a:cubicBezTo>
                    <a:cubicBezTo>
                      <a:pt x="1128" y="3478"/>
                      <a:pt x="1099" y="3449"/>
                      <a:pt x="1063" y="3449"/>
                    </a:cubicBezTo>
                    <a:cubicBezTo>
                      <a:pt x="945" y="3478"/>
                      <a:pt x="455" y="3573"/>
                      <a:pt x="367" y="3720"/>
                    </a:cubicBezTo>
                    <a:cubicBezTo>
                      <a:pt x="367" y="3756"/>
                      <a:pt x="330" y="3786"/>
                      <a:pt x="330" y="3815"/>
                    </a:cubicBezTo>
                    <a:cubicBezTo>
                      <a:pt x="147" y="4123"/>
                      <a:pt x="1" y="4423"/>
                      <a:pt x="59" y="4606"/>
                    </a:cubicBezTo>
                    <a:cubicBezTo>
                      <a:pt x="59" y="4635"/>
                      <a:pt x="89" y="4701"/>
                      <a:pt x="147" y="4701"/>
                    </a:cubicBezTo>
                    <a:lnTo>
                      <a:pt x="213" y="4701"/>
                    </a:lnTo>
                    <a:cubicBezTo>
                      <a:pt x="455" y="4701"/>
                      <a:pt x="792" y="4240"/>
                      <a:pt x="916" y="4086"/>
                    </a:cubicBezTo>
                    <a:cubicBezTo>
                      <a:pt x="1208" y="4153"/>
                      <a:pt x="1467" y="4179"/>
                      <a:pt x="1695" y="4179"/>
                    </a:cubicBezTo>
                    <a:cubicBezTo>
                      <a:pt x="2413" y="4179"/>
                      <a:pt x="2813" y="3917"/>
                      <a:pt x="2930" y="3844"/>
                    </a:cubicBezTo>
                    <a:cubicBezTo>
                      <a:pt x="3076" y="3903"/>
                      <a:pt x="3874" y="4152"/>
                      <a:pt x="5764" y="4518"/>
                    </a:cubicBezTo>
                    <a:cubicBezTo>
                      <a:pt x="6083" y="4573"/>
                      <a:pt x="6380" y="4600"/>
                      <a:pt x="6653" y="4600"/>
                    </a:cubicBezTo>
                    <a:cubicBezTo>
                      <a:pt x="7296" y="4600"/>
                      <a:pt x="7808" y="4450"/>
                      <a:pt x="8173" y="4152"/>
                    </a:cubicBezTo>
                    <a:cubicBezTo>
                      <a:pt x="8722" y="3720"/>
                      <a:pt x="8788" y="3083"/>
                      <a:pt x="8817" y="2900"/>
                    </a:cubicBezTo>
                    <a:cubicBezTo>
                      <a:pt x="8817" y="2292"/>
                      <a:pt x="8451" y="154"/>
                      <a:pt x="8422" y="59"/>
                    </a:cubicBezTo>
                    <a:cubicBezTo>
                      <a:pt x="8422" y="29"/>
                      <a:pt x="8422" y="0"/>
                      <a:pt x="8385"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4" name="Google Shape;1344;p48"/>
              <p:cNvSpPr/>
              <p:nvPr/>
            </p:nvSpPr>
            <p:spPr>
              <a:xfrm>
                <a:off x="5458181" y="2466085"/>
                <a:ext cx="712545" cy="686586"/>
              </a:xfrm>
              <a:custGeom>
                <a:avLst/>
                <a:gdLst/>
                <a:ahLst/>
                <a:cxnLst/>
                <a:rect l="l" t="t" r="r" b="b"/>
                <a:pathLst>
                  <a:path w="7631" h="7353" extrusionOk="0">
                    <a:moveTo>
                      <a:pt x="1143" y="0"/>
                    </a:moveTo>
                    <a:cubicBezTo>
                      <a:pt x="1033" y="0"/>
                      <a:pt x="523" y="47"/>
                      <a:pt x="308" y="887"/>
                    </a:cubicBezTo>
                    <a:cubicBezTo>
                      <a:pt x="66" y="1832"/>
                      <a:pt x="95" y="4761"/>
                      <a:pt x="0" y="5522"/>
                    </a:cubicBezTo>
                    <a:cubicBezTo>
                      <a:pt x="0" y="5522"/>
                      <a:pt x="5126" y="7023"/>
                      <a:pt x="6927" y="7353"/>
                    </a:cubicBezTo>
                    <a:lnTo>
                      <a:pt x="7388" y="2535"/>
                    </a:lnTo>
                    <a:cubicBezTo>
                      <a:pt x="7388" y="2535"/>
                      <a:pt x="7630" y="1619"/>
                      <a:pt x="6810" y="1282"/>
                    </a:cubicBezTo>
                    <a:cubicBezTo>
                      <a:pt x="5983" y="946"/>
                      <a:pt x="1164" y="1"/>
                      <a:pt x="1164" y="1"/>
                    </a:cubicBezTo>
                    <a:cubicBezTo>
                      <a:pt x="1164" y="1"/>
                      <a:pt x="1157" y="0"/>
                      <a:pt x="11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5" name="Google Shape;1345;p48"/>
              <p:cNvSpPr/>
              <p:nvPr/>
            </p:nvSpPr>
            <p:spPr>
              <a:xfrm>
                <a:off x="5452672" y="2460576"/>
                <a:ext cx="723475" cy="698264"/>
              </a:xfrm>
              <a:custGeom>
                <a:avLst/>
                <a:gdLst/>
                <a:ahLst/>
                <a:cxnLst/>
                <a:rect l="l" t="t" r="r" b="b"/>
                <a:pathLst>
                  <a:path w="7748" h="7478" extrusionOk="0">
                    <a:moveTo>
                      <a:pt x="1185" y="126"/>
                    </a:moveTo>
                    <a:cubicBezTo>
                      <a:pt x="1191" y="126"/>
                      <a:pt x="1194" y="126"/>
                      <a:pt x="1194" y="126"/>
                    </a:cubicBezTo>
                    <a:cubicBezTo>
                      <a:pt x="1253" y="126"/>
                      <a:pt x="6042" y="1071"/>
                      <a:pt x="6832" y="1407"/>
                    </a:cubicBezTo>
                    <a:cubicBezTo>
                      <a:pt x="7601" y="1708"/>
                      <a:pt x="7418" y="2535"/>
                      <a:pt x="7382" y="2564"/>
                    </a:cubicBezTo>
                    <a:lnTo>
                      <a:pt x="6928" y="7324"/>
                    </a:lnTo>
                    <a:cubicBezTo>
                      <a:pt x="5185" y="6987"/>
                      <a:pt x="645" y="5706"/>
                      <a:pt x="125" y="5552"/>
                    </a:cubicBezTo>
                    <a:cubicBezTo>
                      <a:pt x="154" y="5252"/>
                      <a:pt x="184" y="4702"/>
                      <a:pt x="184" y="4058"/>
                    </a:cubicBezTo>
                    <a:cubicBezTo>
                      <a:pt x="242" y="2930"/>
                      <a:pt x="279" y="1554"/>
                      <a:pt x="425" y="975"/>
                    </a:cubicBezTo>
                    <a:cubicBezTo>
                      <a:pt x="628" y="157"/>
                      <a:pt x="1112" y="126"/>
                      <a:pt x="1185" y="126"/>
                    </a:cubicBezTo>
                    <a:close/>
                    <a:moveTo>
                      <a:pt x="1195" y="1"/>
                    </a:moveTo>
                    <a:cubicBezTo>
                      <a:pt x="1064" y="1"/>
                      <a:pt x="524" y="48"/>
                      <a:pt x="308" y="946"/>
                    </a:cubicBezTo>
                    <a:cubicBezTo>
                      <a:pt x="154" y="1525"/>
                      <a:pt x="125" y="2930"/>
                      <a:pt x="59" y="4029"/>
                    </a:cubicBezTo>
                    <a:cubicBezTo>
                      <a:pt x="59" y="4732"/>
                      <a:pt x="30" y="5310"/>
                      <a:pt x="1" y="5581"/>
                    </a:cubicBezTo>
                    <a:cubicBezTo>
                      <a:pt x="1" y="5618"/>
                      <a:pt x="1" y="5647"/>
                      <a:pt x="30" y="5647"/>
                    </a:cubicBezTo>
                    <a:cubicBezTo>
                      <a:pt x="96" y="5647"/>
                      <a:pt x="5185" y="7141"/>
                      <a:pt x="6986" y="7478"/>
                    </a:cubicBezTo>
                    <a:cubicBezTo>
                      <a:pt x="7015" y="7478"/>
                      <a:pt x="7015" y="7478"/>
                      <a:pt x="7015" y="7448"/>
                    </a:cubicBezTo>
                    <a:cubicBezTo>
                      <a:pt x="7052" y="7448"/>
                      <a:pt x="7052" y="7448"/>
                      <a:pt x="7052" y="7412"/>
                    </a:cubicBezTo>
                    <a:lnTo>
                      <a:pt x="7506" y="2594"/>
                    </a:lnTo>
                    <a:cubicBezTo>
                      <a:pt x="7506" y="2594"/>
                      <a:pt x="7748" y="1620"/>
                      <a:pt x="6898" y="1283"/>
                    </a:cubicBezTo>
                    <a:cubicBezTo>
                      <a:pt x="6071" y="946"/>
                      <a:pt x="1436" y="31"/>
                      <a:pt x="1223" y="1"/>
                    </a:cubicBezTo>
                    <a:cubicBezTo>
                      <a:pt x="1220" y="1"/>
                      <a:pt x="1211" y="1"/>
                      <a:pt x="11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6" name="Google Shape;1346;p48"/>
              <p:cNvSpPr/>
              <p:nvPr/>
            </p:nvSpPr>
            <p:spPr>
              <a:xfrm>
                <a:off x="6426959" y="3164260"/>
                <a:ext cx="242217" cy="464358"/>
              </a:xfrm>
              <a:custGeom>
                <a:avLst/>
                <a:gdLst/>
                <a:ahLst/>
                <a:cxnLst/>
                <a:rect l="l" t="t" r="r" b="b"/>
                <a:pathLst>
                  <a:path w="2594" h="4973" extrusionOk="0">
                    <a:moveTo>
                      <a:pt x="2564" y="0"/>
                    </a:moveTo>
                    <a:cubicBezTo>
                      <a:pt x="1495" y="59"/>
                      <a:pt x="828" y="425"/>
                      <a:pt x="609" y="1099"/>
                    </a:cubicBezTo>
                    <a:cubicBezTo>
                      <a:pt x="1" y="2900"/>
                      <a:pt x="279" y="4760"/>
                      <a:pt x="309" y="4972"/>
                    </a:cubicBezTo>
                    <a:lnTo>
                      <a:pt x="338" y="4972"/>
                    </a:lnTo>
                    <a:cubicBezTo>
                      <a:pt x="367" y="4972"/>
                      <a:pt x="367" y="4972"/>
                      <a:pt x="367" y="4943"/>
                    </a:cubicBezTo>
                    <a:cubicBezTo>
                      <a:pt x="338" y="4760"/>
                      <a:pt x="60" y="2900"/>
                      <a:pt x="675" y="1099"/>
                    </a:cubicBezTo>
                    <a:cubicBezTo>
                      <a:pt x="887" y="461"/>
                      <a:pt x="1524" y="125"/>
                      <a:pt x="2593" y="59"/>
                    </a:cubicBezTo>
                    <a:lnTo>
                      <a:pt x="2593" y="29"/>
                    </a:lnTo>
                    <a:cubicBezTo>
                      <a:pt x="2593" y="0"/>
                      <a:pt x="2593" y="0"/>
                      <a:pt x="25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7" name="Google Shape;1347;p48"/>
              <p:cNvSpPr/>
              <p:nvPr/>
            </p:nvSpPr>
            <p:spPr>
              <a:xfrm>
                <a:off x="6734728" y="2451798"/>
                <a:ext cx="663995" cy="729638"/>
              </a:xfrm>
              <a:custGeom>
                <a:avLst/>
                <a:gdLst/>
                <a:ahLst/>
                <a:cxnLst/>
                <a:rect l="l" t="t" r="r" b="b"/>
                <a:pathLst>
                  <a:path w="7111" h="7814" extrusionOk="0">
                    <a:moveTo>
                      <a:pt x="5734" y="0"/>
                    </a:moveTo>
                    <a:cubicBezTo>
                      <a:pt x="5704" y="37"/>
                      <a:pt x="5704" y="37"/>
                      <a:pt x="5704" y="66"/>
                    </a:cubicBezTo>
                    <a:cubicBezTo>
                      <a:pt x="5734" y="95"/>
                      <a:pt x="7052" y="2658"/>
                      <a:pt x="5126" y="5492"/>
                    </a:cubicBezTo>
                    <a:cubicBezTo>
                      <a:pt x="3816" y="7413"/>
                      <a:pt x="2322" y="7747"/>
                      <a:pt x="1482" y="7747"/>
                    </a:cubicBezTo>
                    <a:cubicBezTo>
                      <a:pt x="1346" y="7747"/>
                      <a:pt x="1226" y="7738"/>
                      <a:pt x="1128" y="7725"/>
                    </a:cubicBezTo>
                    <a:lnTo>
                      <a:pt x="945" y="7725"/>
                    </a:lnTo>
                    <a:cubicBezTo>
                      <a:pt x="732" y="7689"/>
                      <a:pt x="395" y="7630"/>
                      <a:pt x="29" y="7630"/>
                    </a:cubicBezTo>
                    <a:cubicBezTo>
                      <a:pt x="0" y="7630"/>
                      <a:pt x="0" y="7630"/>
                      <a:pt x="0" y="7659"/>
                    </a:cubicBezTo>
                    <a:cubicBezTo>
                      <a:pt x="0" y="7659"/>
                      <a:pt x="0" y="7689"/>
                      <a:pt x="29" y="7689"/>
                    </a:cubicBezTo>
                    <a:cubicBezTo>
                      <a:pt x="395" y="7689"/>
                      <a:pt x="703" y="7755"/>
                      <a:pt x="945" y="7784"/>
                    </a:cubicBezTo>
                    <a:lnTo>
                      <a:pt x="1128" y="7784"/>
                    </a:lnTo>
                    <a:cubicBezTo>
                      <a:pt x="1223" y="7813"/>
                      <a:pt x="1311" y="7813"/>
                      <a:pt x="1465" y="7813"/>
                    </a:cubicBezTo>
                    <a:cubicBezTo>
                      <a:pt x="2292" y="7813"/>
                      <a:pt x="3844" y="7476"/>
                      <a:pt x="5184" y="5529"/>
                    </a:cubicBezTo>
                    <a:cubicBezTo>
                      <a:pt x="7110" y="2658"/>
                      <a:pt x="5770" y="66"/>
                      <a:pt x="5770" y="37"/>
                    </a:cubicBezTo>
                    <a:cubicBezTo>
                      <a:pt x="5770" y="0"/>
                      <a:pt x="5734" y="0"/>
                      <a:pt x="57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8" name="Google Shape;1348;p48"/>
              <p:cNvSpPr/>
              <p:nvPr/>
            </p:nvSpPr>
            <p:spPr>
              <a:xfrm>
                <a:off x="6902898" y="2554326"/>
                <a:ext cx="199731" cy="102620"/>
              </a:xfrm>
              <a:custGeom>
                <a:avLst/>
                <a:gdLst/>
                <a:ahLst/>
                <a:cxnLst/>
                <a:rect l="l" t="t" r="r" b="b"/>
                <a:pathLst>
                  <a:path w="2139" h="1099" extrusionOk="0">
                    <a:moveTo>
                      <a:pt x="2073" y="1"/>
                    </a:moveTo>
                    <a:cubicBezTo>
                      <a:pt x="2073" y="1"/>
                      <a:pt x="1120" y="559"/>
                      <a:pt x="203" y="559"/>
                    </a:cubicBezTo>
                    <a:cubicBezTo>
                      <a:pt x="135" y="559"/>
                      <a:pt x="67" y="556"/>
                      <a:pt x="0" y="550"/>
                    </a:cubicBezTo>
                    <a:lnTo>
                      <a:pt x="0" y="550"/>
                    </a:lnTo>
                    <a:lnTo>
                      <a:pt x="88" y="1099"/>
                    </a:lnTo>
                    <a:cubicBezTo>
                      <a:pt x="88" y="1099"/>
                      <a:pt x="1223" y="1011"/>
                      <a:pt x="2139" y="308"/>
                    </a:cubicBezTo>
                    <a:lnTo>
                      <a:pt x="2073" y="1"/>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49" name="Google Shape;1349;p48"/>
              <p:cNvSpPr/>
              <p:nvPr/>
            </p:nvSpPr>
            <p:spPr>
              <a:xfrm>
                <a:off x="6897389" y="2548910"/>
                <a:ext cx="210749" cy="114199"/>
              </a:xfrm>
              <a:custGeom>
                <a:avLst/>
                <a:gdLst/>
                <a:ahLst/>
                <a:cxnLst/>
                <a:rect l="l" t="t" r="r" b="b"/>
                <a:pathLst>
                  <a:path w="2257" h="1223" extrusionOk="0">
                    <a:moveTo>
                      <a:pt x="2102" y="154"/>
                    </a:moveTo>
                    <a:lnTo>
                      <a:pt x="2102" y="337"/>
                    </a:lnTo>
                    <a:cubicBezTo>
                      <a:pt x="1341" y="915"/>
                      <a:pt x="426" y="1069"/>
                      <a:pt x="184" y="1098"/>
                    </a:cubicBezTo>
                    <a:lnTo>
                      <a:pt x="118" y="674"/>
                    </a:lnTo>
                    <a:lnTo>
                      <a:pt x="118" y="674"/>
                    </a:lnTo>
                    <a:cubicBezTo>
                      <a:pt x="171" y="677"/>
                      <a:pt x="224" y="679"/>
                      <a:pt x="277" y="679"/>
                    </a:cubicBezTo>
                    <a:cubicBezTo>
                      <a:pt x="1056" y="679"/>
                      <a:pt x="1849" y="298"/>
                      <a:pt x="2102" y="154"/>
                    </a:cubicBezTo>
                    <a:close/>
                    <a:moveTo>
                      <a:pt x="2102" y="0"/>
                    </a:moveTo>
                    <a:cubicBezTo>
                      <a:pt x="2102" y="0"/>
                      <a:pt x="1150" y="559"/>
                      <a:pt x="256" y="559"/>
                    </a:cubicBezTo>
                    <a:cubicBezTo>
                      <a:pt x="190" y="559"/>
                      <a:pt x="124" y="556"/>
                      <a:pt x="59" y="549"/>
                    </a:cubicBezTo>
                    <a:lnTo>
                      <a:pt x="1" y="549"/>
                    </a:lnTo>
                    <a:lnTo>
                      <a:pt x="1" y="608"/>
                    </a:lnTo>
                    <a:lnTo>
                      <a:pt x="89" y="1157"/>
                    </a:lnTo>
                    <a:cubicBezTo>
                      <a:pt x="89" y="1194"/>
                      <a:pt x="118" y="1223"/>
                      <a:pt x="147" y="1223"/>
                    </a:cubicBezTo>
                    <a:cubicBezTo>
                      <a:pt x="184" y="1223"/>
                      <a:pt x="1312" y="1128"/>
                      <a:pt x="2227" y="395"/>
                    </a:cubicBezTo>
                    <a:cubicBezTo>
                      <a:pt x="2227" y="395"/>
                      <a:pt x="2256" y="366"/>
                      <a:pt x="2227" y="337"/>
                    </a:cubicBezTo>
                    <a:lnTo>
                      <a:pt x="2198" y="59"/>
                    </a:lnTo>
                    <a:cubicBezTo>
                      <a:pt x="2198" y="29"/>
                      <a:pt x="2198" y="0"/>
                      <a:pt x="2161"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0" name="Google Shape;1350;p48"/>
              <p:cNvSpPr/>
              <p:nvPr/>
            </p:nvSpPr>
            <p:spPr>
              <a:xfrm>
                <a:off x="6435924" y="2233017"/>
                <a:ext cx="313182" cy="110837"/>
              </a:xfrm>
              <a:custGeom>
                <a:avLst/>
                <a:gdLst/>
                <a:ahLst/>
                <a:cxnLst/>
                <a:rect l="l" t="t" r="r" b="b"/>
                <a:pathLst>
                  <a:path w="3353" h="1187" extrusionOk="0">
                    <a:moveTo>
                      <a:pt x="3354" y="0"/>
                    </a:moveTo>
                    <a:cubicBezTo>
                      <a:pt x="3325" y="0"/>
                      <a:pt x="3325" y="0"/>
                      <a:pt x="3295" y="29"/>
                    </a:cubicBezTo>
                    <a:cubicBezTo>
                      <a:pt x="3229" y="271"/>
                      <a:pt x="2893" y="1033"/>
                      <a:pt x="1889" y="1128"/>
                    </a:cubicBezTo>
                    <a:cubicBezTo>
                      <a:pt x="1806" y="1134"/>
                      <a:pt x="1725" y="1137"/>
                      <a:pt x="1648" y="1137"/>
                    </a:cubicBezTo>
                    <a:cubicBezTo>
                      <a:pt x="663" y="1137"/>
                      <a:pt x="229" y="642"/>
                      <a:pt x="59" y="330"/>
                    </a:cubicBezTo>
                    <a:cubicBezTo>
                      <a:pt x="29" y="300"/>
                      <a:pt x="29" y="300"/>
                      <a:pt x="0" y="300"/>
                    </a:cubicBezTo>
                    <a:lnTo>
                      <a:pt x="0" y="366"/>
                    </a:lnTo>
                    <a:cubicBezTo>
                      <a:pt x="183" y="666"/>
                      <a:pt x="637" y="1186"/>
                      <a:pt x="1611" y="1186"/>
                    </a:cubicBezTo>
                    <a:lnTo>
                      <a:pt x="1889" y="1186"/>
                    </a:lnTo>
                    <a:cubicBezTo>
                      <a:pt x="2929" y="1098"/>
                      <a:pt x="3259" y="300"/>
                      <a:pt x="3354" y="59"/>
                    </a:cubicBezTo>
                    <a:lnTo>
                      <a:pt x="3354" y="29"/>
                    </a:lnTo>
                    <a:lnTo>
                      <a:pt x="335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1" name="Google Shape;1351;p48"/>
              <p:cNvSpPr/>
              <p:nvPr/>
            </p:nvSpPr>
            <p:spPr>
              <a:xfrm>
                <a:off x="6874138" y="2514641"/>
                <a:ext cx="234000" cy="82824"/>
              </a:xfrm>
              <a:custGeom>
                <a:avLst/>
                <a:gdLst/>
                <a:ahLst/>
                <a:cxnLst/>
                <a:rect l="l" t="t" r="r" b="b"/>
                <a:pathLst>
                  <a:path w="2506" h="885" extrusionOk="0">
                    <a:moveTo>
                      <a:pt x="2476" y="1"/>
                    </a:moveTo>
                    <a:cubicBezTo>
                      <a:pt x="2447" y="1"/>
                      <a:pt x="1648" y="792"/>
                      <a:pt x="30" y="828"/>
                    </a:cubicBezTo>
                    <a:cubicBezTo>
                      <a:pt x="30" y="828"/>
                      <a:pt x="1" y="858"/>
                      <a:pt x="30" y="858"/>
                    </a:cubicBezTo>
                    <a:cubicBezTo>
                      <a:pt x="30" y="887"/>
                      <a:pt x="30" y="887"/>
                      <a:pt x="67" y="887"/>
                    </a:cubicBezTo>
                    <a:cubicBezTo>
                      <a:pt x="1678" y="858"/>
                      <a:pt x="2505" y="59"/>
                      <a:pt x="2505" y="30"/>
                    </a:cubicBezTo>
                    <a:lnTo>
                      <a:pt x="25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2" name="Google Shape;1352;p48"/>
              <p:cNvSpPr/>
              <p:nvPr/>
            </p:nvSpPr>
            <p:spPr>
              <a:xfrm>
                <a:off x="6463936" y="2603535"/>
                <a:ext cx="197023" cy="125217"/>
              </a:xfrm>
              <a:custGeom>
                <a:avLst/>
                <a:gdLst/>
                <a:ahLst/>
                <a:cxnLst/>
                <a:rect l="l" t="t" r="r" b="b"/>
                <a:pathLst>
                  <a:path w="2110" h="1341" extrusionOk="0">
                    <a:moveTo>
                      <a:pt x="31" y="1"/>
                    </a:moveTo>
                    <a:cubicBezTo>
                      <a:pt x="22" y="1"/>
                      <a:pt x="15" y="8"/>
                      <a:pt x="0" y="23"/>
                    </a:cubicBezTo>
                    <a:lnTo>
                      <a:pt x="0" y="59"/>
                    </a:lnTo>
                    <a:cubicBezTo>
                      <a:pt x="579" y="638"/>
                      <a:pt x="1311" y="1063"/>
                      <a:pt x="2080" y="1341"/>
                    </a:cubicBezTo>
                    <a:lnTo>
                      <a:pt x="2109" y="1341"/>
                    </a:lnTo>
                    <a:cubicBezTo>
                      <a:pt x="2109" y="1304"/>
                      <a:pt x="2109" y="1304"/>
                      <a:pt x="2080" y="1304"/>
                    </a:cubicBezTo>
                    <a:cubicBezTo>
                      <a:pt x="1348" y="1004"/>
                      <a:pt x="645" y="572"/>
                      <a:pt x="66" y="23"/>
                    </a:cubicBezTo>
                    <a:cubicBezTo>
                      <a:pt x="48" y="8"/>
                      <a:pt x="39" y="1"/>
                      <a:pt x="3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3" name="Google Shape;1353;p48"/>
              <p:cNvSpPr/>
              <p:nvPr/>
            </p:nvSpPr>
            <p:spPr>
              <a:xfrm>
                <a:off x="6404456" y="2605589"/>
                <a:ext cx="164902" cy="143052"/>
              </a:xfrm>
              <a:custGeom>
                <a:avLst/>
                <a:gdLst/>
                <a:ahLst/>
                <a:cxnLst/>
                <a:rect l="l" t="t" r="r" b="b"/>
                <a:pathLst>
                  <a:path w="1766" h="1532" extrusionOk="0">
                    <a:moveTo>
                      <a:pt x="0" y="1"/>
                    </a:moveTo>
                    <a:lnTo>
                      <a:pt x="0" y="37"/>
                    </a:lnTo>
                    <a:cubicBezTo>
                      <a:pt x="425" y="674"/>
                      <a:pt x="1033" y="1165"/>
                      <a:pt x="1706" y="1531"/>
                    </a:cubicBezTo>
                    <a:cubicBezTo>
                      <a:pt x="1736" y="1531"/>
                      <a:pt x="1736" y="1531"/>
                      <a:pt x="1736" y="1502"/>
                    </a:cubicBezTo>
                    <a:cubicBezTo>
                      <a:pt x="1765" y="1502"/>
                      <a:pt x="1736" y="1465"/>
                      <a:pt x="1736" y="1465"/>
                    </a:cubicBezTo>
                    <a:cubicBezTo>
                      <a:pt x="1069" y="1136"/>
                      <a:pt x="484" y="616"/>
                      <a:pt x="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4" name="Google Shape;1354;p48"/>
              <p:cNvSpPr/>
              <p:nvPr/>
            </p:nvSpPr>
            <p:spPr>
              <a:xfrm>
                <a:off x="6600639" y="2776561"/>
                <a:ext cx="68538" cy="140250"/>
              </a:xfrm>
              <a:custGeom>
                <a:avLst/>
                <a:gdLst/>
                <a:ahLst/>
                <a:cxnLst/>
                <a:rect l="l" t="t" r="r" b="b"/>
                <a:pathLst>
                  <a:path w="734" h="1502" extrusionOk="0">
                    <a:moveTo>
                      <a:pt x="1" y="0"/>
                    </a:moveTo>
                    <a:cubicBezTo>
                      <a:pt x="1" y="0"/>
                      <a:pt x="521" y="674"/>
                      <a:pt x="96" y="1406"/>
                    </a:cubicBezTo>
                    <a:lnTo>
                      <a:pt x="338" y="1501"/>
                    </a:lnTo>
                    <a:cubicBezTo>
                      <a:pt x="733" y="769"/>
                      <a:pt x="250" y="0"/>
                      <a:pt x="2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5" name="Google Shape;1355;p48"/>
              <p:cNvSpPr/>
              <p:nvPr/>
            </p:nvSpPr>
            <p:spPr>
              <a:xfrm>
                <a:off x="6595223" y="2771052"/>
                <a:ext cx="82824" cy="151269"/>
              </a:xfrm>
              <a:custGeom>
                <a:avLst/>
                <a:gdLst/>
                <a:ahLst/>
                <a:cxnLst/>
                <a:rect l="l" t="t" r="r" b="b"/>
                <a:pathLst>
                  <a:path w="885" h="1620" extrusionOk="0">
                    <a:moveTo>
                      <a:pt x="271" y="125"/>
                    </a:moveTo>
                    <a:cubicBezTo>
                      <a:pt x="337" y="242"/>
                      <a:pt x="674" y="858"/>
                      <a:pt x="366" y="1465"/>
                    </a:cubicBezTo>
                    <a:lnTo>
                      <a:pt x="242" y="1436"/>
                    </a:lnTo>
                    <a:cubicBezTo>
                      <a:pt x="520" y="858"/>
                      <a:pt x="308" y="338"/>
                      <a:pt x="183" y="125"/>
                    </a:cubicBezTo>
                    <a:close/>
                    <a:moveTo>
                      <a:pt x="59" y="1"/>
                    </a:moveTo>
                    <a:cubicBezTo>
                      <a:pt x="30" y="1"/>
                      <a:pt x="30" y="1"/>
                      <a:pt x="0" y="30"/>
                    </a:cubicBezTo>
                    <a:cubicBezTo>
                      <a:pt x="0" y="30"/>
                      <a:pt x="0" y="59"/>
                      <a:pt x="30" y="96"/>
                    </a:cubicBezTo>
                    <a:cubicBezTo>
                      <a:pt x="30" y="96"/>
                      <a:pt x="491" y="762"/>
                      <a:pt x="88" y="1436"/>
                    </a:cubicBezTo>
                    <a:lnTo>
                      <a:pt x="88" y="1495"/>
                    </a:lnTo>
                    <a:cubicBezTo>
                      <a:pt x="125" y="1524"/>
                      <a:pt x="125" y="1524"/>
                      <a:pt x="154" y="1524"/>
                    </a:cubicBezTo>
                    <a:lnTo>
                      <a:pt x="366" y="1619"/>
                    </a:lnTo>
                    <a:lnTo>
                      <a:pt x="396" y="1619"/>
                    </a:lnTo>
                    <a:cubicBezTo>
                      <a:pt x="425" y="1619"/>
                      <a:pt x="425" y="1590"/>
                      <a:pt x="454" y="1590"/>
                    </a:cubicBezTo>
                    <a:cubicBezTo>
                      <a:pt x="886" y="828"/>
                      <a:pt x="366" y="59"/>
                      <a:pt x="337"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6" name="Google Shape;1356;p48"/>
              <p:cNvSpPr/>
              <p:nvPr/>
            </p:nvSpPr>
            <p:spPr>
              <a:xfrm>
                <a:off x="6187076" y="1782009"/>
                <a:ext cx="174426" cy="184604"/>
              </a:xfrm>
              <a:custGeom>
                <a:avLst/>
                <a:gdLst/>
                <a:ahLst/>
                <a:cxnLst/>
                <a:rect l="l" t="t" r="r" b="b"/>
                <a:pathLst>
                  <a:path w="1868" h="1977" extrusionOk="0">
                    <a:moveTo>
                      <a:pt x="1082" y="0"/>
                    </a:moveTo>
                    <a:cubicBezTo>
                      <a:pt x="674" y="0"/>
                      <a:pt x="238" y="160"/>
                      <a:pt x="132" y="803"/>
                    </a:cubicBezTo>
                    <a:cubicBezTo>
                      <a:pt x="1" y="1592"/>
                      <a:pt x="459" y="1976"/>
                      <a:pt x="952" y="1976"/>
                    </a:cubicBezTo>
                    <a:cubicBezTo>
                      <a:pt x="1259" y="1976"/>
                      <a:pt x="1580" y="1827"/>
                      <a:pt x="1779" y="1535"/>
                    </a:cubicBezTo>
                    <a:lnTo>
                      <a:pt x="1867" y="158"/>
                    </a:lnTo>
                    <a:cubicBezTo>
                      <a:pt x="1867" y="158"/>
                      <a:pt x="1488" y="0"/>
                      <a:pt x="10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7" name="Google Shape;1357;p48"/>
              <p:cNvSpPr/>
              <p:nvPr/>
            </p:nvSpPr>
            <p:spPr>
              <a:xfrm>
                <a:off x="6184928" y="1776500"/>
                <a:ext cx="182643" cy="194035"/>
              </a:xfrm>
              <a:custGeom>
                <a:avLst/>
                <a:gdLst/>
                <a:ahLst/>
                <a:cxnLst/>
                <a:rect l="l" t="t" r="r" b="b"/>
                <a:pathLst>
                  <a:path w="1956" h="2078" extrusionOk="0">
                    <a:moveTo>
                      <a:pt x="1070" y="130"/>
                    </a:moveTo>
                    <a:cubicBezTo>
                      <a:pt x="1407" y="130"/>
                      <a:pt x="1707" y="217"/>
                      <a:pt x="1831" y="276"/>
                    </a:cubicBezTo>
                    <a:lnTo>
                      <a:pt x="1736" y="1557"/>
                    </a:lnTo>
                    <a:cubicBezTo>
                      <a:pt x="1563" y="1820"/>
                      <a:pt x="1279" y="1959"/>
                      <a:pt x="998" y="1959"/>
                    </a:cubicBezTo>
                    <a:cubicBezTo>
                      <a:pt x="888" y="1959"/>
                      <a:pt x="778" y="1938"/>
                      <a:pt x="675" y="1894"/>
                    </a:cubicBezTo>
                    <a:cubicBezTo>
                      <a:pt x="272" y="1777"/>
                      <a:pt x="125" y="1374"/>
                      <a:pt x="213" y="862"/>
                    </a:cubicBezTo>
                    <a:cubicBezTo>
                      <a:pt x="243" y="554"/>
                      <a:pt x="396" y="342"/>
                      <a:pt x="609" y="217"/>
                    </a:cubicBezTo>
                    <a:cubicBezTo>
                      <a:pt x="762" y="159"/>
                      <a:pt x="916" y="130"/>
                      <a:pt x="1070" y="130"/>
                    </a:cubicBezTo>
                    <a:close/>
                    <a:moveTo>
                      <a:pt x="1100" y="0"/>
                    </a:moveTo>
                    <a:cubicBezTo>
                      <a:pt x="915" y="0"/>
                      <a:pt x="722" y="33"/>
                      <a:pt x="550" y="130"/>
                    </a:cubicBezTo>
                    <a:cubicBezTo>
                      <a:pt x="308" y="247"/>
                      <a:pt x="155" y="496"/>
                      <a:pt x="89" y="825"/>
                    </a:cubicBezTo>
                    <a:cubicBezTo>
                      <a:pt x="1" y="1411"/>
                      <a:pt x="184" y="1836"/>
                      <a:pt x="609" y="2019"/>
                    </a:cubicBezTo>
                    <a:cubicBezTo>
                      <a:pt x="733" y="2077"/>
                      <a:pt x="858" y="2077"/>
                      <a:pt x="975" y="2077"/>
                    </a:cubicBezTo>
                    <a:cubicBezTo>
                      <a:pt x="1312" y="2077"/>
                      <a:pt x="1648" y="1924"/>
                      <a:pt x="1831" y="1623"/>
                    </a:cubicBezTo>
                    <a:lnTo>
                      <a:pt x="1861" y="1594"/>
                    </a:lnTo>
                    <a:lnTo>
                      <a:pt x="1956" y="217"/>
                    </a:lnTo>
                    <a:lnTo>
                      <a:pt x="1890" y="159"/>
                    </a:lnTo>
                    <a:cubicBezTo>
                      <a:pt x="1870" y="159"/>
                      <a:pt x="1505" y="0"/>
                      <a:pt x="1100"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8" name="Google Shape;1358;p48"/>
              <p:cNvSpPr/>
              <p:nvPr/>
            </p:nvSpPr>
            <p:spPr>
              <a:xfrm>
                <a:off x="6244409" y="1936267"/>
                <a:ext cx="125964" cy="117000"/>
              </a:xfrm>
              <a:custGeom>
                <a:avLst/>
                <a:gdLst/>
                <a:ahLst/>
                <a:cxnLst/>
                <a:rect l="l" t="t" r="r" b="b"/>
                <a:pathLst>
                  <a:path w="1349" h="1253" extrusionOk="0">
                    <a:moveTo>
                      <a:pt x="433" y="0"/>
                    </a:moveTo>
                    <a:cubicBezTo>
                      <a:pt x="155" y="154"/>
                      <a:pt x="1" y="461"/>
                      <a:pt x="67" y="762"/>
                    </a:cubicBezTo>
                    <a:cubicBezTo>
                      <a:pt x="125" y="945"/>
                      <a:pt x="221" y="1069"/>
                      <a:pt x="367" y="1164"/>
                    </a:cubicBezTo>
                    <a:cubicBezTo>
                      <a:pt x="462" y="1223"/>
                      <a:pt x="550" y="1252"/>
                      <a:pt x="645" y="1252"/>
                    </a:cubicBezTo>
                    <a:lnTo>
                      <a:pt x="887" y="1252"/>
                    </a:lnTo>
                    <a:cubicBezTo>
                      <a:pt x="1136" y="1194"/>
                      <a:pt x="1282" y="1011"/>
                      <a:pt x="1348" y="762"/>
                    </a:cubicBezTo>
                    <a:lnTo>
                      <a:pt x="1348" y="703"/>
                    </a:lnTo>
                    <a:lnTo>
                      <a:pt x="1253" y="615"/>
                    </a:lnTo>
                    <a:cubicBezTo>
                      <a:pt x="1253" y="579"/>
                      <a:pt x="1253" y="579"/>
                      <a:pt x="1224" y="579"/>
                    </a:cubicBezTo>
                    <a:lnTo>
                      <a:pt x="1194" y="579"/>
                    </a:lnTo>
                    <a:cubicBezTo>
                      <a:pt x="1136" y="579"/>
                      <a:pt x="1099" y="645"/>
                      <a:pt x="1099" y="703"/>
                    </a:cubicBezTo>
                    <a:cubicBezTo>
                      <a:pt x="1070" y="828"/>
                      <a:pt x="953" y="945"/>
                      <a:pt x="799" y="981"/>
                    </a:cubicBezTo>
                    <a:cubicBezTo>
                      <a:pt x="770" y="1011"/>
                      <a:pt x="733" y="1011"/>
                      <a:pt x="704" y="1011"/>
                    </a:cubicBezTo>
                    <a:cubicBezTo>
                      <a:pt x="645" y="1011"/>
                      <a:pt x="587" y="981"/>
                      <a:pt x="521" y="945"/>
                    </a:cubicBezTo>
                    <a:cubicBezTo>
                      <a:pt x="433" y="886"/>
                      <a:pt x="367" y="798"/>
                      <a:pt x="338" y="703"/>
                    </a:cubicBezTo>
                    <a:cubicBezTo>
                      <a:pt x="308" y="520"/>
                      <a:pt x="367" y="337"/>
                      <a:pt x="550" y="249"/>
                    </a:cubicBezTo>
                    <a:cubicBezTo>
                      <a:pt x="587" y="249"/>
                      <a:pt x="616" y="213"/>
                      <a:pt x="616" y="183"/>
                    </a:cubicBezTo>
                    <a:cubicBezTo>
                      <a:pt x="645" y="154"/>
                      <a:pt x="645" y="95"/>
                      <a:pt x="616" y="66"/>
                    </a:cubicBezTo>
                    <a:cubicBezTo>
                      <a:pt x="616" y="29"/>
                      <a:pt x="587" y="29"/>
                      <a:pt x="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59" name="Google Shape;1359;p48"/>
              <p:cNvSpPr/>
              <p:nvPr/>
            </p:nvSpPr>
            <p:spPr>
              <a:xfrm>
                <a:off x="6238993" y="1930758"/>
                <a:ext cx="136795" cy="127925"/>
              </a:xfrm>
              <a:custGeom>
                <a:avLst/>
                <a:gdLst/>
                <a:ahLst/>
                <a:cxnLst/>
                <a:rect l="l" t="t" r="r" b="b"/>
                <a:pathLst>
                  <a:path w="1465" h="1370" extrusionOk="0">
                    <a:moveTo>
                      <a:pt x="579" y="125"/>
                    </a:moveTo>
                    <a:cubicBezTo>
                      <a:pt x="608" y="125"/>
                      <a:pt x="608" y="154"/>
                      <a:pt x="608" y="154"/>
                    </a:cubicBezTo>
                    <a:cubicBezTo>
                      <a:pt x="645" y="184"/>
                      <a:pt x="645" y="184"/>
                      <a:pt x="608" y="213"/>
                    </a:cubicBezTo>
                    <a:cubicBezTo>
                      <a:pt x="608" y="242"/>
                      <a:pt x="608" y="242"/>
                      <a:pt x="579" y="242"/>
                    </a:cubicBezTo>
                    <a:cubicBezTo>
                      <a:pt x="396" y="337"/>
                      <a:pt x="279" y="579"/>
                      <a:pt x="337" y="762"/>
                    </a:cubicBezTo>
                    <a:cubicBezTo>
                      <a:pt x="366" y="887"/>
                      <a:pt x="425" y="974"/>
                      <a:pt x="550" y="1070"/>
                    </a:cubicBezTo>
                    <a:cubicBezTo>
                      <a:pt x="608" y="1099"/>
                      <a:pt x="703" y="1128"/>
                      <a:pt x="762" y="1128"/>
                    </a:cubicBezTo>
                    <a:cubicBezTo>
                      <a:pt x="828" y="1128"/>
                      <a:pt x="857" y="1128"/>
                      <a:pt x="886" y="1099"/>
                    </a:cubicBezTo>
                    <a:cubicBezTo>
                      <a:pt x="1069" y="1070"/>
                      <a:pt x="1194" y="945"/>
                      <a:pt x="1223" y="762"/>
                    </a:cubicBezTo>
                    <a:cubicBezTo>
                      <a:pt x="1223" y="733"/>
                      <a:pt x="1252" y="704"/>
                      <a:pt x="1252" y="704"/>
                    </a:cubicBezTo>
                    <a:lnTo>
                      <a:pt x="1282" y="704"/>
                    </a:lnTo>
                    <a:lnTo>
                      <a:pt x="1340" y="821"/>
                    </a:lnTo>
                    <a:cubicBezTo>
                      <a:pt x="1311" y="1040"/>
                      <a:pt x="1128" y="1187"/>
                      <a:pt x="916" y="1253"/>
                    </a:cubicBezTo>
                    <a:lnTo>
                      <a:pt x="703" y="1253"/>
                    </a:lnTo>
                    <a:cubicBezTo>
                      <a:pt x="608" y="1253"/>
                      <a:pt x="550" y="1223"/>
                      <a:pt x="462" y="1187"/>
                    </a:cubicBezTo>
                    <a:cubicBezTo>
                      <a:pt x="337" y="1099"/>
                      <a:pt x="242" y="974"/>
                      <a:pt x="183" y="791"/>
                    </a:cubicBezTo>
                    <a:cubicBezTo>
                      <a:pt x="125" y="520"/>
                      <a:pt x="279" y="242"/>
                      <a:pt x="520" y="125"/>
                    </a:cubicBezTo>
                    <a:close/>
                    <a:moveTo>
                      <a:pt x="550" y="1"/>
                    </a:moveTo>
                    <a:cubicBezTo>
                      <a:pt x="520" y="1"/>
                      <a:pt x="491" y="1"/>
                      <a:pt x="462" y="30"/>
                    </a:cubicBezTo>
                    <a:cubicBezTo>
                      <a:pt x="154" y="154"/>
                      <a:pt x="0" y="520"/>
                      <a:pt x="96" y="821"/>
                    </a:cubicBezTo>
                    <a:cubicBezTo>
                      <a:pt x="125" y="1040"/>
                      <a:pt x="242" y="1187"/>
                      <a:pt x="396" y="1282"/>
                    </a:cubicBezTo>
                    <a:cubicBezTo>
                      <a:pt x="491" y="1341"/>
                      <a:pt x="579" y="1370"/>
                      <a:pt x="703" y="1370"/>
                    </a:cubicBezTo>
                    <a:lnTo>
                      <a:pt x="945" y="1370"/>
                    </a:lnTo>
                    <a:cubicBezTo>
                      <a:pt x="1223" y="1311"/>
                      <a:pt x="1406" y="1099"/>
                      <a:pt x="1465" y="821"/>
                    </a:cubicBezTo>
                    <a:lnTo>
                      <a:pt x="1465" y="733"/>
                    </a:lnTo>
                    <a:lnTo>
                      <a:pt x="1377" y="608"/>
                    </a:lnTo>
                    <a:cubicBezTo>
                      <a:pt x="1340" y="579"/>
                      <a:pt x="1311" y="579"/>
                      <a:pt x="1282" y="579"/>
                    </a:cubicBezTo>
                    <a:lnTo>
                      <a:pt x="1252" y="579"/>
                    </a:lnTo>
                    <a:cubicBezTo>
                      <a:pt x="1194" y="579"/>
                      <a:pt x="1128" y="608"/>
                      <a:pt x="1099" y="733"/>
                    </a:cubicBezTo>
                    <a:cubicBezTo>
                      <a:pt x="1069" y="857"/>
                      <a:pt x="974" y="945"/>
                      <a:pt x="857" y="974"/>
                    </a:cubicBezTo>
                    <a:cubicBezTo>
                      <a:pt x="828" y="1004"/>
                      <a:pt x="791" y="1004"/>
                      <a:pt x="762" y="1004"/>
                    </a:cubicBezTo>
                    <a:cubicBezTo>
                      <a:pt x="703" y="1004"/>
                      <a:pt x="674" y="974"/>
                      <a:pt x="608" y="945"/>
                    </a:cubicBezTo>
                    <a:cubicBezTo>
                      <a:pt x="520" y="916"/>
                      <a:pt x="491" y="821"/>
                      <a:pt x="462" y="733"/>
                    </a:cubicBezTo>
                    <a:cubicBezTo>
                      <a:pt x="425" y="579"/>
                      <a:pt x="491" y="425"/>
                      <a:pt x="645" y="367"/>
                    </a:cubicBezTo>
                    <a:cubicBezTo>
                      <a:pt x="674" y="337"/>
                      <a:pt x="733" y="308"/>
                      <a:pt x="733" y="242"/>
                    </a:cubicBezTo>
                    <a:cubicBezTo>
                      <a:pt x="762" y="213"/>
                      <a:pt x="762" y="154"/>
                      <a:pt x="733" y="125"/>
                    </a:cubicBezTo>
                    <a:cubicBezTo>
                      <a:pt x="703" y="59"/>
                      <a:pt x="674" y="30"/>
                      <a:pt x="608"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0" name="Google Shape;1360;p48"/>
              <p:cNvSpPr/>
              <p:nvPr/>
            </p:nvSpPr>
            <p:spPr>
              <a:xfrm>
                <a:off x="6219104" y="1816559"/>
                <a:ext cx="128018" cy="111584"/>
              </a:xfrm>
              <a:custGeom>
                <a:avLst/>
                <a:gdLst/>
                <a:ahLst/>
                <a:cxnLst/>
                <a:rect l="l" t="t" r="r" b="b"/>
                <a:pathLst>
                  <a:path w="1371" h="1195" extrusionOk="0">
                    <a:moveTo>
                      <a:pt x="492" y="1"/>
                    </a:moveTo>
                    <a:cubicBezTo>
                      <a:pt x="213" y="30"/>
                      <a:pt x="1" y="250"/>
                      <a:pt x="1" y="279"/>
                    </a:cubicBezTo>
                    <a:lnTo>
                      <a:pt x="1" y="308"/>
                    </a:lnTo>
                    <a:lnTo>
                      <a:pt x="60" y="308"/>
                    </a:lnTo>
                    <a:cubicBezTo>
                      <a:pt x="60" y="308"/>
                      <a:pt x="213" y="96"/>
                      <a:pt x="492" y="67"/>
                    </a:cubicBezTo>
                    <a:cubicBezTo>
                      <a:pt x="519" y="60"/>
                      <a:pt x="546" y="57"/>
                      <a:pt x="572" y="57"/>
                    </a:cubicBezTo>
                    <a:cubicBezTo>
                      <a:pt x="686" y="57"/>
                      <a:pt x="791" y="118"/>
                      <a:pt x="916" y="213"/>
                    </a:cubicBezTo>
                    <a:cubicBezTo>
                      <a:pt x="1312" y="550"/>
                      <a:pt x="946" y="1128"/>
                      <a:pt x="946" y="1128"/>
                    </a:cubicBezTo>
                    <a:cubicBezTo>
                      <a:pt x="946" y="1165"/>
                      <a:pt x="946" y="1165"/>
                      <a:pt x="975" y="1194"/>
                    </a:cubicBezTo>
                    <a:lnTo>
                      <a:pt x="1004" y="1165"/>
                    </a:lnTo>
                    <a:cubicBezTo>
                      <a:pt x="1004" y="1165"/>
                      <a:pt x="1370" y="550"/>
                      <a:pt x="946" y="184"/>
                    </a:cubicBezTo>
                    <a:cubicBezTo>
                      <a:pt x="792" y="30"/>
                      <a:pt x="638" y="1"/>
                      <a:pt x="49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1" name="Google Shape;1361;p48"/>
              <p:cNvSpPr/>
              <p:nvPr/>
            </p:nvSpPr>
            <p:spPr>
              <a:xfrm>
                <a:off x="6253373" y="1858858"/>
                <a:ext cx="73860" cy="22784"/>
              </a:xfrm>
              <a:custGeom>
                <a:avLst/>
                <a:gdLst/>
                <a:ahLst/>
                <a:cxnLst/>
                <a:rect l="l" t="t" r="r" b="b"/>
                <a:pathLst>
                  <a:path w="791" h="244" extrusionOk="0">
                    <a:moveTo>
                      <a:pt x="390" y="0"/>
                    </a:moveTo>
                    <a:cubicBezTo>
                      <a:pt x="194" y="0"/>
                      <a:pt x="29" y="97"/>
                      <a:pt x="29" y="97"/>
                    </a:cubicBezTo>
                    <a:cubicBezTo>
                      <a:pt x="0" y="97"/>
                      <a:pt x="0" y="126"/>
                      <a:pt x="29" y="126"/>
                    </a:cubicBezTo>
                    <a:lnTo>
                      <a:pt x="29" y="163"/>
                    </a:lnTo>
                    <a:lnTo>
                      <a:pt x="59" y="163"/>
                    </a:lnTo>
                    <a:cubicBezTo>
                      <a:pt x="59" y="163"/>
                      <a:pt x="224" y="68"/>
                      <a:pt x="407" y="68"/>
                    </a:cubicBezTo>
                    <a:cubicBezTo>
                      <a:pt x="520" y="68"/>
                      <a:pt x="640" y="104"/>
                      <a:pt x="732" y="221"/>
                    </a:cubicBezTo>
                    <a:cubicBezTo>
                      <a:pt x="747" y="236"/>
                      <a:pt x="754" y="243"/>
                      <a:pt x="762" y="243"/>
                    </a:cubicBezTo>
                    <a:cubicBezTo>
                      <a:pt x="769" y="243"/>
                      <a:pt x="776" y="236"/>
                      <a:pt x="791" y="221"/>
                    </a:cubicBezTo>
                    <a:lnTo>
                      <a:pt x="791" y="192"/>
                    </a:lnTo>
                    <a:cubicBezTo>
                      <a:pt x="670" y="45"/>
                      <a:pt x="523" y="0"/>
                      <a:pt x="3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2" name="Google Shape;1362;p48"/>
              <p:cNvSpPr/>
              <p:nvPr/>
            </p:nvSpPr>
            <p:spPr>
              <a:xfrm>
                <a:off x="6256081" y="1437451"/>
                <a:ext cx="703680" cy="711710"/>
              </a:xfrm>
              <a:custGeom>
                <a:avLst/>
                <a:gdLst/>
                <a:ahLst/>
                <a:cxnLst/>
                <a:rect l="l" t="t" r="r" b="b"/>
                <a:pathLst>
                  <a:path w="7536" h="7622" extrusionOk="0">
                    <a:moveTo>
                      <a:pt x="3155" y="0"/>
                    </a:moveTo>
                    <a:cubicBezTo>
                      <a:pt x="1894" y="0"/>
                      <a:pt x="934" y="569"/>
                      <a:pt x="520" y="1527"/>
                    </a:cubicBezTo>
                    <a:cubicBezTo>
                      <a:pt x="520" y="1527"/>
                      <a:pt x="30" y="2567"/>
                      <a:pt x="30" y="4156"/>
                    </a:cubicBezTo>
                    <a:cubicBezTo>
                      <a:pt x="0" y="5620"/>
                      <a:pt x="974" y="7202"/>
                      <a:pt x="2746" y="7539"/>
                    </a:cubicBezTo>
                    <a:cubicBezTo>
                      <a:pt x="3033" y="7592"/>
                      <a:pt x="3315" y="7622"/>
                      <a:pt x="3591" y="7622"/>
                    </a:cubicBezTo>
                    <a:cubicBezTo>
                      <a:pt x="4901" y="7622"/>
                      <a:pt x="6056" y="6959"/>
                      <a:pt x="6715" y="5071"/>
                    </a:cubicBezTo>
                    <a:cubicBezTo>
                      <a:pt x="7535" y="2779"/>
                      <a:pt x="6898" y="978"/>
                      <a:pt x="4789" y="282"/>
                    </a:cubicBezTo>
                    <a:cubicBezTo>
                      <a:pt x="4207" y="90"/>
                      <a:pt x="3657" y="0"/>
                      <a:pt x="31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3" name="Google Shape;1363;p48"/>
              <p:cNvSpPr/>
              <p:nvPr/>
            </p:nvSpPr>
            <p:spPr>
              <a:xfrm>
                <a:off x="6250572" y="1430634"/>
                <a:ext cx="681083" cy="725156"/>
              </a:xfrm>
              <a:custGeom>
                <a:avLst/>
                <a:gdLst/>
                <a:ahLst/>
                <a:cxnLst/>
                <a:rect l="l" t="t" r="r" b="b"/>
                <a:pathLst>
                  <a:path w="7294" h="7766" extrusionOk="0">
                    <a:moveTo>
                      <a:pt x="3230" y="136"/>
                    </a:moveTo>
                    <a:cubicBezTo>
                      <a:pt x="3721" y="136"/>
                      <a:pt x="4270" y="231"/>
                      <a:pt x="4848" y="414"/>
                    </a:cubicBezTo>
                    <a:cubicBezTo>
                      <a:pt x="5764" y="722"/>
                      <a:pt x="6408" y="1234"/>
                      <a:pt x="6745" y="1937"/>
                    </a:cubicBezTo>
                    <a:cubicBezTo>
                      <a:pt x="7169" y="2794"/>
                      <a:pt x="7169" y="3892"/>
                      <a:pt x="6708" y="5115"/>
                    </a:cubicBezTo>
                    <a:cubicBezTo>
                      <a:pt x="6120" y="6788"/>
                      <a:pt x="5085" y="7638"/>
                      <a:pt x="3636" y="7638"/>
                    </a:cubicBezTo>
                    <a:cubicBezTo>
                      <a:pt x="3373" y="7638"/>
                      <a:pt x="3096" y="7610"/>
                      <a:pt x="2805" y="7553"/>
                    </a:cubicBezTo>
                    <a:cubicBezTo>
                      <a:pt x="1033" y="7216"/>
                      <a:pt x="118" y="5628"/>
                      <a:pt x="155" y="4229"/>
                    </a:cubicBezTo>
                    <a:cubicBezTo>
                      <a:pt x="155" y="2669"/>
                      <a:pt x="638" y="1637"/>
                      <a:pt x="638" y="1600"/>
                    </a:cubicBezTo>
                    <a:cubicBezTo>
                      <a:pt x="1033" y="656"/>
                      <a:pt x="2014" y="136"/>
                      <a:pt x="3230" y="136"/>
                    </a:cubicBezTo>
                    <a:close/>
                    <a:moveTo>
                      <a:pt x="3223" y="1"/>
                    </a:moveTo>
                    <a:cubicBezTo>
                      <a:pt x="1965" y="1"/>
                      <a:pt x="951" y="555"/>
                      <a:pt x="521" y="1571"/>
                    </a:cubicBezTo>
                    <a:cubicBezTo>
                      <a:pt x="521" y="1600"/>
                      <a:pt x="30" y="2669"/>
                      <a:pt x="30" y="4229"/>
                    </a:cubicBezTo>
                    <a:cubicBezTo>
                      <a:pt x="1" y="5693"/>
                      <a:pt x="945" y="7341"/>
                      <a:pt x="2776" y="7678"/>
                    </a:cubicBezTo>
                    <a:cubicBezTo>
                      <a:pt x="3084" y="7736"/>
                      <a:pt x="3354" y="7766"/>
                      <a:pt x="3633" y="7766"/>
                    </a:cubicBezTo>
                    <a:cubicBezTo>
                      <a:pt x="5156" y="7766"/>
                      <a:pt x="6225" y="6880"/>
                      <a:pt x="6833" y="5144"/>
                    </a:cubicBezTo>
                    <a:cubicBezTo>
                      <a:pt x="7294" y="3892"/>
                      <a:pt x="7294" y="2764"/>
                      <a:pt x="6862" y="1878"/>
                    </a:cubicBezTo>
                    <a:cubicBezTo>
                      <a:pt x="6496" y="1146"/>
                      <a:pt x="5829" y="597"/>
                      <a:pt x="4878" y="290"/>
                    </a:cubicBezTo>
                    <a:cubicBezTo>
                      <a:pt x="4301" y="95"/>
                      <a:pt x="3741" y="1"/>
                      <a:pt x="322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4" name="Google Shape;1364;p48"/>
              <p:cNvSpPr/>
              <p:nvPr/>
            </p:nvSpPr>
            <p:spPr>
              <a:xfrm>
                <a:off x="6232363" y="1412706"/>
                <a:ext cx="519543" cy="386109"/>
              </a:xfrm>
              <a:custGeom>
                <a:avLst/>
                <a:gdLst/>
                <a:ahLst/>
                <a:cxnLst/>
                <a:rect l="l" t="t" r="r" b="b"/>
                <a:pathLst>
                  <a:path w="5564" h="4135" extrusionOk="0">
                    <a:moveTo>
                      <a:pt x="3463" y="1"/>
                    </a:moveTo>
                    <a:cubicBezTo>
                      <a:pt x="0" y="1"/>
                      <a:pt x="225" y="4084"/>
                      <a:pt x="225" y="4084"/>
                    </a:cubicBezTo>
                    <a:cubicBezTo>
                      <a:pt x="368" y="4120"/>
                      <a:pt x="494" y="4135"/>
                      <a:pt x="604" y="4135"/>
                    </a:cubicBezTo>
                    <a:cubicBezTo>
                      <a:pt x="1249" y="4135"/>
                      <a:pt x="1382" y="3623"/>
                      <a:pt x="1382" y="3623"/>
                    </a:cubicBezTo>
                    <a:cubicBezTo>
                      <a:pt x="2422" y="3623"/>
                      <a:pt x="2942" y="2649"/>
                      <a:pt x="2942" y="2649"/>
                    </a:cubicBezTo>
                    <a:cubicBezTo>
                      <a:pt x="3100" y="2708"/>
                      <a:pt x="3241" y="2733"/>
                      <a:pt x="3367" y="2733"/>
                    </a:cubicBezTo>
                    <a:cubicBezTo>
                      <a:pt x="4016" y="2733"/>
                      <a:pt x="4252" y="2070"/>
                      <a:pt x="4252" y="2070"/>
                    </a:cubicBezTo>
                    <a:cubicBezTo>
                      <a:pt x="5505" y="1946"/>
                      <a:pt x="5475" y="1126"/>
                      <a:pt x="5475" y="1126"/>
                    </a:cubicBezTo>
                    <a:lnTo>
                      <a:pt x="5563" y="394"/>
                    </a:lnTo>
                    <a:cubicBezTo>
                      <a:pt x="4744" y="118"/>
                      <a:pt x="4050" y="1"/>
                      <a:pt x="346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5" name="Google Shape;1365;p48"/>
              <p:cNvSpPr/>
              <p:nvPr/>
            </p:nvSpPr>
            <p:spPr>
              <a:xfrm>
                <a:off x="6717640" y="1449403"/>
                <a:ext cx="370608" cy="444562"/>
              </a:xfrm>
              <a:custGeom>
                <a:avLst/>
                <a:gdLst/>
                <a:ahLst/>
                <a:cxnLst/>
                <a:rect l="l" t="t" r="r" b="b"/>
                <a:pathLst>
                  <a:path w="3968" h="4761" extrusionOk="0">
                    <a:moveTo>
                      <a:pt x="366" y="1"/>
                    </a:moveTo>
                    <a:lnTo>
                      <a:pt x="0" y="975"/>
                    </a:lnTo>
                    <a:cubicBezTo>
                      <a:pt x="0" y="975"/>
                      <a:pt x="0" y="2014"/>
                      <a:pt x="1040" y="2285"/>
                    </a:cubicBezTo>
                    <a:cubicBezTo>
                      <a:pt x="1040" y="2285"/>
                      <a:pt x="762" y="3017"/>
                      <a:pt x="1560" y="3449"/>
                    </a:cubicBezTo>
                    <a:cubicBezTo>
                      <a:pt x="1560" y="3449"/>
                      <a:pt x="1194" y="4087"/>
                      <a:pt x="1860" y="4665"/>
                    </a:cubicBezTo>
                    <a:lnTo>
                      <a:pt x="2438" y="4760"/>
                    </a:lnTo>
                    <a:cubicBezTo>
                      <a:pt x="2438" y="4760"/>
                      <a:pt x="3969" y="1004"/>
                      <a:pt x="36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6" name="Google Shape;1366;p48"/>
              <p:cNvSpPr/>
              <p:nvPr/>
            </p:nvSpPr>
            <p:spPr>
              <a:xfrm>
                <a:off x="6811950" y="1862220"/>
                <a:ext cx="164995" cy="188059"/>
              </a:xfrm>
              <a:custGeom>
                <a:avLst/>
                <a:gdLst/>
                <a:ahLst/>
                <a:cxnLst/>
                <a:rect l="l" t="t" r="r" b="b"/>
                <a:pathLst>
                  <a:path w="1767" h="2013" extrusionOk="0">
                    <a:moveTo>
                      <a:pt x="795" y="1"/>
                    </a:moveTo>
                    <a:cubicBezTo>
                      <a:pt x="616" y="1"/>
                      <a:pt x="484" y="32"/>
                      <a:pt x="484" y="32"/>
                    </a:cubicBezTo>
                    <a:lnTo>
                      <a:pt x="1" y="1525"/>
                    </a:lnTo>
                    <a:cubicBezTo>
                      <a:pt x="187" y="1835"/>
                      <a:pt x="521" y="2013"/>
                      <a:pt x="845" y="2013"/>
                    </a:cubicBezTo>
                    <a:cubicBezTo>
                      <a:pt x="1258" y="2013"/>
                      <a:pt x="1653" y="1723"/>
                      <a:pt x="1707" y="1042"/>
                    </a:cubicBezTo>
                    <a:cubicBezTo>
                      <a:pt x="1767" y="143"/>
                      <a:pt x="1176" y="1"/>
                      <a:pt x="7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7" name="Google Shape;1367;p48"/>
              <p:cNvSpPr/>
              <p:nvPr/>
            </p:nvSpPr>
            <p:spPr>
              <a:xfrm>
                <a:off x="6805787" y="1857364"/>
                <a:ext cx="173772" cy="198610"/>
              </a:xfrm>
              <a:custGeom>
                <a:avLst/>
                <a:gdLst/>
                <a:ahLst/>
                <a:cxnLst/>
                <a:rect l="l" t="t" r="r" b="b"/>
                <a:pathLst>
                  <a:path w="1861" h="2127" extrusionOk="0">
                    <a:moveTo>
                      <a:pt x="856" y="0"/>
                    </a:moveTo>
                    <a:cubicBezTo>
                      <a:pt x="687" y="0"/>
                      <a:pt x="563" y="25"/>
                      <a:pt x="550" y="25"/>
                    </a:cubicBezTo>
                    <a:cubicBezTo>
                      <a:pt x="521" y="54"/>
                      <a:pt x="491" y="84"/>
                      <a:pt x="491" y="113"/>
                    </a:cubicBezTo>
                    <a:cubicBezTo>
                      <a:pt x="491" y="133"/>
                      <a:pt x="506" y="158"/>
                      <a:pt x="534" y="158"/>
                    </a:cubicBezTo>
                    <a:cubicBezTo>
                      <a:pt x="547" y="158"/>
                      <a:pt x="562" y="153"/>
                      <a:pt x="579" y="142"/>
                    </a:cubicBezTo>
                    <a:cubicBezTo>
                      <a:pt x="579" y="142"/>
                      <a:pt x="697" y="117"/>
                      <a:pt x="857" y="117"/>
                    </a:cubicBezTo>
                    <a:cubicBezTo>
                      <a:pt x="1043" y="117"/>
                      <a:pt x="1284" y="151"/>
                      <a:pt x="1465" y="296"/>
                    </a:cubicBezTo>
                    <a:cubicBezTo>
                      <a:pt x="1648" y="479"/>
                      <a:pt x="1743" y="728"/>
                      <a:pt x="1714" y="1094"/>
                    </a:cubicBezTo>
                    <a:cubicBezTo>
                      <a:pt x="1677" y="1577"/>
                      <a:pt x="1465" y="1914"/>
                      <a:pt x="1099" y="1973"/>
                    </a:cubicBezTo>
                    <a:cubicBezTo>
                      <a:pt x="1034" y="1990"/>
                      <a:pt x="967" y="1998"/>
                      <a:pt x="899" y="1998"/>
                    </a:cubicBezTo>
                    <a:cubicBezTo>
                      <a:pt x="589" y="1998"/>
                      <a:pt x="276" y="1825"/>
                      <a:pt x="125" y="1548"/>
                    </a:cubicBezTo>
                    <a:cubicBezTo>
                      <a:pt x="104" y="1527"/>
                      <a:pt x="84" y="1507"/>
                      <a:pt x="60" y="1507"/>
                    </a:cubicBezTo>
                    <a:cubicBezTo>
                      <a:pt x="51" y="1507"/>
                      <a:pt x="41" y="1510"/>
                      <a:pt x="30" y="1519"/>
                    </a:cubicBezTo>
                    <a:cubicBezTo>
                      <a:pt x="1" y="1548"/>
                      <a:pt x="1" y="1577"/>
                      <a:pt x="30" y="1607"/>
                    </a:cubicBezTo>
                    <a:cubicBezTo>
                      <a:pt x="213" y="1914"/>
                      <a:pt x="550" y="2127"/>
                      <a:pt x="916" y="2127"/>
                    </a:cubicBezTo>
                    <a:cubicBezTo>
                      <a:pt x="982" y="2127"/>
                      <a:pt x="1040" y="2127"/>
                      <a:pt x="1099" y="2097"/>
                    </a:cubicBezTo>
                    <a:cubicBezTo>
                      <a:pt x="1531" y="2009"/>
                      <a:pt x="1802" y="1643"/>
                      <a:pt x="1831" y="1094"/>
                    </a:cubicBezTo>
                    <a:cubicBezTo>
                      <a:pt x="1861" y="691"/>
                      <a:pt x="1773" y="391"/>
                      <a:pt x="1560" y="208"/>
                    </a:cubicBezTo>
                    <a:cubicBezTo>
                      <a:pt x="1342" y="38"/>
                      <a:pt x="1065" y="0"/>
                      <a:pt x="856"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8" name="Google Shape;1368;p48"/>
              <p:cNvSpPr/>
              <p:nvPr/>
            </p:nvSpPr>
            <p:spPr>
              <a:xfrm>
                <a:off x="6822875" y="1901998"/>
                <a:ext cx="131380" cy="100005"/>
              </a:xfrm>
              <a:custGeom>
                <a:avLst/>
                <a:gdLst/>
                <a:ahLst/>
                <a:cxnLst/>
                <a:rect l="l" t="t" r="r" b="b"/>
                <a:pathLst>
                  <a:path w="1407" h="1071" extrusionOk="0">
                    <a:moveTo>
                      <a:pt x="849" y="0"/>
                    </a:moveTo>
                    <a:cubicBezTo>
                      <a:pt x="747" y="0"/>
                      <a:pt x="640" y="34"/>
                      <a:pt x="521" y="96"/>
                    </a:cubicBezTo>
                    <a:cubicBezTo>
                      <a:pt x="1" y="338"/>
                      <a:pt x="213" y="1041"/>
                      <a:pt x="213" y="1041"/>
                    </a:cubicBezTo>
                    <a:lnTo>
                      <a:pt x="250" y="1070"/>
                    </a:lnTo>
                    <a:cubicBezTo>
                      <a:pt x="279" y="1070"/>
                      <a:pt x="279" y="1041"/>
                      <a:pt x="279" y="1041"/>
                    </a:cubicBezTo>
                    <a:cubicBezTo>
                      <a:pt x="279" y="1041"/>
                      <a:pt x="67" y="367"/>
                      <a:pt x="550" y="126"/>
                    </a:cubicBezTo>
                    <a:cubicBezTo>
                      <a:pt x="646" y="89"/>
                      <a:pt x="741" y="61"/>
                      <a:pt x="837" y="61"/>
                    </a:cubicBezTo>
                    <a:cubicBezTo>
                      <a:pt x="895" y="61"/>
                      <a:pt x="953" y="71"/>
                      <a:pt x="1011" y="96"/>
                    </a:cubicBezTo>
                    <a:cubicBezTo>
                      <a:pt x="1253" y="184"/>
                      <a:pt x="1348" y="433"/>
                      <a:pt x="1377" y="433"/>
                    </a:cubicBezTo>
                    <a:cubicBezTo>
                      <a:pt x="1377" y="433"/>
                      <a:pt x="1377" y="446"/>
                      <a:pt x="1386" y="446"/>
                    </a:cubicBezTo>
                    <a:cubicBezTo>
                      <a:pt x="1390" y="446"/>
                      <a:pt x="1397" y="443"/>
                      <a:pt x="1407" y="433"/>
                    </a:cubicBezTo>
                    <a:lnTo>
                      <a:pt x="1407" y="396"/>
                    </a:lnTo>
                    <a:cubicBezTo>
                      <a:pt x="1407" y="396"/>
                      <a:pt x="1282" y="126"/>
                      <a:pt x="1011" y="30"/>
                    </a:cubicBezTo>
                    <a:cubicBezTo>
                      <a:pt x="958" y="10"/>
                      <a:pt x="904" y="0"/>
                      <a:pt x="8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69" name="Google Shape;1369;p48"/>
              <p:cNvSpPr/>
              <p:nvPr/>
            </p:nvSpPr>
            <p:spPr>
              <a:xfrm>
                <a:off x="6839963" y="1938135"/>
                <a:ext cx="74607" cy="24184"/>
              </a:xfrm>
              <a:custGeom>
                <a:avLst/>
                <a:gdLst/>
                <a:ahLst/>
                <a:cxnLst/>
                <a:rect l="l" t="t" r="r" b="b"/>
                <a:pathLst>
                  <a:path w="799" h="259" extrusionOk="0">
                    <a:moveTo>
                      <a:pt x="313" y="0"/>
                    </a:moveTo>
                    <a:cubicBezTo>
                      <a:pt x="220" y="0"/>
                      <a:pt x="123" y="28"/>
                      <a:pt x="30" y="105"/>
                    </a:cubicBezTo>
                    <a:cubicBezTo>
                      <a:pt x="1" y="134"/>
                      <a:pt x="1" y="134"/>
                      <a:pt x="30" y="163"/>
                    </a:cubicBezTo>
                    <a:lnTo>
                      <a:pt x="67" y="163"/>
                    </a:lnTo>
                    <a:cubicBezTo>
                      <a:pt x="148" y="90"/>
                      <a:pt x="234" y="63"/>
                      <a:pt x="316" y="63"/>
                    </a:cubicBezTo>
                    <a:cubicBezTo>
                      <a:pt x="538" y="63"/>
                      <a:pt x="733" y="258"/>
                      <a:pt x="733" y="258"/>
                    </a:cubicBezTo>
                    <a:lnTo>
                      <a:pt x="799" y="258"/>
                    </a:lnTo>
                    <a:lnTo>
                      <a:pt x="799" y="193"/>
                    </a:lnTo>
                    <a:cubicBezTo>
                      <a:pt x="772" y="193"/>
                      <a:pt x="557" y="0"/>
                      <a:pt x="3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0" name="Google Shape;1370;p48"/>
              <p:cNvSpPr/>
              <p:nvPr/>
            </p:nvSpPr>
            <p:spPr>
              <a:xfrm>
                <a:off x="6506983" y="1950554"/>
                <a:ext cx="54158" cy="29507"/>
              </a:xfrm>
              <a:custGeom>
                <a:avLst/>
                <a:gdLst/>
                <a:ahLst/>
                <a:cxnLst/>
                <a:rect l="l" t="t" r="r" b="b"/>
                <a:pathLst>
                  <a:path w="580" h="316" extrusionOk="0">
                    <a:moveTo>
                      <a:pt x="579" y="1"/>
                    </a:moveTo>
                    <a:cubicBezTo>
                      <a:pt x="550" y="1"/>
                      <a:pt x="550" y="1"/>
                      <a:pt x="550" y="30"/>
                    </a:cubicBezTo>
                    <a:cubicBezTo>
                      <a:pt x="525" y="30"/>
                      <a:pt x="472" y="261"/>
                      <a:pt x="182" y="261"/>
                    </a:cubicBezTo>
                    <a:cubicBezTo>
                      <a:pt x="137" y="261"/>
                      <a:pt x="87" y="255"/>
                      <a:pt x="30" y="243"/>
                    </a:cubicBezTo>
                    <a:cubicBezTo>
                      <a:pt x="30" y="243"/>
                      <a:pt x="1" y="243"/>
                      <a:pt x="1" y="279"/>
                    </a:cubicBezTo>
                    <a:cubicBezTo>
                      <a:pt x="1" y="279"/>
                      <a:pt x="1" y="308"/>
                      <a:pt x="30" y="308"/>
                    </a:cubicBezTo>
                    <a:lnTo>
                      <a:pt x="89" y="308"/>
                    </a:lnTo>
                    <a:cubicBezTo>
                      <a:pt x="120" y="313"/>
                      <a:pt x="150" y="315"/>
                      <a:pt x="178" y="315"/>
                    </a:cubicBezTo>
                    <a:cubicBezTo>
                      <a:pt x="499" y="315"/>
                      <a:pt x="579" y="30"/>
                      <a:pt x="579" y="30"/>
                    </a:cubicBezTo>
                    <a:lnTo>
                      <a:pt x="579"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1" name="Google Shape;1371;p48"/>
              <p:cNvSpPr/>
              <p:nvPr/>
            </p:nvSpPr>
            <p:spPr>
              <a:xfrm>
                <a:off x="6506983" y="1950554"/>
                <a:ext cx="56866" cy="31561"/>
              </a:xfrm>
              <a:custGeom>
                <a:avLst/>
                <a:gdLst/>
                <a:ahLst/>
                <a:cxnLst/>
                <a:rect l="l" t="t" r="r" b="b"/>
                <a:pathLst>
                  <a:path w="609" h="338" extrusionOk="0">
                    <a:moveTo>
                      <a:pt x="579" y="30"/>
                    </a:moveTo>
                    <a:cubicBezTo>
                      <a:pt x="579" y="30"/>
                      <a:pt x="492" y="310"/>
                      <a:pt x="141" y="310"/>
                    </a:cubicBezTo>
                    <a:cubicBezTo>
                      <a:pt x="124" y="310"/>
                      <a:pt x="107" y="310"/>
                      <a:pt x="89" y="308"/>
                    </a:cubicBezTo>
                    <a:cubicBezTo>
                      <a:pt x="89" y="308"/>
                      <a:pt x="59" y="308"/>
                      <a:pt x="30" y="279"/>
                    </a:cubicBezTo>
                    <a:lnTo>
                      <a:pt x="30" y="279"/>
                    </a:lnTo>
                    <a:cubicBezTo>
                      <a:pt x="79" y="289"/>
                      <a:pt x="124" y="294"/>
                      <a:pt x="164" y="294"/>
                    </a:cubicBezTo>
                    <a:cubicBezTo>
                      <a:pt x="475" y="294"/>
                      <a:pt x="550" y="30"/>
                      <a:pt x="550" y="30"/>
                    </a:cubicBezTo>
                    <a:close/>
                    <a:moveTo>
                      <a:pt x="550" y="1"/>
                    </a:moveTo>
                    <a:lnTo>
                      <a:pt x="521" y="30"/>
                    </a:lnTo>
                    <a:cubicBezTo>
                      <a:pt x="521" y="30"/>
                      <a:pt x="449" y="261"/>
                      <a:pt x="173" y="261"/>
                    </a:cubicBezTo>
                    <a:cubicBezTo>
                      <a:pt x="131" y="261"/>
                      <a:pt x="83" y="255"/>
                      <a:pt x="30" y="243"/>
                    </a:cubicBezTo>
                    <a:cubicBezTo>
                      <a:pt x="30" y="243"/>
                      <a:pt x="1" y="243"/>
                      <a:pt x="1" y="279"/>
                    </a:cubicBezTo>
                    <a:cubicBezTo>
                      <a:pt x="1" y="279"/>
                      <a:pt x="1" y="308"/>
                      <a:pt x="30" y="308"/>
                    </a:cubicBezTo>
                    <a:cubicBezTo>
                      <a:pt x="59" y="338"/>
                      <a:pt x="89" y="338"/>
                      <a:pt x="89" y="338"/>
                    </a:cubicBezTo>
                    <a:lnTo>
                      <a:pt x="184" y="338"/>
                    </a:lnTo>
                    <a:cubicBezTo>
                      <a:pt x="521" y="338"/>
                      <a:pt x="608" y="30"/>
                      <a:pt x="608" y="30"/>
                    </a:cubicBezTo>
                    <a:lnTo>
                      <a:pt x="579"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2" name="Google Shape;1372;p48"/>
              <p:cNvSpPr/>
              <p:nvPr/>
            </p:nvSpPr>
            <p:spPr>
              <a:xfrm>
                <a:off x="6651996" y="1724116"/>
                <a:ext cx="131286" cy="81610"/>
              </a:xfrm>
              <a:custGeom>
                <a:avLst/>
                <a:gdLst/>
                <a:ahLst/>
                <a:cxnLst/>
                <a:rect l="l" t="t" r="r" b="b"/>
                <a:pathLst>
                  <a:path w="1406" h="874" extrusionOk="0">
                    <a:moveTo>
                      <a:pt x="287" y="0"/>
                    </a:moveTo>
                    <a:cubicBezTo>
                      <a:pt x="193" y="0"/>
                      <a:pt x="133" y="42"/>
                      <a:pt x="95" y="105"/>
                    </a:cubicBezTo>
                    <a:cubicBezTo>
                      <a:pt x="0" y="229"/>
                      <a:pt x="95" y="442"/>
                      <a:pt x="366" y="625"/>
                    </a:cubicBezTo>
                    <a:cubicBezTo>
                      <a:pt x="636" y="781"/>
                      <a:pt x="842" y="874"/>
                      <a:pt x="990" y="874"/>
                    </a:cubicBezTo>
                    <a:cubicBezTo>
                      <a:pt x="1043" y="874"/>
                      <a:pt x="1089" y="862"/>
                      <a:pt x="1128" y="837"/>
                    </a:cubicBezTo>
                    <a:cubicBezTo>
                      <a:pt x="1128" y="837"/>
                      <a:pt x="1406" y="625"/>
                      <a:pt x="886" y="288"/>
                    </a:cubicBezTo>
                    <a:cubicBezTo>
                      <a:pt x="604" y="77"/>
                      <a:pt x="414" y="0"/>
                      <a:pt x="287"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3" name="Google Shape;1373;p48"/>
              <p:cNvSpPr/>
              <p:nvPr/>
            </p:nvSpPr>
            <p:spPr>
              <a:xfrm>
                <a:off x="6651996" y="1850361"/>
                <a:ext cx="54065" cy="60694"/>
              </a:xfrm>
              <a:custGeom>
                <a:avLst/>
                <a:gdLst/>
                <a:ahLst/>
                <a:cxnLst/>
                <a:rect l="l" t="t" r="r" b="b"/>
                <a:pathLst>
                  <a:path w="579" h="650" extrusionOk="0">
                    <a:moveTo>
                      <a:pt x="292" y="1"/>
                    </a:moveTo>
                    <a:cubicBezTo>
                      <a:pt x="154" y="1"/>
                      <a:pt x="29" y="118"/>
                      <a:pt x="29" y="283"/>
                    </a:cubicBezTo>
                    <a:cubicBezTo>
                      <a:pt x="0" y="466"/>
                      <a:pt x="95" y="620"/>
                      <a:pt x="249" y="649"/>
                    </a:cubicBezTo>
                    <a:cubicBezTo>
                      <a:pt x="395" y="649"/>
                      <a:pt x="520" y="525"/>
                      <a:pt x="549" y="342"/>
                    </a:cubicBezTo>
                    <a:cubicBezTo>
                      <a:pt x="579" y="159"/>
                      <a:pt x="461" y="5"/>
                      <a:pt x="337" y="5"/>
                    </a:cubicBezTo>
                    <a:cubicBezTo>
                      <a:pt x="322" y="2"/>
                      <a:pt x="307" y="1"/>
                      <a:pt x="292"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4" name="Google Shape;1374;p48"/>
              <p:cNvSpPr/>
              <p:nvPr/>
            </p:nvSpPr>
            <p:spPr>
              <a:xfrm>
                <a:off x="6392784" y="1818893"/>
                <a:ext cx="51450" cy="60694"/>
              </a:xfrm>
              <a:custGeom>
                <a:avLst/>
                <a:gdLst/>
                <a:ahLst/>
                <a:cxnLst/>
                <a:rect l="l" t="t" r="r" b="b"/>
                <a:pathLst>
                  <a:path w="551" h="650" extrusionOk="0">
                    <a:moveTo>
                      <a:pt x="271" y="1"/>
                    </a:moveTo>
                    <a:cubicBezTo>
                      <a:pt x="155" y="1"/>
                      <a:pt x="27" y="118"/>
                      <a:pt x="1" y="283"/>
                    </a:cubicBezTo>
                    <a:cubicBezTo>
                      <a:pt x="1" y="466"/>
                      <a:pt x="96" y="620"/>
                      <a:pt x="243" y="649"/>
                    </a:cubicBezTo>
                    <a:cubicBezTo>
                      <a:pt x="367" y="649"/>
                      <a:pt x="521" y="525"/>
                      <a:pt x="550" y="342"/>
                    </a:cubicBezTo>
                    <a:cubicBezTo>
                      <a:pt x="550" y="159"/>
                      <a:pt x="462" y="5"/>
                      <a:pt x="308" y="5"/>
                    </a:cubicBezTo>
                    <a:cubicBezTo>
                      <a:pt x="296" y="2"/>
                      <a:pt x="284" y="1"/>
                      <a:pt x="271"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5" name="Google Shape;1375;p48"/>
              <p:cNvSpPr/>
              <p:nvPr/>
            </p:nvSpPr>
            <p:spPr>
              <a:xfrm>
                <a:off x="6344228" y="1692928"/>
                <a:ext cx="136889" cy="65176"/>
              </a:xfrm>
              <a:custGeom>
                <a:avLst/>
                <a:gdLst/>
                <a:ahLst/>
                <a:cxnLst/>
                <a:rect l="l" t="t" r="r" b="b"/>
                <a:pathLst>
                  <a:path w="1466" h="698" extrusionOk="0">
                    <a:moveTo>
                      <a:pt x="1160" y="0"/>
                    </a:moveTo>
                    <a:cubicBezTo>
                      <a:pt x="1034" y="0"/>
                      <a:pt x="849" y="41"/>
                      <a:pt x="579" y="139"/>
                    </a:cubicBezTo>
                    <a:cubicBezTo>
                      <a:pt x="1" y="351"/>
                      <a:pt x="250" y="593"/>
                      <a:pt x="250" y="593"/>
                    </a:cubicBezTo>
                    <a:cubicBezTo>
                      <a:pt x="305" y="665"/>
                      <a:pt x="391" y="697"/>
                      <a:pt x="507" y="697"/>
                    </a:cubicBezTo>
                    <a:cubicBezTo>
                      <a:pt x="636" y="697"/>
                      <a:pt x="803" y="658"/>
                      <a:pt x="1011" y="593"/>
                    </a:cubicBezTo>
                    <a:cubicBezTo>
                      <a:pt x="1312" y="475"/>
                      <a:pt x="1465" y="292"/>
                      <a:pt x="1407" y="139"/>
                    </a:cubicBezTo>
                    <a:cubicBezTo>
                      <a:pt x="1375" y="56"/>
                      <a:pt x="1308" y="0"/>
                      <a:pt x="116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6" name="Google Shape;1376;p48"/>
              <p:cNvSpPr/>
              <p:nvPr/>
            </p:nvSpPr>
            <p:spPr>
              <a:xfrm>
                <a:off x="6481024" y="1742698"/>
                <a:ext cx="105421" cy="176574"/>
              </a:xfrm>
              <a:custGeom>
                <a:avLst/>
                <a:gdLst/>
                <a:ahLst/>
                <a:cxnLst/>
                <a:rect l="l" t="t" r="r" b="b"/>
                <a:pathLst>
                  <a:path w="1129" h="1891" extrusionOk="0">
                    <a:moveTo>
                      <a:pt x="1099" y="1"/>
                    </a:moveTo>
                    <a:cubicBezTo>
                      <a:pt x="1099" y="1"/>
                      <a:pt x="1070" y="1"/>
                      <a:pt x="1070" y="30"/>
                    </a:cubicBezTo>
                    <a:cubicBezTo>
                      <a:pt x="1040" y="492"/>
                      <a:pt x="1070" y="1004"/>
                      <a:pt x="945" y="1129"/>
                    </a:cubicBezTo>
                    <a:cubicBezTo>
                      <a:pt x="908" y="1181"/>
                      <a:pt x="859" y="1206"/>
                      <a:pt x="799" y="1206"/>
                    </a:cubicBezTo>
                    <a:cubicBezTo>
                      <a:pt x="717" y="1206"/>
                      <a:pt x="614" y="1159"/>
                      <a:pt x="491" y="1070"/>
                    </a:cubicBezTo>
                    <a:cubicBezTo>
                      <a:pt x="423" y="1018"/>
                      <a:pt x="366" y="994"/>
                      <a:pt x="313" y="994"/>
                    </a:cubicBezTo>
                    <a:cubicBezTo>
                      <a:pt x="268" y="994"/>
                      <a:pt x="227" y="1011"/>
                      <a:pt x="184" y="1041"/>
                    </a:cubicBezTo>
                    <a:cubicBezTo>
                      <a:pt x="66" y="1129"/>
                      <a:pt x="0" y="1370"/>
                      <a:pt x="66" y="1553"/>
                    </a:cubicBezTo>
                    <a:cubicBezTo>
                      <a:pt x="154" y="1773"/>
                      <a:pt x="337" y="1890"/>
                      <a:pt x="367" y="1890"/>
                    </a:cubicBezTo>
                    <a:lnTo>
                      <a:pt x="396" y="1890"/>
                    </a:lnTo>
                    <a:lnTo>
                      <a:pt x="396" y="1861"/>
                    </a:lnTo>
                    <a:cubicBezTo>
                      <a:pt x="367" y="1861"/>
                      <a:pt x="184" y="1736"/>
                      <a:pt x="125" y="1524"/>
                    </a:cubicBezTo>
                    <a:cubicBezTo>
                      <a:pt x="66" y="1370"/>
                      <a:pt x="125" y="1158"/>
                      <a:pt x="213" y="1099"/>
                    </a:cubicBezTo>
                    <a:cubicBezTo>
                      <a:pt x="246" y="1070"/>
                      <a:pt x="284" y="1055"/>
                      <a:pt x="326" y="1055"/>
                    </a:cubicBezTo>
                    <a:cubicBezTo>
                      <a:pt x="368" y="1055"/>
                      <a:pt x="414" y="1070"/>
                      <a:pt x="462" y="1099"/>
                    </a:cubicBezTo>
                    <a:cubicBezTo>
                      <a:pt x="619" y="1225"/>
                      <a:pt x="735" y="1270"/>
                      <a:pt x="821" y="1270"/>
                    </a:cubicBezTo>
                    <a:cubicBezTo>
                      <a:pt x="899" y="1270"/>
                      <a:pt x="950" y="1233"/>
                      <a:pt x="982" y="1187"/>
                    </a:cubicBezTo>
                    <a:cubicBezTo>
                      <a:pt x="1128" y="1004"/>
                      <a:pt x="1128" y="213"/>
                      <a:pt x="1128" y="30"/>
                    </a:cubicBezTo>
                    <a:cubicBezTo>
                      <a:pt x="1128" y="1"/>
                      <a:pt x="1128" y="1"/>
                      <a:pt x="109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7" name="Google Shape;1377;p48"/>
              <p:cNvSpPr/>
              <p:nvPr/>
            </p:nvSpPr>
            <p:spPr>
              <a:xfrm>
                <a:off x="6481024" y="1742698"/>
                <a:ext cx="105421" cy="179281"/>
              </a:xfrm>
              <a:custGeom>
                <a:avLst/>
                <a:gdLst/>
                <a:ahLst/>
                <a:cxnLst/>
                <a:rect l="l" t="t" r="r" b="b"/>
                <a:pathLst>
                  <a:path w="1129" h="1920" extrusionOk="0">
                    <a:moveTo>
                      <a:pt x="96" y="1553"/>
                    </a:moveTo>
                    <a:lnTo>
                      <a:pt x="96" y="1553"/>
                    </a:lnTo>
                    <a:cubicBezTo>
                      <a:pt x="184" y="1736"/>
                      <a:pt x="367" y="1861"/>
                      <a:pt x="367" y="1861"/>
                    </a:cubicBezTo>
                    <a:lnTo>
                      <a:pt x="367" y="1890"/>
                    </a:lnTo>
                    <a:cubicBezTo>
                      <a:pt x="367" y="1890"/>
                      <a:pt x="154" y="1773"/>
                      <a:pt x="96" y="1553"/>
                    </a:cubicBezTo>
                    <a:close/>
                    <a:moveTo>
                      <a:pt x="1070" y="1"/>
                    </a:moveTo>
                    <a:lnTo>
                      <a:pt x="1070" y="30"/>
                    </a:lnTo>
                    <a:cubicBezTo>
                      <a:pt x="1070" y="125"/>
                      <a:pt x="1040" y="184"/>
                      <a:pt x="1040" y="272"/>
                    </a:cubicBezTo>
                    <a:cubicBezTo>
                      <a:pt x="1040" y="638"/>
                      <a:pt x="1011" y="1041"/>
                      <a:pt x="945" y="1129"/>
                    </a:cubicBezTo>
                    <a:cubicBezTo>
                      <a:pt x="908" y="1181"/>
                      <a:pt x="859" y="1206"/>
                      <a:pt x="799" y="1206"/>
                    </a:cubicBezTo>
                    <a:cubicBezTo>
                      <a:pt x="717" y="1206"/>
                      <a:pt x="614" y="1159"/>
                      <a:pt x="491" y="1070"/>
                    </a:cubicBezTo>
                    <a:lnTo>
                      <a:pt x="491" y="1070"/>
                    </a:lnTo>
                    <a:cubicBezTo>
                      <a:pt x="617" y="1179"/>
                      <a:pt x="723" y="1233"/>
                      <a:pt x="806" y="1233"/>
                    </a:cubicBezTo>
                    <a:cubicBezTo>
                      <a:pt x="863" y="1233"/>
                      <a:pt x="909" y="1208"/>
                      <a:pt x="945" y="1158"/>
                    </a:cubicBezTo>
                    <a:cubicBezTo>
                      <a:pt x="1040" y="1041"/>
                      <a:pt x="1070" y="675"/>
                      <a:pt x="1070" y="272"/>
                    </a:cubicBezTo>
                    <a:cubicBezTo>
                      <a:pt x="1070" y="184"/>
                      <a:pt x="1099" y="125"/>
                      <a:pt x="1099" y="30"/>
                    </a:cubicBezTo>
                    <a:lnTo>
                      <a:pt x="1099" y="155"/>
                    </a:lnTo>
                    <a:cubicBezTo>
                      <a:pt x="1099" y="426"/>
                      <a:pt x="1099" y="1041"/>
                      <a:pt x="982" y="1158"/>
                    </a:cubicBezTo>
                    <a:cubicBezTo>
                      <a:pt x="939" y="1214"/>
                      <a:pt x="878" y="1245"/>
                      <a:pt x="801" y="1245"/>
                    </a:cubicBezTo>
                    <a:cubicBezTo>
                      <a:pt x="709" y="1245"/>
                      <a:pt x="594" y="1200"/>
                      <a:pt x="462" y="1099"/>
                    </a:cubicBezTo>
                    <a:cubicBezTo>
                      <a:pt x="406" y="1065"/>
                      <a:pt x="353" y="1051"/>
                      <a:pt x="305" y="1051"/>
                    </a:cubicBezTo>
                    <a:cubicBezTo>
                      <a:pt x="271" y="1051"/>
                      <a:pt x="240" y="1058"/>
                      <a:pt x="213" y="1070"/>
                    </a:cubicBezTo>
                    <a:cubicBezTo>
                      <a:pt x="96" y="1158"/>
                      <a:pt x="66" y="1370"/>
                      <a:pt x="96" y="1553"/>
                    </a:cubicBezTo>
                    <a:cubicBezTo>
                      <a:pt x="30" y="1370"/>
                      <a:pt x="66" y="1158"/>
                      <a:pt x="184" y="1070"/>
                    </a:cubicBezTo>
                    <a:cubicBezTo>
                      <a:pt x="249" y="1041"/>
                      <a:pt x="279" y="1004"/>
                      <a:pt x="308" y="1004"/>
                    </a:cubicBezTo>
                    <a:cubicBezTo>
                      <a:pt x="367" y="1004"/>
                      <a:pt x="432" y="1041"/>
                      <a:pt x="462" y="1070"/>
                    </a:cubicBezTo>
                    <a:lnTo>
                      <a:pt x="491" y="1070"/>
                    </a:lnTo>
                    <a:lnTo>
                      <a:pt x="491" y="1041"/>
                    </a:lnTo>
                    <a:cubicBezTo>
                      <a:pt x="429" y="1008"/>
                      <a:pt x="376" y="991"/>
                      <a:pt x="326" y="991"/>
                    </a:cubicBezTo>
                    <a:cubicBezTo>
                      <a:pt x="277" y="991"/>
                      <a:pt x="231" y="1008"/>
                      <a:pt x="184" y="1041"/>
                    </a:cubicBezTo>
                    <a:cubicBezTo>
                      <a:pt x="66" y="1129"/>
                      <a:pt x="0" y="1370"/>
                      <a:pt x="66" y="1553"/>
                    </a:cubicBezTo>
                    <a:cubicBezTo>
                      <a:pt x="125" y="1773"/>
                      <a:pt x="337" y="1919"/>
                      <a:pt x="337" y="1919"/>
                    </a:cubicBezTo>
                    <a:lnTo>
                      <a:pt x="367" y="1919"/>
                    </a:lnTo>
                    <a:cubicBezTo>
                      <a:pt x="396" y="1919"/>
                      <a:pt x="396" y="1919"/>
                      <a:pt x="396" y="1890"/>
                    </a:cubicBezTo>
                    <a:cubicBezTo>
                      <a:pt x="432" y="1890"/>
                      <a:pt x="396" y="1861"/>
                      <a:pt x="396" y="1832"/>
                    </a:cubicBezTo>
                    <a:cubicBezTo>
                      <a:pt x="396" y="1832"/>
                      <a:pt x="184" y="1707"/>
                      <a:pt x="125" y="1524"/>
                    </a:cubicBezTo>
                    <a:cubicBezTo>
                      <a:pt x="96" y="1370"/>
                      <a:pt x="125" y="1187"/>
                      <a:pt x="213" y="1099"/>
                    </a:cubicBezTo>
                    <a:cubicBezTo>
                      <a:pt x="240" y="1087"/>
                      <a:pt x="271" y="1080"/>
                      <a:pt x="303" y="1080"/>
                    </a:cubicBezTo>
                    <a:cubicBezTo>
                      <a:pt x="348" y="1080"/>
                      <a:pt x="394" y="1094"/>
                      <a:pt x="432" y="1129"/>
                    </a:cubicBezTo>
                    <a:lnTo>
                      <a:pt x="462" y="1129"/>
                    </a:lnTo>
                    <a:cubicBezTo>
                      <a:pt x="612" y="1235"/>
                      <a:pt x="725" y="1273"/>
                      <a:pt x="813" y="1273"/>
                    </a:cubicBezTo>
                    <a:cubicBezTo>
                      <a:pt x="901" y="1273"/>
                      <a:pt x="963" y="1235"/>
                      <a:pt x="1011" y="1187"/>
                    </a:cubicBezTo>
                    <a:cubicBezTo>
                      <a:pt x="1128" y="1041"/>
                      <a:pt x="1128" y="426"/>
                      <a:pt x="1128" y="155"/>
                    </a:cubicBezTo>
                    <a:lnTo>
                      <a:pt x="1128" y="30"/>
                    </a:lnTo>
                    <a:cubicBezTo>
                      <a:pt x="1128" y="1"/>
                      <a:pt x="1128" y="1"/>
                      <a:pt x="109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8" name="Google Shape;1378;p48"/>
              <p:cNvSpPr/>
              <p:nvPr/>
            </p:nvSpPr>
            <p:spPr>
              <a:xfrm>
                <a:off x="6783190" y="2013490"/>
                <a:ext cx="131380" cy="110837"/>
              </a:xfrm>
              <a:custGeom>
                <a:avLst/>
                <a:gdLst/>
                <a:ahLst/>
                <a:cxnLst/>
                <a:rect l="l" t="t" r="r" b="b"/>
                <a:pathLst>
                  <a:path w="1407" h="1187" extrusionOk="0">
                    <a:moveTo>
                      <a:pt x="975" y="1"/>
                    </a:moveTo>
                    <a:cubicBezTo>
                      <a:pt x="946" y="1"/>
                      <a:pt x="916" y="30"/>
                      <a:pt x="887" y="59"/>
                    </a:cubicBezTo>
                    <a:cubicBezTo>
                      <a:pt x="858" y="88"/>
                      <a:pt x="858" y="118"/>
                      <a:pt x="858" y="154"/>
                    </a:cubicBezTo>
                    <a:cubicBezTo>
                      <a:pt x="858" y="184"/>
                      <a:pt x="887" y="213"/>
                      <a:pt x="916" y="242"/>
                    </a:cubicBezTo>
                    <a:cubicBezTo>
                      <a:pt x="1041" y="367"/>
                      <a:pt x="1099" y="550"/>
                      <a:pt x="1004" y="733"/>
                    </a:cubicBezTo>
                    <a:cubicBezTo>
                      <a:pt x="946" y="821"/>
                      <a:pt x="887" y="887"/>
                      <a:pt x="792" y="916"/>
                    </a:cubicBezTo>
                    <a:cubicBezTo>
                      <a:pt x="733" y="945"/>
                      <a:pt x="704" y="945"/>
                      <a:pt x="675" y="945"/>
                    </a:cubicBezTo>
                    <a:cubicBezTo>
                      <a:pt x="609" y="945"/>
                      <a:pt x="550" y="916"/>
                      <a:pt x="492" y="887"/>
                    </a:cubicBezTo>
                    <a:cubicBezTo>
                      <a:pt x="338" y="821"/>
                      <a:pt x="272" y="667"/>
                      <a:pt x="272" y="550"/>
                    </a:cubicBezTo>
                    <a:cubicBezTo>
                      <a:pt x="272" y="484"/>
                      <a:pt x="272" y="396"/>
                      <a:pt x="184" y="396"/>
                    </a:cubicBezTo>
                    <a:lnTo>
                      <a:pt x="125" y="396"/>
                    </a:lnTo>
                    <a:lnTo>
                      <a:pt x="30" y="484"/>
                    </a:lnTo>
                    <a:cubicBezTo>
                      <a:pt x="30" y="521"/>
                      <a:pt x="1" y="521"/>
                      <a:pt x="1" y="550"/>
                    </a:cubicBezTo>
                    <a:cubicBezTo>
                      <a:pt x="1" y="791"/>
                      <a:pt x="125" y="1004"/>
                      <a:pt x="367" y="1128"/>
                    </a:cubicBezTo>
                    <a:cubicBezTo>
                      <a:pt x="426" y="1158"/>
                      <a:pt x="492" y="1187"/>
                      <a:pt x="579" y="1187"/>
                    </a:cubicBezTo>
                    <a:lnTo>
                      <a:pt x="675" y="1187"/>
                    </a:lnTo>
                    <a:cubicBezTo>
                      <a:pt x="733" y="1187"/>
                      <a:pt x="792" y="1187"/>
                      <a:pt x="858" y="1158"/>
                    </a:cubicBezTo>
                    <a:cubicBezTo>
                      <a:pt x="1041" y="1128"/>
                      <a:pt x="1158" y="1004"/>
                      <a:pt x="1253" y="850"/>
                    </a:cubicBezTo>
                    <a:cubicBezTo>
                      <a:pt x="1407" y="579"/>
                      <a:pt x="1312" y="213"/>
                      <a:pt x="1070" y="30"/>
                    </a:cubicBezTo>
                    <a:cubicBezTo>
                      <a:pt x="1041" y="1"/>
                      <a:pt x="1004" y="1"/>
                      <a:pt x="9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79" name="Google Shape;1379;p48"/>
              <p:cNvSpPr/>
              <p:nvPr/>
            </p:nvSpPr>
            <p:spPr>
              <a:xfrm>
                <a:off x="6777774" y="2007327"/>
                <a:ext cx="142305" cy="123163"/>
              </a:xfrm>
              <a:custGeom>
                <a:avLst/>
                <a:gdLst/>
                <a:ahLst/>
                <a:cxnLst/>
                <a:rect l="l" t="t" r="r" b="b"/>
                <a:pathLst>
                  <a:path w="1524" h="1319" extrusionOk="0">
                    <a:moveTo>
                      <a:pt x="1033" y="125"/>
                    </a:moveTo>
                    <a:cubicBezTo>
                      <a:pt x="1062" y="125"/>
                      <a:pt x="1099" y="125"/>
                      <a:pt x="1099" y="154"/>
                    </a:cubicBezTo>
                    <a:cubicBezTo>
                      <a:pt x="1311" y="308"/>
                      <a:pt x="1370" y="645"/>
                      <a:pt x="1245" y="887"/>
                    </a:cubicBezTo>
                    <a:cubicBezTo>
                      <a:pt x="1187" y="1040"/>
                      <a:pt x="1062" y="1136"/>
                      <a:pt x="916" y="1194"/>
                    </a:cubicBezTo>
                    <a:lnTo>
                      <a:pt x="637" y="1194"/>
                    </a:lnTo>
                    <a:cubicBezTo>
                      <a:pt x="579" y="1194"/>
                      <a:pt x="513" y="1165"/>
                      <a:pt x="454" y="1136"/>
                    </a:cubicBezTo>
                    <a:cubicBezTo>
                      <a:pt x="242" y="1040"/>
                      <a:pt x="118" y="828"/>
                      <a:pt x="118" y="616"/>
                    </a:cubicBezTo>
                    <a:lnTo>
                      <a:pt x="242" y="521"/>
                    </a:lnTo>
                    <a:cubicBezTo>
                      <a:pt x="271" y="521"/>
                      <a:pt x="271" y="550"/>
                      <a:pt x="271" y="587"/>
                    </a:cubicBezTo>
                    <a:cubicBezTo>
                      <a:pt x="271" y="770"/>
                      <a:pt x="367" y="916"/>
                      <a:pt x="513" y="1011"/>
                    </a:cubicBezTo>
                    <a:cubicBezTo>
                      <a:pt x="579" y="1040"/>
                      <a:pt x="637" y="1070"/>
                      <a:pt x="733" y="1070"/>
                    </a:cubicBezTo>
                    <a:cubicBezTo>
                      <a:pt x="762" y="1070"/>
                      <a:pt x="821" y="1040"/>
                      <a:pt x="850" y="1040"/>
                    </a:cubicBezTo>
                    <a:cubicBezTo>
                      <a:pt x="974" y="1011"/>
                      <a:pt x="1062" y="916"/>
                      <a:pt x="1128" y="828"/>
                    </a:cubicBezTo>
                    <a:cubicBezTo>
                      <a:pt x="1216" y="616"/>
                      <a:pt x="1157" y="403"/>
                      <a:pt x="1004" y="250"/>
                    </a:cubicBezTo>
                    <a:cubicBezTo>
                      <a:pt x="974" y="250"/>
                      <a:pt x="974" y="220"/>
                      <a:pt x="974" y="220"/>
                    </a:cubicBezTo>
                    <a:cubicBezTo>
                      <a:pt x="974" y="184"/>
                      <a:pt x="974" y="154"/>
                      <a:pt x="1004" y="154"/>
                    </a:cubicBezTo>
                    <a:cubicBezTo>
                      <a:pt x="1004" y="125"/>
                      <a:pt x="1033" y="125"/>
                      <a:pt x="1033" y="125"/>
                    </a:cubicBezTo>
                    <a:close/>
                    <a:moveTo>
                      <a:pt x="1033" y="1"/>
                    </a:moveTo>
                    <a:cubicBezTo>
                      <a:pt x="974" y="1"/>
                      <a:pt x="945" y="37"/>
                      <a:pt x="916" y="67"/>
                    </a:cubicBezTo>
                    <a:cubicBezTo>
                      <a:pt x="850" y="125"/>
                      <a:pt x="850" y="154"/>
                      <a:pt x="850" y="220"/>
                    </a:cubicBezTo>
                    <a:cubicBezTo>
                      <a:pt x="850" y="279"/>
                      <a:pt x="879" y="308"/>
                      <a:pt x="916" y="338"/>
                    </a:cubicBezTo>
                    <a:cubicBezTo>
                      <a:pt x="1033" y="462"/>
                      <a:pt x="1099" y="616"/>
                      <a:pt x="1004" y="770"/>
                    </a:cubicBezTo>
                    <a:cubicBezTo>
                      <a:pt x="974" y="828"/>
                      <a:pt x="916" y="887"/>
                      <a:pt x="821" y="916"/>
                    </a:cubicBezTo>
                    <a:cubicBezTo>
                      <a:pt x="791" y="953"/>
                      <a:pt x="762" y="953"/>
                      <a:pt x="733" y="953"/>
                    </a:cubicBezTo>
                    <a:cubicBezTo>
                      <a:pt x="667" y="953"/>
                      <a:pt x="608" y="916"/>
                      <a:pt x="579" y="887"/>
                    </a:cubicBezTo>
                    <a:cubicBezTo>
                      <a:pt x="454" y="857"/>
                      <a:pt x="396" y="733"/>
                      <a:pt x="396" y="616"/>
                    </a:cubicBezTo>
                    <a:cubicBezTo>
                      <a:pt x="396" y="433"/>
                      <a:pt x="301" y="403"/>
                      <a:pt x="242" y="403"/>
                    </a:cubicBezTo>
                    <a:cubicBezTo>
                      <a:pt x="213" y="403"/>
                      <a:pt x="183" y="403"/>
                      <a:pt x="147" y="433"/>
                    </a:cubicBezTo>
                    <a:lnTo>
                      <a:pt x="59" y="521"/>
                    </a:lnTo>
                    <a:cubicBezTo>
                      <a:pt x="30" y="550"/>
                      <a:pt x="0" y="587"/>
                      <a:pt x="0" y="616"/>
                    </a:cubicBezTo>
                    <a:cubicBezTo>
                      <a:pt x="0" y="887"/>
                      <a:pt x="147" y="1136"/>
                      <a:pt x="396" y="1253"/>
                    </a:cubicBezTo>
                    <a:cubicBezTo>
                      <a:pt x="454" y="1282"/>
                      <a:pt x="550" y="1319"/>
                      <a:pt x="637" y="1319"/>
                    </a:cubicBezTo>
                    <a:lnTo>
                      <a:pt x="733" y="1319"/>
                    </a:lnTo>
                    <a:cubicBezTo>
                      <a:pt x="791" y="1319"/>
                      <a:pt x="850" y="1319"/>
                      <a:pt x="945" y="1282"/>
                    </a:cubicBezTo>
                    <a:cubicBezTo>
                      <a:pt x="1128" y="1224"/>
                      <a:pt x="1282" y="1099"/>
                      <a:pt x="1370" y="953"/>
                    </a:cubicBezTo>
                    <a:cubicBezTo>
                      <a:pt x="1523" y="645"/>
                      <a:pt x="1428" y="279"/>
                      <a:pt x="1157" y="37"/>
                    </a:cubicBezTo>
                    <a:cubicBezTo>
                      <a:pt x="1128" y="37"/>
                      <a:pt x="1099" y="1"/>
                      <a:pt x="103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80" name="Google Shape;1380;p48"/>
              <p:cNvSpPr/>
              <p:nvPr/>
            </p:nvSpPr>
            <p:spPr>
              <a:xfrm>
                <a:off x="6141882" y="2255521"/>
                <a:ext cx="91695" cy="305059"/>
              </a:xfrm>
              <a:custGeom>
                <a:avLst/>
                <a:gdLst/>
                <a:ahLst/>
                <a:cxnLst/>
                <a:rect l="l" t="t" r="r" b="b"/>
                <a:pathLst>
                  <a:path w="982" h="3267" extrusionOk="0">
                    <a:moveTo>
                      <a:pt x="37" y="1"/>
                    </a:moveTo>
                    <a:cubicBezTo>
                      <a:pt x="1" y="1"/>
                      <a:pt x="1" y="1"/>
                      <a:pt x="1" y="30"/>
                    </a:cubicBezTo>
                    <a:cubicBezTo>
                      <a:pt x="1" y="59"/>
                      <a:pt x="1" y="2256"/>
                      <a:pt x="916" y="3237"/>
                    </a:cubicBezTo>
                    <a:lnTo>
                      <a:pt x="952" y="3267"/>
                    </a:lnTo>
                    <a:lnTo>
                      <a:pt x="952" y="3237"/>
                    </a:lnTo>
                    <a:cubicBezTo>
                      <a:pt x="982" y="3237"/>
                      <a:pt x="982" y="3201"/>
                      <a:pt x="952" y="3201"/>
                    </a:cubicBezTo>
                    <a:cubicBezTo>
                      <a:pt x="66" y="2256"/>
                      <a:pt x="66" y="59"/>
                      <a:pt x="66" y="30"/>
                    </a:cubicBezTo>
                    <a:cubicBezTo>
                      <a:pt x="66" y="1"/>
                      <a:pt x="37" y="1"/>
                      <a:pt x="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81" name="Google Shape;1381;p48"/>
              <p:cNvSpPr/>
              <p:nvPr/>
            </p:nvSpPr>
            <p:spPr>
              <a:xfrm>
                <a:off x="6441339" y="2306785"/>
                <a:ext cx="866434" cy="968960"/>
              </a:xfrm>
              <a:custGeom>
                <a:avLst/>
                <a:gdLst/>
                <a:ahLst/>
                <a:cxnLst/>
                <a:rect l="l" t="t" r="r" b="b"/>
                <a:pathLst>
                  <a:path w="9279" h="10377" extrusionOk="0">
                    <a:moveTo>
                      <a:pt x="7199" y="1"/>
                    </a:moveTo>
                    <a:lnTo>
                      <a:pt x="7199" y="59"/>
                    </a:lnTo>
                    <a:cubicBezTo>
                      <a:pt x="8180" y="675"/>
                      <a:pt x="9212" y="1919"/>
                      <a:pt x="8817" y="4270"/>
                    </a:cubicBezTo>
                    <a:cubicBezTo>
                      <a:pt x="8238" y="7594"/>
                      <a:pt x="6012" y="8846"/>
                      <a:pt x="5068" y="8876"/>
                    </a:cubicBezTo>
                    <a:cubicBezTo>
                      <a:pt x="4958" y="8887"/>
                      <a:pt x="4843" y="8891"/>
                      <a:pt x="4723" y="8891"/>
                    </a:cubicBezTo>
                    <a:cubicBezTo>
                      <a:pt x="4441" y="8891"/>
                      <a:pt x="4134" y="8867"/>
                      <a:pt x="3816" y="8846"/>
                    </a:cubicBezTo>
                    <a:cubicBezTo>
                      <a:pt x="3426" y="8817"/>
                      <a:pt x="3024" y="8786"/>
                      <a:pt x="2631" y="8786"/>
                    </a:cubicBezTo>
                    <a:cubicBezTo>
                      <a:pt x="1479" y="8786"/>
                      <a:pt x="410" y="9046"/>
                      <a:pt x="1" y="10340"/>
                    </a:cubicBezTo>
                    <a:cubicBezTo>
                      <a:pt x="1" y="10340"/>
                      <a:pt x="1" y="10377"/>
                      <a:pt x="30" y="10377"/>
                    </a:cubicBezTo>
                    <a:cubicBezTo>
                      <a:pt x="59" y="10377"/>
                      <a:pt x="59" y="10377"/>
                      <a:pt x="59" y="10340"/>
                    </a:cubicBezTo>
                    <a:cubicBezTo>
                      <a:pt x="443" y="9104"/>
                      <a:pt x="1490" y="8847"/>
                      <a:pt x="2613" y="8847"/>
                    </a:cubicBezTo>
                    <a:cubicBezTo>
                      <a:pt x="3013" y="8847"/>
                      <a:pt x="3423" y="8880"/>
                      <a:pt x="3816" y="8912"/>
                    </a:cubicBezTo>
                    <a:cubicBezTo>
                      <a:pt x="4137" y="8933"/>
                      <a:pt x="4447" y="8954"/>
                      <a:pt x="4730" y="8954"/>
                    </a:cubicBezTo>
                    <a:cubicBezTo>
                      <a:pt x="4848" y="8954"/>
                      <a:pt x="4961" y="8950"/>
                      <a:pt x="5068" y="8942"/>
                    </a:cubicBezTo>
                    <a:cubicBezTo>
                      <a:pt x="6012" y="8912"/>
                      <a:pt x="8297" y="7660"/>
                      <a:pt x="8876" y="4270"/>
                    </a:cubicBezTo>
                    <a:cubicBezTo>
                      <a:pt x="9278" y="1919"/>
                      <a:pt x="8209" y="638"/>
                      <a:pt x="72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pic>
            <p:nvPicPr>
              <p:cNvPr id="1382" name="Google Shape;1382;p48"/>
              <p:cNvPicPr preferRelativeResize="0"/>
              <p:nvPr/>
            </p:nvPicPr>
            <p:blipFill>
              <a:blip r:embed="rId3"/>
              <a:srcRect l="27727" t="25596" r="25914" b="26577"/>
              <a:stretch>
                <a:fillRect/>
              </a:stretch>
            </p:blipFill>
            <p:spPr>
              <a:xfrm>
                <a:off x="5458087" y="2456175"/>
                <a:ext cx="692000" cy="708625"/>
              </a:xfrm>
              <a:prstGeom prst="rect">
                <a:avLst/>
              </a:prstGeom>
              <a:noFill/>
              <a:ln>
                <a:noFill/>
              </a:ln>
            </p:spPr>
          </p:pic>
          <p:sp>
            <p:nvSpPr>
              <p:cNvPr id="1383" name="Google Shape;1383;p48"/>
              <p:cNvSpPr/>
              <p:nvPr/>
            </p:nvSpPr>
            <p:spPr>
              <a:xfrm>
                <a:off x="5452672" y="2460576"/>
                <a:ext cx="723475" cy="698264"/>
              </a:xfrm>
              <a:custGeom>
                <a:avLst/>
                <a:gdLst/>
                <a:ahLst/>
                <a:cxnLst/>
                <a:rect l="l" t="t" r="r" b="b"/>
                <a:pathLst>
                  <a:path w="7748" h="7478" extrusionOk="0">
                    <a:moveTo>
                      <a:pt x="1185" y="126"/>
                    </a:moveTo>
                    <a:cubicBezTo>
                      <a:pt x="1191" y="126"/>
                      <a:pt x="1194" y="126"/>
                      <a:pt x="1194" y="126"/>
                    </a:cubicBezTo>
                    <a:cubicBezTo>
                      <a:pt x="1253" y="126"/>
                      <a:pt x="6042" y="1071"/>
                      <a:pt x="6832" y="1407"/>
                    </a:cubicBezTo>
                    <a:cubicBezTo>
                      <a:pt x="7601" y="1708"/>
                      <a:pt x="7418" y="2535"/>
                      <a:pt x="7382" y="2564"/>
                    </a:cubicBezTo>
                    <a:lnTo>
                      <a:pt x="6928" y="7324"/>
                    </a:lnTo>
                    <a:cubicBezTo>
                      <a:pt x="5185" y="6987"/>
                      <a:pt x="645" y="5706"/>
                      <a:pt x="125" y="5552"/>
                    </a:cubicBezTo>
                    <a:cubicBezTo>
                      <a:pt x="154" y="5252"/>
                      <a:pt x="184" y="4702"/>
                      <a:pt x="184" y="4058"/>
                    </a:cubicBezTo>
                    <a:cubicBezTo>
                      <a:pt x="242" y="2930"/>
                      <a:pt x="279" y="1554"/>
                      <a:pt x="425" y="975"/>
                    </a:cubicBezTo>
                    <a:cubicBezTo>
                      <a:pt x="628" y="157"/>
                      <a:pt x="1112" y="126"/>
                      <a:pt x="1185" y="126"/>
                    </a:cubicBezTo>
                    <a:close/>
                    <a:moveTo>
                      <a:pt x="1195" y="1"/>
                    </a:moveTo>
                    <a:cubicBezTo>
                      <a:pt x="1064" y="1"/>
                      <a:pt x="524" y="48"/>
                      <a:pt x="308" y="946"/>
                    </a:cubicBezTo>
                    <a:cubicBezTo>
                      <a:pt x="154" y="1525"/>
                      <a:pt x="125" y="2930"/>
                      <a:pt x="59" y="4029"/>
                    </a:cubicBezTo>
                    <a:cubicBezTo>
                      <a:pt x="59" y="4732"/>
                      <a:pt x="30" y="5310"/>
                      <a:pt x="1" y="5581"/>
                    </a:cubicBezTo>
                    <a:cubicBezTo>
                      <a:pt x="1" y="5618"/>
                      <a:pt x="1" y="5647"/>
                      <a:pt x="30" y="5647"/>
                    </a:cubicBezTo>
                    <a:cubicBezTo>
                      <a:pt x="96" y="5647"/>
                      <a:pt x="5185" y="7141"/>
                      <a:pt x="6986" y="7478"/>
                    </a:cubicBezTo>
                    <a:cubicBezTo>
                      <a:pt x="7015" y="7478"/>
                      <a:pt x="7015" y="7478"/>
                      <a:pt x="7015" y="7448"/>
                    </a:cubicBezTo>
                    <a:cubicBezTo>
                      <a:pt x="7052" y="7448"/>
                      <a:pt x="7052" y="7448"/>
                      <a:pt x="7052" y="7412"/>
                    </a:cubicBezTo>
                    <a:lnTo>
                      <a:pt x="7506" y="2594"/>
                    </a:lnTo>
                    <a:cubicBezTo>
                      <a:pt x="7506" y="2594"/>
                      <a:pt x="7748" y="1620"/>
                      <a:pt x="6898" y="1283"/>
                    </a:cubicBezTo>
                    <a:cubicBezTo>
                      <a:pt x="6071" y="946"/>
                      <a:pt x="1436" y="31"/>
                      <a:pt x="1223" y="1"/>
                    </a:cubicBezTo>
                    <a:cubicBezTo>
                      <a:pt x="1220" y="1"/>
                      <a:pt x="1211" y="1"/>
                      <a:pt x="119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1384" name="Google Shape;1384;p48"/>
              <p:cNvGrpSpPr/>
              <p:nvPr/>
            </p:nvGrpSpPr>
            <p:grpSpPr>
              <a:xfrm>
                <a:off x="5711792" y="2725477"/>
                <a:ext cx="134086" cy="131565"/>
                <a:chOff x="5720017" y="2725477"/>
                <a:chExt cx="134086" cy="131565"/>
              </a:xfrm>
            </p:grpSpPr>
            <p:sp>
              <p:nvSpPr>
                <p:cNvPr id="1385" name="Google Shape;1385;p48"/>
                <p:cNvSpPr/>
                <p:nvPr/>
              </p:nvSpPr>
              <p:spPr>
                <a:xfrm>
                  <a:off x="5723379" y="2730986"/>
                  <a:ext cx="125216" cy="120174"/>
                </a:xfrm>
                <a:custGeom>
                  <a:avLst/>
                  <a:gdLst/>
                  <a:ahLst/>
                  <a:cxnLst/>
                  <a:rect l="l" t="t" r="r" b="b"/>
                  <a:pathLst>
                    <a:path w="1341" h="1287" extrusionOk="0">
                      <a:moveTo>
                        <a:pt x="644" y="0"/>
                      </a:moveTo>
                      <a:cubicBezTo>
                        <a:pt x="302" y="0"/>
                        <a:pt x="30" y="269"/>
                        <a:pt x="30" y="617"/>
                      </a:cubicBezTo>
                      <a:cubicBezTo>
                        <a:pt x="1" y="983"/>
                        <a:pt x="272" y="1284"/>
                        <a:pt x="638" y="1284"/>
                      </a:cubicBezTo>
                      <a:cubicBezTo>
                        <a:pt x="659" y="1286"/>
                        <a:pt x="681" y="1287"/>
                        <a:pt x="702" y="1287"/>
                      </a:cubicBezTo>
                      <a:cubicBezTo>
                        <a:pt x="1039" y="1287"/>
                        <a:pt x="1311" y="1020"/>
                        <a:pt x="1311" y="676"/>
                      </a:cubicBezTo>
                      <a:cubicBezTo>
                        <a:pt x="1341" y="310"/>
                        <a:pt x="1062" y="2"/>
                        <a:pt x="696" y="2"/>
                      </a:cubicBezTo>
                      <a:cubicBezTo>
                        <a:pt x="679" y="1"/>
                        <a:pt x="661" y="0"/>
                        <a:pt x="6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386" name="Google Shape;1386;p48"/>
                <p:cNvSpPr/>
                <p:nvPr/>
              </p:nvSpPr>
              <p:spPr>
                <a:xfrm>
                  <a:off x="5720017" y="2725477"/>
                  <a:ext cx="134086" cy="131565"/>
                </a:xfrm>
                <a:custGeom>
                  <a:avLst/>
                  <a:gdLst/>
                  <a:ahLst/>
                  <a:cxnLst/>
                  <a:rect l="l" t="t" r="r" b="b"/>
                  <a:pathLst>
                    <a:path w="1436" h="1409" extrusionOk="0">
                      <a:moveTo>
                        <a:pt x="683" y="125"/>
                      </a:moveTo>
                      <a:cubicBezTo>
                        <a:pt x="700" y="125"/>
                        <a:pt x="716" y="126"/>
                        <a:pt x="732" y="127"/>
                      </a:cubicBezTo>
                      <a:cubicBezTo>
                        <a:pt x="1069" y="127"/>
                        <a:pt x="1318" y="398"/>
                        <a:pt x="1281" y="735"/>
                      </a:cubicBezTo>
                      <a:cubicBezTo>
                        <a:pt x="1281" y="1053"/>
                        <a:pt x="1040" y="1287"/>
                        <a:pt x="729" y="1287"/>
                      </a:cubicBezTo>
                      <a:cubicBezTo>
                        <a:pt x="711" y="1287"/>
                        <a:pt x="692" y="1286"/>
                        <a:pt x="674" y="1284"/>
                      </a:cubicBezTo>
                      <a:cubicBezTo>
                        <a:pt x="366" y="1284"/>
                        <a:pt x="95" y="1013"/>
                        <a:pt x="125" y="676"/>
                      </a:cubicBezTo>
                      <a:cubicBezTo>
                        <a:pt x="125" y="384"/>
                        <a:pt x="376" y="125"/>
                        <a:pt x="683" y="125"/>
                      </a:cubicBezTo>
                      <a:close/>
                      <a:moveTo>
                        <a:pt x="680" y="1"/>
                      </a:moveTo>
                      <a:cubicBezTo>
                        <a:pt x="311" y="1"/>
                        <a:pt x="35" y="298"/>
                        <a:pt x="0" y="676"/>
                      </a:cubicBezTo>
                      <a:cubicBezTo>
                        <a:pt x="0" y="859"/>
                        <a:pt x="66" y="1042"/>
                        <a:pt x="183" y="1196"/>
                      </a:cubicBezTo>
                      <a:cubicBezTo>
                        <a:pt x="308" y="1313"/>
                        <a:pt x="491" y="1409"/>
                        <a:pt x="674" y="1409"/>
                      </a:cubicBezTo>
                      <a:lnTo>
                        <a:pt x="703" y="1409"/>
                      </a:lnTo>
                      <a:cubicBezTo>
                        <a:pt x="886" y="1409"/>
                        <a:pt x="1069" y="1343"/>
                        <a:pt x="1194" y="1226"/>
                      </a:cubicBezTo>
                      <a:cubicBezTo>
                        <a:pt x="1318" y="1101"/>
                        <a:pt x="1406" y="918"/>
                        <a:pt x="1406" y="735"/>
                      </a:cubicBezTo>
                      <a:cubicBezTo>
                        <a:pt x="1435" y="552"/>
                        <a:pt x="1377" y="369"/>
                        <a:pt x="1223" y="215"/>
                      </a:cubicBezTo>
                      <a:cubicBezTo>
                        <a:pt x="1098" y="98"/>
                        <a:pt x="915" y="3"/>
                        <a:pt x="732" y="3"/>
                      </a:cubicBezTo>
                      <a:cubicBezTo>
                        <a:pt x="715" y="1"/>
                        <a:pt x="698" y="1"/>
                        <a:pt x="6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grpSp>
      <p:sp>
        <p:nvSpPr>
          <p:cNvPr id="7" name="Google Shape;1582;p51">
            <a:extLst>
              <a:ext uri="{FF2B5EF4-FFF2-40B4-BE49-F238E27FC236}">
                <a16:creationId xmlns:a16="http://schemas.microsoft.com/office/drawing/2014/main" id="{66966653-807A-E6B5-0F15-792FD98BDEF8}"/>
              </a:ext>
            </a:extLst>
          </p:cNvPr>
          <p:cNvSpPr txBox="1">
            <a:spLocks/>
          </p:cNvSpPr>
          <p:nvPr/>
        </p:nvSpPr>
        <p:spPr>
          <a:xfrm>
            <a:off x="861249" y="1168129"/>
            <a:ext cx="7704000" cy="572700"/>
          </a:xfrm>
          <a:prstGeom prst="rect">
            <a:avLst/>
          </a:prstGeom>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zh-CN" altLang="en-US" sz="1800" b="1" dirty="0"/>
              <a:t>项目目标</a:t>
            </a:r>
            <a:endParaRPr lang="zh-CN" altLang="en-GB" sz="1800" b="1" dirty="0"/>
          </a:p>
        </p:txBody>
      </p:sp>
      <p:pic>
        <p:nvPicPr>
          <p:cNvPr id="2" name="图片 1">
            <a:extLst>
              <a:ext uri="{FF2B5EF4-FFF2-40B4-BE49-F238E27FC236}">
                <a16:creationId xmlns:a16="http://schemas.microsoft.com/office/drawing/2014/main" id="{C807F560-837A-E807-6634-1F3AB2C16F43}"/>
              </a:ext>
            </a:extLst>
          </p:cNvPr>
          <p:cNvPicPr>
            <a:picLocks noChangeAspect="1"/>
          </p:cNvPicPr>
          <p:nvPr/>
        </p:nvPicPr>
        <p:blipFill>
          <a:blip r:embed="rId4"/>
          <a:stretch>
            <a:fillRect/>
          </a:stretch>
        </p:blipFill>
        <p:spPr>
          <a:xfrm>
            <a:off x="4178218" y="1392533"/>
            <a:ext cx="3934489" cy="27422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51"/>
          <p:cNvSpPr txBox="1">
            <a:spLocks noGrp="1"/>
          </p:cNvSpPr>
          <p:nvPr>
            <p:ph type="title"/>
          </p:nvPr>
        </p:nvSpPr>
        <p:spPr>
          <a:xfrm>
            <a:off x="1000456" y="2323844"/>
            <a:ext cx="2080500"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zh-CN" altLang="en-US" sz="2400" b="0" dirty="0">
                <a:solidFill>
                  <a:schemeClr val="accent2"/>
                </a:solidFill>
              </a:rPr>
              <a:t>前端</a:t>
            </a:r>
          </a:p>
        </p:txBody>
      </p:sp>
      <p:sp>
        <p:nvSpPr>
          <p:cNvPr id="1571" name="Google Shape;1571;p51"/>
          <p:cNvSpPr txBox="1">
            <a:spLocks noGrp="1"/>
          </p:cNvSpPr>
          <p:nvPr>
            <p:ph type="subTitle" idx="1"/>
          </p:nvPr>
        </p:nvSpPr>
        <p:spPr>
          <a:xfrm>
            <a:off x="1000456" y="2682629"/>
            <a:ext cx="2080500" cy="4848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400"/>
              <a:buFont typeface="得意黑" charset="-122"/>
              <a:buNone/>
            </a:pPr>
            <a:r>
              <a:rPr lang="en-US" altLang="zh-CN" dirty="0"/>
              <a:t>Vue3 + TypeScript + Vite</a:t>
            </a:r>
          </a:p>
        </p:txBody>
      </p:sp>
      <p:sp>
        <p:nvSpPr>
          <p:cNvPr id="1572" name="Google Shape;1572;p51"/>
          <p:cNvSpPr txBox="1">
            <a:spLocks noGrp="1"/>
          </p:cNvSpPr>
          <p:nvPr>
            <p:ph type="title" idx="2"/>
          </p:nvPr>
        </p:nvSpPr>
        <p:spPr>
          <a:xfrm>
            <a:off x="3434142" y="2323844"/>
            <a:ext cx="2080500"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en-US" altLang="zh-CN" sz="2400" b="0">
                <a:solidFill>
                  <a:schemeClr val="accent2"/>
                </a:solidFill>
              </a:rPr>
              <a:t> </a:t>
            </a:r>
            <a:r>
              <a:rPr lang="zh-CN" altLang="en-US" sz="2400" b="0">
                <a:solidFill>
                  <a:schemeClr val="accent2"/>
                </a:solidFill>
              </a:rPr>
              <a:t>后端</a:t>
            </a:r>
          </a:p>
        </p:txBody>
      </p:sp>
      <p:sp>
        <p:nvSpPr>
          <p:cNvPr id="1573" name="Google Shape;1573;p51"/>
          <p:cNvSpPr txBox="1">
            <a:spLocks noGrp="1"/>
          </p:cNvSpPr>
          <p:nvPr>
            <p:ph type="subTitle" idx="3"/>
          </p:nvPr>
        </p:nvSpPr>
        <p:spPr>
          <a:xfrm>
            <a:off x="3434142" y="2682629"/>
            <a:ext cx="2080500" cy="484800"/>
          </a:xfrm>
          <a:prstGeom prst="rect">
            <a:avLst/>
          </a:prstGeom>
        </p:spPr>
        <p:txBody>
          <a:bodyPr spcFirstLastPara="1" wrap="square" lIns="91425" tIns="91425" rIns="91425" bIns="91425" anchor="ctr" anchorCtr="0">
            <a:noAutofit/>
          </a:bodyPr>
          <a:lstStyle/>
          <a:p>
            <a:pPr marL="0" lvl="0" indent="0">
              <a:buClr>
                <a:srgbClr val="000000"/>
              </a:buClr>
            </a:pPr>
            <a:r>
              <a:rPr lang="en-US" altLang="zh-CN" dirty="0" err="1"/>
              <a:t>FastAPI</a:t>
            </a:r>
            <a:endParaRPr lang="en-US" altLang="zh-CN" dirty="0"/>
          </a:p>
        </p:txBody>
      </p:sp>
      <p:sp>
        <p:nvSpPr>
          <p:cNvPr id="1574" name="Google Shape;1574;p51"/>
          <p:cNvSpPr txBox="1">
            <a:spLocks noGrp="1"/>
          </p:cNvSpPr>
          <p:nvPr>
            <p:ph type="title" idx="4"/>
          </p:nvPr>
        </p:nvSpPr>
        <p:spPr>
          <a:xfrm>
            <a:off x="1000456" y="4036794"/>
            <a:ext cx="2080500"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zh-CN" altLang="en-US" sz="2400" b="0" dirty="0"/>
              <a:t>向量数据库</a:t>
            </a:r>
            <a:endParaRPr lang="zh-CN" altLang="en-US" sz="2400" b="0" dirty="0">
              <a:solidFill>
                <a:schemeClr val="accent2"/>
              </a:solidFill>
            </a:endParaRPr>
          </a:p>
        </p:txBody>
      </p:sp>
      <p:sp>
        <p:nvSpPr>
          <p:cNvPr id="1575" name="Google Shape;1575;p51"/>
          <p:cNvSpPr txBox="1">
            <a:spLocks noGrp="1"/>
          </p:cNvSpPr>
          <p:nvPr>
            <p:ph type="subTitle" idx="5"/>
          </p:nvPr>
        </p:nvSpPr>
        <p:spPr>
          <a:xfrm>
            <a:off x="1000456" y="4395604"/>
            <a:ext cx="2080500" cy="484800"/>
          </a:xfrm>
          <a:prstGeom prst="rect">
            <a:avLst/>
          </a:prstGeom>
        </p:spPr>
        <p:txBody>
          <a:bodyPr spcFirstLastPara="1" wrap="square" lIns="91425" tIns="91425" rIns="91425" bIns="91425" anchor="ctr" anchorCtr="0">
            <a:noAutofit/>
          </a:bodyPr>
          <a:lstStyle/>
          <a:p>
            <a:pPr marL="0" lvl="0" indent="0">
              <a:buClr>
                <a:srgbClr val="000000"/>
              </a:buClr>
            </a:pPr>
            <a:r>
              <a:rPr lang="en-US" altLang="zh-CN" dirty="0" err="1"/>
              <a:t>ChromaDB</a:t>
            </a:r>
            <a:endParaRPr lang="en-US" altLang="zh-CN" dirty="0"/>
          </a:p>
        </p:txBody>
      </p:sp>
      <p:sp>
        <p:nvSpPr>
          <p:cNvPr id="1576" name="Google Shape;1576;p51"/>
          <p:cNvSpPr txBox="1">
            <a:spLocks noGrp="1"/>
          </p:cNvSpPr>
          <p:nvPr>
            <p:ph type="title" idx="6"/>
          </p:nvPr>
        </p:nvSpPr>
        <p:spPr>
          <a:xfrm>
            <a:off x="3253282" y="4036794"/>
            <a:ext cx="2476597"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zh-CN" altLang="en-US" sz="2400" b="0">
                <a:solidFill>
                  <a:schemeClr val="accent2"/>
                </a:solidFill>
              </a:rPr>
              <a:t>UI 框架</a:t>
            </a:r>
          </a:p>
        </p:txBody>
      </p:sp>
      <p:sp>
        <p:nvSpPr>
          <p:cNvPr id="1577" name="Google Shape;1577;p51"/>
          <p:cNvSpPr txBox="1">
            <a:spLocks noGrp="1"/>
          </p:cNvSpPr>
          <p:nvPr>
            <p:ph type="subTitle" idx="7"/>
          </p:nvPr>
        </p:nvSpPr>
        <p:spPr>
          <a:xfrm>
            <a:off x="3434142" y="4395604"/>
            <a:ext cx="2080500" cy="4848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400"/>
              <a:buFont typeface="得意黑" charset="-122"/>
              <a:buNone/>
            </a:pPr>
            <a:r>
              <a:rPr lang="en-US" altLang="zh-CN"/>
              <a:t>Element UI</a:t>
            </a:r>
          </a:p>
        </p:txBody>
      </p:sp>
      <p:sp>
        <p:nvSpPr>
          <p:cNvPr id="1578" name="Google Shape;1578;p51"/>
          <p:cNvSpPr txBox="1">
            <a:spLocks noGrp="1"/>
          </p:cNvSpPr>
          <p:nvPr>
            <p:ph type="title" idx="8"/>
          </p:nvPr>
        </p:nvSpPr>
        <p:spPr>
          <a:xfrm>
            <a:off x="5867817" y="2323844"/>
            <a:ext cx="2080500"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zh-CN" altLang="en-US" sz="2400" b="0">
                <a:solidFill>
                  <a:schemeClr val="accent2"/>
                </a:solidFill>
              </a:rPr>
              <a:t>接口通讯</a:t>
            </a:r>
          </a:p>
        </p:txBody>
      </p:sp>
      <p:sp>
        <p:nvSpPr>
          <p:cNvPr id="1579" name="Google Shape;1579;p51"/>
          <p:cNvSpPr txBox="1">
            <a:spLocks noGrp="1"/>
          </p:cNvSpPr>
          <p:nvPr>
            <p:ph type="subTitle" idx="9"/>
          </p:nvPr>
        </p:nvSpPr>
        <p:spPr>
          <a:xfrm>
            <a:off x="5867817" y="2682629"/>
            <a:ext cx="2080500" cy="4848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400"/>
              <a:buFont typeface="得意黑" charset="-122"/>
              <a:buNone/>
            </a:pPr>
            <a:r>
              <a:rPr lang="en-US" altLang="zh-CN"/>
              <a:t>Axios</a:t>
            </a:r>
          </a:p>
        </p:txBody>
      </p:sp>
      <p:sp>
        <p:nvSpPr>
          <p:cNvPr id="1580" name="Google Shape;1580;p51"/>
          <p:cNvSpPr txBox="1">
            <a:spLocks noGrp="1"/>
          </p:cNvSpPr>
          <p:nvPr>
            <p:ph type="title" idx="13"/>
          </p:nvPr>
        </p:nvSpPr>
        <p:spPr>
          <a:xfrm>
            <a:off x="5867817" y="4036794"/>
            <a:ext cx="2080500" cy="527700"/>
          </a:xfrm>
          <a:prstGeom prst="rect">
            <a:avLst/>
          </a:prstGeom>
        </p:spPr>
        <p:txBody>
          <a:bodyPr spcFirstLastPara="1" wrap="square" lIns="91425" tIns="91425" rIns="91425" bIns="91425" anchor="ctr" anchorCtr="0">
            <a:noAutofit/>
          </a:bodyPr>
          <a:lstStyle/>
          <a:p>
            <a:pPr marL="0" marR="0" lvl="0" indent="0" algn="ctr" rtl="0">
              <a:lnSpc>
                <a:spcPct val="100000"/>
              </a:lnSpc>
              <a:spcBef>
                <a:spcPct val="0"/>
              </a:spcBef>
              <a:spcAft>
                <a:spcPct val="0"/>
              </a:spcAft>
              <a:buNone/>
            </a:pPr>
            <a:r>
              <a:rPr lang="zh-CN" altLang="en-US" sz="2400" b="0">
                <a:solidFill>
                  <a:schemeClr val="accent2"/>
                </a:solidFill>
              </a:rPr>
              <a:t>数据库</a:t>
            </a:r>
          </a:p>
        </p:txBody>
      </p:sp>
      <p:sp>
        <p:nvSpPr>
          <p:cNvPr id="1581" name="Google Shape;1581;p51"/>
          <p:cNvSpPr txBox="1">
            <a:spLocks noGrp="1"/>
          </p:cNvSpPr>
          <p:nvPr>
            <p:ph type="subTitle" idx="14"/>
          </p:nvPr>
        </p:nvSpPr>
        <p:spPr>
          <a:xfrm>
            <a:off x="5867817" y="4395604"/>
            <a:ext cx="2080500" cy="4848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400"/>
              <a:buFont typeface="得意黑" charset="-122"/>
              <a:buNone/>
            </a:pPr>
            <a:r>
              <a:rPr lang="en-US" altLang="zh-CN"/>
              <a:t>MySQL</a:t>
            </a:r>
          </a:p>
        </p:txBody>
      </p:sp>
      <p:sp>
        <p:nvSpPr>
          <p:cNvPr id="1582" name="Google Shape;1582;p51"/>
          <p:cNvSpPr txBox="1">
            <a:spLocks noGrp="1"/>
          </p:cNvSpPr>
          <p:nvPr>
            <p:ph type="title" idx="15"/>
          </p:nvPr>
        </p:nvSpPr>
        <p:spPr>
          <a:xfrm>
            <a:off x="861249" y="1168129"/>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GB" sz="1800" dirty="0"/>
              <a:t>系统架构</a:t>
            </a:r>
          </a:p>
        </p:txBody>
      </p:sp>
      <p:grpSp>
        <p:nvGrpSpPr>
          <p:cNvPr id="1583" name="Google Shape;1583;p51"/>
          <p:cNvGrpSpPr/>
          <p:nvPr/>
        </p:nvGrpSpPr>
        <p:grpSpPr>
          <a:xfrm>
            <a:off x="1724506" y="3446607"/>
            <a:ext cx="632424" cy="635863"/>
            <a:chOff x="3025500" y="3193338"/>
            <a:chExt cx="632424" cy="635863"/>
          </a:xfrm>
        </p:grpSpPr>
        <p:pic>
          <p:nvPicPr>
            <p:cNvPr id="1584" name="Google Shape;1584;p51"/>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585" name="Google Shape;1585;p51"/>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586" name="Google Shape;1586;p51"/>
          <p:cNvGrpSpPr/>
          <p:nvPr/>
        </p:nvGrpSpPr>
        <p:grpSpPr>
          <a:xfrm>
            <a:off x="4158181" y="3446607"/>
            <a:ext cx="632424" cy="635863"/>
            <a:chOff x="3025500" y="3193338"/>
            <a:chExt cx="632424" cy="635863"/>
          </a:xfrm>
        </p:grpSpPr>
        <p:pic>
          <p:nvPicPr>
            <p:cNvPr id="1587" name="Google Shape;1587;p51"/>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588" name="Google Shape;1588;p51"/>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589" name="Google Shape;1589;p51"/>
          <p:cNvGrpSpPr/>
          <p:nvPr/>
        </p:nvGrpSpPr>
        <p:grpSpPr>
          <a:xfrm>
            <a:off x="6591856" y="3446607"/>
            <a:ext cx="632424" cy="635863"/>
            <a:chOff x="3025500" y="3193338"/>
            <a:chExt cx="632424" cy="635863"/>
          </a:xfrm>
        </p:grpSpPr>
        <p:pic>
          <p:nvPicPr>
            <p:cNvPr id="1590" name="Google Shape;1590;p51"/>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591" name="Google Shape;1591;p51"/>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7" name="组合 6">
            <a:extLst>
              <a:ext uri="{FF2B5EF4-FFF2-40B4-BE49-F238E27FC236}">
                <a16:creationId xmlns:a16="http://schemas.microsoft.com/office/drawing/2014/main" id="{2BE3B486-8162-D75E-2D86-0DF711DC838A}"/>
              </a:ext>
            </a:extLst>
          </p:cNvPr>
          <p:cNvGrpSpPr/>
          <p:nvPr/>
        </p:nvGrpSpPr>
        <p:grpSpPr>
          <a:xfrm>
            <a:off x="1724506" y="1715994"/>
            <a:ext cx="632424" cy="635862"/>
            <a:chOff x="1709638" y="1314550"/>
            <a:chExt cx="632424" cy="635862"/>
          </a:xfrm>
        </p:grpSpPr>
        <p:pic>
          <p:nvPicPr>
            <p:cNvPr id="1593" name="Google Shape;1593;p51"/>
            <p:cNvPicPr preferRelativeResize="0"/>
            <p:nvPr/>
          </p:nvPicPr>
          <p:blipFill>
            <a:blip r:embed="rId3"/>
            <a:stretch>
              <a:fillRect/>
            </a:stretch>
          </p:blipFill>
          <p:spPr>
            <a:xfrm rot="10800000">
              <a:off x="1722763" y="1331113"/>
              <a:ext cx="619299" cy="619299"/>
            </a:xfrm>
            <a:prstGeom prst="rect">
              <a:avLst/>
            </a:prstGeom>
            <a:noFill/>
            <a:ln>
              <a:noFill/>
            </a:ln>
          </p:spPr>
        </p:pic>
        <p:sp>
          <p:nvSpPr>
            <p:cNvPr id="1594" name="Google Shape;1594;p51"/>
            <p:cNvSpPr/>
            <p:nvPr/>
          </p:nvSpPr>
          <p:spPr>
            <a:xfrm>
              <a:off x="1709638" y="1314550"/>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595" name="Google Shape;1595;p51"/>
          <p:cNvGrpSpPr/>
          <p:nvPr/>
        </p:nvGrpSpPr>
        <p:grpSpPr>
          <a:xfrm>
            <a:off x="4158181" y="1715994"/>
            <a:ext cx="632424" cy="635863"/>
            <a:chOff x="3025500" y="3193338"/>
            <a:chExt cx="632424" cy="635863"/>
          </a:xfrm>
        </p:grpSpPr>
        <p:pic>
          <p:nvPicPr>
            <p:cNvPr id="1596" name="Google Shape;1596;p51"/>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597" name="Google Shape;1597;p51"/>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598" name="Google Shape;1598;p51"/>
          <p:cNvGrpSpPr/>
          <p:nvPr/>
        </p:nvGrpSpPr>
        <p:grpSpPr>
          <a:xfrm>
            <a:off x="6591856" y="1715994"/>
            <a:ext cx="632424" cy="635863"/>
            <a:chOff x="3025500" y="3193338"/>
            <a:chExt cx="632424" cy="635863"/>
          </a:xfrm>
        </p:grpSpPr>
        <p:pic>
          <p:nvPicPr>
            <p:cNvPr id="1599" name="Google Shape;1599;p51"/>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600" name="Google Shape;1600;p51"/>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01" name="Google Shape;1601;p51"/>
          <p:cNvGrpSpPr/>
          <p:nvPr/>
        </p:nvGrpSpPr>
        <p:grpSpPr>
          <a:xfrm>
            <a:off x="4278931" y="1824482"/>
            <a:ext cx="347650" cy="344775"/>
            <a:chOff x="4774775" y="3162075"/>
            <a:chExt cx="347650" cy="344775"/>
          </a:xfrm>
        </p:grpSpPr>
        <p:sp>
          <p:nvSpPr>
            <p:cNvPr id="1602" name="Google Shape;1602;p51"/>
            <p:cNvSpPr/>
            <p:nvPr/>
          </p:nvSpPr>
          <p:spPr>
            <a:xfrm>
              <a:off x="4994350" y="3376450"/>
              <a:ext cx="86950" cy="130400"/>
            </a:xfrm>
            <a:custGeom>
              <a:avLst/>
              <a:gdLst/>
              <a:ahLst/>
              <a:cxnLst/>
              <a:rect l="l" t="t" r="r" b="b"/>
              <a:pathLst>
                <a:path w="3478" h="5216" extrusionOk="0">
                  <a:moveTo>
                    <a:pt x="1948" y="395"/>
                  </a:moveTo>
                  <a:cubicBezTo>
                    <a:pt x="2133" y="395"/>
                    <a:pt x="2226" y="580"/>
                    <a:pt x="2226" y="696"/>
                  </a:cubicBezTo>
                  <a:lnTo>
                    <a:pt x="2226" y="881"/>
                  </a:lnTo>
                  <a:lnTo>
                    <a:pt x="1368" y="696"/>
                  </a:lnTo>
                  <a:cubicBezTo>
                    <a:pt x="1368" y="638"/>
                    <a:pt x="1345" y="609"/>
                    <a:pt x="1322" y="609"/>
                  </a:cubicBezTo>
                  <a:cubicBezTo>
                    <a:pt x="1299" y="609"/>
                    <a:pt x="1275" y="638"/>
                    <a:pt x="1275" y="696"/>
                  </a:cubicBezTo>
                  <a:lnTo>
                    <a:pt x="974" y="789"/>
                  </a:lnTo>
                  <a:lnTo>
                    <a:pt x="974" y="696"/>
                  </a:lnTo>
                  <a:cubicBezTo>
                    <a:pt x="974" y="580"/>
                    <a:pt x="1160" y="395"/>
                    <a:pt x="1275" y="395"/>
                  </a:cubicBezTo>
                  <a:close/>
                  <a:moveTo>
                    <a:pt x="1368" y="1067"/>
                  </a:moveTo>
                  <a:lnTo>
                    <a:pt x="2226" y="1368"/>
                  </a:lnTo>
                  <a:lnTo>
                    <a:pt x="2226" y="1739"/>
                  </a:lnTo>
                  <a:cubicBezTo>
                    <a:pt x="2226" y="1855"/>
                    <a:pt x="2133" y="1855"/>
                    <a:pt x="2133" y="1947"/>
                  </a:cubicBezTo>
                  <a:lnTo>
                    <a:pt x="1739" y="2133"/>
                  </a:lnTo>
                  <a:cubicBezTo>
                    <a:pt x="1693" y="2179"/>
                    <a:pt x="1646" y="2202"/>
                    <a:pt x="1600" y="2202"/>
                  </a:cubicBezTo>
                  <a:cubicBezTo>
                    <a:pt x="1554" y="2202"/>
                    <a:pt x="1507" y="2179"/>
                    <a:pt x="1461" y="2133"/>
                  </a:cubicBezTo>
                  <a:lnTo>
                    <a:pt x="1067" y="1947"/>
                  </a:lnTo>
                  <a:cubicBezTo>
                    <a:pt x="1067" y="1855"/>
                    <a:pt x="974" y="1855"/>
                    <a:pt x="974" y="1739"/>
                  </a:cubicBezTo>
                  <a:lnTo>
                    <a:pt x="974" y="1275"/>
                  </a:lnTo>
                  <a:lnTo>
                    <a:pt x="1368" y="1067"/>
                  </a:lnTo>
                  <a:close/>
                  <a:moveTo>
                    <a:pt x="1855" y="2527"/>
                  </a:moveTo>
                  <a:lnTo>
                    <a:pt x="1855" y="2620"/>
                  </a:lnTo>
                  <a:lnTo>
                    <a:pt x="1855" y="2898"/>
                  </a:lnTo>
                  <a:lnTo>
                    <a:pt x="1368" y="2898"/>
                  </a:lnTo>
                  <a:lnTo>
                    <a:pt x="1368" y="2620"/>
                  </a:lnTo>
                  <a:lnTo>
                    <a:pt x="1368" y="2527"/>
                  </a:lnTo>
                  <a:cubicBezTo>
                    <a:pt x="1461" y="2620"/>
                    <a:pt x="1554" y="2620"/>
                    <a:pt x="1646" y="2620"/>
                  </a:cubicBezTo>
                  <a:cubicBezTo>
                    <a:pt x="1646" y="2620"/>
                    <a:pt x="1739" y="2620"/>
                    <a:pt x="1855" y="2527"/>
                  </a:cubicBezTo>
                  <a:close/>
                  <a:moveTo>
                    <a:pt x="1554" y="3871"/>
                  </a:moveTo>
                  <a:lnTo>
                    <a:pt x="1739" y="4358"/>
                  </a:lnTo>
                  <a:lnTo>
                    <a:pt x="1554" y="4543"/>
                  </a:lnTo>
                  <a:lnTo>
                    <a:pt x="1461" y="4358"/>
                  </a:lnTo>
                  <a:lnTo>
                    <a:pt x="1554" y="3871"/>
                  </a:lnTo>
                  <a:close/>
                  <a:moveTo>
                    <a:pt x="1275" y="1"/>
                  </a:moveTo>
                  <a:cubicBezTo>
                    <a:pt x="881" y="1"/>
                    <a:pt x="580" y="302"/>
                    <a:pt x="580" y="696"/>
                  </a:cubicBezTo>
                  <a:lnTo>
                    <a:pt x="580" y="1739"/>
                  </a:lnTo>
                  <a:cubicBezTo>
                    <a:pt x="580" y="1947"/>
                    <a:pt x="696" y="2133"/>
                    <a:pt x="881" y="2226"/>
                  </a:cubicBezTo>
                  <a:lnTo>
                    <a:pt x="974" y="2318"/>
                  </a:lnTo>
                  <a:lnTo>
                    <a:pt x="974" y="2620"/>
                  </a:lnTo>
                  <a:cubicBezTo>
                    <a:pt x="974" y="2712"/>
                    <a:pt x="974" y="2805"/>
                    <a:pt x="881" y="2898"/>
                  </a:cubicBezTo>
                  <a:lnTo>
                    <a:pt x="789" y="2898"/>
                  </a:lnTo>
                  <a:lnTo>
                    <a:pt x="487" y="3013"/>
                  </a:lnTo>
                  <a:cubicBezTo>
                    <a:pt x="302" y="3106"/>
                    <a:pt x="209" y="3199"/>
                    <a:pt x="1" y="3292"/>
                  </a:cubicBezTo>
                  <a:lnTo>
                    <a:pt x="1" y="3384"/>
                  </a:lnTo>
                  <a:lnTo>
                    <a:pt x="1" y="3477"/>
                  </a:lnTo>
                  <a:cubicBezTo>
                    <a:pt x="117" y="3686"/>
                    <a:pt x="117" y="3778"/>
                    <a:pt x="117" y="3964"/>
                  </a:cubicBezTo>
                  <a:lnTo>
                    <a:pt x="117" y="4937"/>
                  </a:lnTo>
                  <a:cubicBezTo>
                    <a:pt x="117" y="5122"/>
                    <a:pt x="209" y="5215"/>
                    <a:pt x="302" y="5215"/>
                  </a:cubicBezTo>
                  <a:cubicBezTo>
                    <a:pt x="395" y="5215"/>
                    <a:pt x="487" y="5122"/>
                    <a:pt x="487" y="4937"/>
                  </a:cubicBezTo>
                  <a:lnTo>
                    <a:pt x="487" y="3964"/>
                  </a:lnTo>
                  <a:cubicBezTo>
                    <a:pt x="487" y="3778"/>
                    <a:pt x="487" y="3686"/>
                    <a:pt x="395" y="3477"/>
                  </a:cubicBezTo>
                  <a:cubicBezTo>
                    <a:pt x="487" y="3477"/>
                    <a:pt x="580" y="3477"/>
                    <a:pt x="580" y="3384"/>
                  </a:cubicBezTo>
                  <a:lnTo>
                    <a:pt x="881" y="3292"/>
                  </a:lnTo>
                  <a:cubicBezTo>
                    <a:pt x="974" y="3292"/>
                    <a:pt x="974" y="3292"/>
                    <a:pt x="1067" y="3199"/>
                  </a:cubicBezTo>
                  <a:cubicBezTo>
                    <a:pt x="1160" y="3292"/>
                    <a:pt x="1275" y="3292"/>
                    <a:pt x="1368" y="3292"/>
                  </a:cubicBezTo>
                  <a:lnTo>
                    <a:pt x="974" y="4358"/>
                  </a:lnTo>
                  <a:cubicBezTo>
                    <a:pt x="974" y="4450"/>
                    <a:pt x="974" y="4543"/>
                    <a:pt x="1067" y="4543"/>
                  </a:cubicBezTo>
                  <a:lnTo>
                    <a:pt x="1461" y="5030"/>
                  </a:lnTo>
                  <a:lnTo>
                    <a:pt x="1739" y="5030"/>
                  </a:lnTo>
                  <a:lnTo>
                    <a:pt x="2133" y="4543"/>
                  </a:lnTo>
                  <a:cubicBezTo>
                    <a:pt x="2226" y="4543"/>
                    <a:pt x="2226" y="4450"/>
                    <a:pt x="2226" y="4358"/>
                  </a:cubicBezTo>
                  <a:lnTo>
                    <a:pt x="1855" y="3292"/>
                  </a:lnTo>
                  <a:cubicBezTo>
                    <a:pt x="1948" y="3292"/>
                    <a:pt x="2040" y="3292"/>
                    <a:pt x="2133" y="3199"/>
                  </a:cubicBezTo>
                  <a:cubicBezTo>
                    <a:pt x="2133" y="3292"/>
                    <a:pt x="2226" y="3292"/>
                    <a:pt x="2318" y="3292"/>
                  </a:cubicBezTo>
                  <a:lnTo>
                    <a:pt x="2620" y="3384"/>
                  </a:lnTo>
                  <a:cubicBezTo>
                    <a:pt x="2898" y="3477"/>
                    <a:pt x="3106" y="3778"/>
                    <a:pt x="3106" y="4172"/>
                  </a:cubicBezTo>
                  <a:lnTo>
                    <a:pt x="3106" y="4937"/>
                  </a:lnTo>
                  <a:cubicBezTo>
                    <a:pt x="3106" y="5122"/>
                    <a:pt x="3199" y="5215"/>
                    <a:pt x="3292" y="5215"/>
                  </a:cubicBezTo>
                  <a:cubicBezTo>
                    <a:pt x="3384" y="5215"/>
                    <a:pt x="3477" y="5122"/>
                    <a:pt x="3477" y="4937"/>
                  </a:cubicBezTo>
                  <a:lnTo>
                    <a:pt x="3477" y="4172"/>
                  </a:lnTo>
                  <a:cubicBezTo>
                    <a:pt x="3477" y="3593"/>
                    <a:pt x="3199" y="3199"/>
                    <a:pt x="2712" y="3013"/>
                  </a:cubicBezTo>
                  <a:lnTo>
                    <a:pt x="2434" y="2898"/>
                  </a:lnTo>
                  <a:cubicBezTo>
                    <a:pt x="2434" y="2898"/>
                    <a:pt x="2318" y="2898"/>
                    <a:pt x="2318" y="2805"/>
                  </a:cubicBezTo>
                  <a:cubicBezTo>
                    <a:pt x="2226" y="2805"/>
                    <a:pt x="2226" y="2712"/>
                    <a:pt x="2226" y="2620"/>
                  </a:cubicBezTo>
                  <a:lnTo>
                    <a:pt x="2226" y="2318"/>
                  </a:lnTo>
                  <a:lnTo>
                    <a:pt x="2318" y="2226"/>
                  </a:lnTo>
                  <a:cubicBezTo>
                    <a:pt x="2527" y="2133"/>
                    <a:pt x="2620" y="1947"/>
                    <a:pt x="2620" y="1739"/>
                  </a:cubicBezTo>
                  <a:lnTo>
                    <a:pt x="2620" y="1159"/>
                  </a:lnTo>
                  <a:lnTo>
                    <a:pt x="2620" y="696"/>
                  </a:lnTo>
                  <a:cubicBezTo>
                    <a:pt x="2620" y="302"/>
                    <a:pt x="2318" y="1"/>
                    <a:pt x="19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03" name="Google Shape;1603;p51"/>
            <p:cNvSpPr/>
            <p:nvPr/>
          </p:nvSpPr>
          <p:spPr>
            <a:xfrm>
              <a:off x="4815900" y="3347475"/>
              <a:ext cx="171525" cy="159375"/>
            </a:xfrm>
            <a:custGeom>
              <a:avLst/>
              <a:gdLst/>
              <a:ahLst/>
              <a:cxnLst/>
              <a:rect l="l" t="t" r="r" b="b"/>
              <a:pathLst>
                <a:path w="6859" h="6375" extrusionOk="0">
                  <a:moveTo>
                    <a:pt x="5702" y="488"/>
                  </a:moveTo>
                  <a:cubicBezTo>
                    <a:pt x="5980" y="488"/>
                    <a:pt x="6189" y="696"/>
                    <a:pt x="6189" y="882"/>
                  </a:cubicBezTo>
                  <a:lnTo>
                    <a:pt x="6189" y="1160"/>
                  </a:lnTo>
                  <a:lnTo>
                    <a:pt x="5030" y="882"/>
                  </a:lnTo>
                  <a:cubicBezTo>
                    <a:pt x="5030" y="835"/>
                    <a:pt x="5007" y="812"/>
                    <a:pt x="4983" y="812"/>
                  </a:cubicBezTo>
                  <a:cubicBezTo>
                    <a:pt x="4960" y="812"/>
                    <a:pt x="4937" y="835"/>
                    <a:pt x="4937" y="882"/>
                  </a:cubicBezTo>
                  <a:lnTo>
                    <a:pt x="4543" y="1067"/>
                  </a:lnTo>
                  <a:lnTo>
                    <a:pt x="4543" y="882"/>
                  </a:lnTo>
                  <a:cubicBezTo>
                    <a:pt x="4543" y="696"/>
                    <a:pt x="4729" y="488"/>
                    <a:pt x="4937" y="488"/>
                  </a:cubicBezTo>
                  <a:close/>
                  <a:moveTo>
                    <a:pt x="2226" y="1554"/>
                  </a:moveTo>
                  <a:cubicBezTo>
                    <a:pt x="2411" y="1554"/>
                    <a:pt x="2504" y="1739"/>
                    <a:pt x="2504" y="1855"/>
                  </a:cubicBezTo>
                  <a:lnTo>
                    <a:pt x="2504" y="2040"/>
                  </a:lnTo>
                  <a:lnTo>
                    <a:pt x="1739" y="1855"/>
                  </a:lnTo>
                  <a:cubicBezTo>
                    <a:pt x="1693" y="1797"/>
                    <a:pt x="1669" y="1768"/>
                    <a:pt x="1646" y="1768"/>
                  </a:cubicBezTo>
                  <a:cubicBezTo>
                    <a:pt x="1623" y="1768"/>
                    <a:pt x="1600" y="1797"/>
                    <a:pt x="1554" y="1855"/>
                  </a:cubicBezTo>
                  <a:lnTo>
                    <a:pt x="1252" y="1948"/>
                  </a:lnTo>
                  <a:lnTo>
                    <a:pt x="1252" y="1855"/>
                  </a:lnTo>
                  <a:cubicBezTo>
                    <a:pt x="1252" y="1739"/>
                    <a:pt x="1461" y="1554"/>
                    <a:pt x="1646" y="1554"/>
                  </a:cubicBezTo>
                  <a:close/>
                  <a:moveTo>
                    <a:pt x="5030" y="1276"/>
                  </a:moveTo>
                  <a:lnTo>
                    <a:pt x="6189" y="1646"/>
                  </a:lnTo>
                  <a:lnTo>
                    <a:pt x="6189" y="2133"/>
                  </a:lnTo>
                  <a:cubicBezTo>
                    <a:pt x="6189" y="2226"/>
                    <a:pt x="6096" y="2318"/>
                    <a:pt x="5980" y="2434"/>
                  </a:cubicBezTo>
                  <a:lnTo>
                    <a:pt x="5517" y="2712"/>
                  </a:lnTo>
                  <a:cubicBezTo>
                    <a:pt x="5459" y="2759"/>
                    <a:pt x="5383" y="2782"/>
                    <a:pt x="5311" y="2782"/>
                  </a:cubicBezTo>
                  <a:cubicBezTo>
                    <a:pt x="5238" y="2782"/>
                    <a:pt x="5169" y="2759"/>
                    <a:pt x="5123" y="2712"/>
                  </a:cubicBezTo>
                  <a:lnTo>
                    <a:pt x="4729" y="2434"/>
                  </a:lnTo>
                  <a:cubicBezTo>
                    <a:pt x="4543" y="2318"/>
                    <a:pt x="4543" y="2226"/>
                    <a:pt x="4543" y="2133"/>
                  </a:cubicBezTo>
                  <a:lnTo>
                    <a:pt x="4543" y="1554"/>
                  </a:lnTo>
                  <a:lnTo>
                    <a:pt x="5030" y="1276"/>
                  </a:lnTo>
                  <a:close/>
                  <a:moveTo>
                    <a:pt x="1646" y="2226"/>
                  </a:moveTo>
                  <a:lnTo>
                    <a:pt x="2504" y="2527"/>
                  </a:lnTo>
                  <a:lnTo>
                    <a:pt x="2504" y="2898"/>
                  </a:lnTo>
                  <a:cubicBezTo>
                    <a:pt x="2504" y="3014"/>
                    <a:pt x="2504" y="3014"/>
                    <a:pt x="2411" y="3106"/>
                  </a:cubicBezTo>
                  <a:lnTo>
                    <a:pt x="2040" y="3292"/>
                  </a:lnTo>
                  <a:cubicBezTo>
                    <a:pt x="1982" y="3338"/>
                    <a:pt x="1930" y="3361"/>
                    <a:pt x="1893" y="3361"/>
                  </a:cubicBezTo>
                  <a:cubicBezTo>
                    <a:pt x="1855" y="3361"/>
                    <a:pt x="1832" y="3338"/>
                    <a:pt x="1832" y="3292"/>
                  </a:cubicBezTo>
                  <a:lnTo>
                    <a:pt x="1461" y="3106"/>
                  </a:lnTo>
                  <a:cubicBezTo>
                    <a:pt x="1345" y="3014"/>
                    <a:pt x="1252" y="3014"/>
                    <a:pt x="1252" y="2898"/>
                  </a:cubicBezTo>
                  <a:lnTo>
                    <a:pt x="1252" y="2434"/>
                  </a:lnTo>
                  <a:lnTo>
                    <a:pt x="1646" y="2226"/>
                  </a:lnTo>
                  <a:close/>
                  <a:moveTo>
                    <a:pt x="5609" y="3106"/>
                  </a:moveTo>
                  <a:lnTo>
                    <a:pt x="5609" y="3292"/>
                  </a:lnTo>
                  <a:cubicBezTo>
                    <a:pt x="5609" y="3385"/>
                    <a:pt x="5702" y="3477"/>
                    <a:pt x="5702" y="3593"/>
                  </a:cubicBezTo>
                  <a:cubicBezTo>
                    <a:pt x="5609" y="3593"/>
                    <a:pt x="5401" y="3686"/>
                    <a:pt x="5308" y="3686"/>
                  </a:cubicBezTo>
                  <a:cubicBezTo>
                    <a:pt x="5215" y="3686"/>
                    <a:pt x="5030" y="3593"/>
                    <a:pt x="4937" y="3593"/>
                  </a:cubicBezTo>
                  <a:cubicBezTo>
                    <a:pt x="5030" y="3477"/>
                    <a:pt x="5030" y="3385"/>
                    <a:pt x="5030" y="3292"/>
                  </a:cubicBezTo>
                  <a:lnTo>
                    <a:pt x="5030" y="3106"/>
                  </a:lnTo>
                  <a:cubicBezTo>
                    <a:pt x="5123" y="3106"/>
                    <a:pt x="5215" y="3199"/>
                    <a:pt x="5308" y="3199"/>
                  </a:cubicBezTo>
                  <a:cubicBezTo>
                    <a:pt x="5401" y="3199"/>
                    <a:pt x="5517" y="3106"/>
                    <a:pt x="5609" y="3106"/>
                  </a:cubicBezTo>
                  <a:close/>
                  <a:moveTo>
                    <a:pt x="2133" y="3686"/>
                  </a:moveTo>
                  <a:lnTo>
                    <a:pt x="2133" y="3779"/>
                  </a:lnTo>
                  <a:lnTo>
                    <a:pt x="2133" y="4057"/>
                  </a:lnTo>
                  <a:lnTo>
                    <a:pt x="1646" y="4057"/>
                  </a:lnTo>
                  <a:cubicBezTo>
                    <a:pt x="1646" y="3964"/>
                    <a:pt x="1739" y="3871"/>
                    <a:pt x="1739" y="3779"/>
                  </a:cubicBezTo>
                  <a:lnTo>
                    <a:pt x="1739" y="3686"/>
                  </a:lnTo>
                  <a:cubicBezTo>
                    <a:pt x="1739" y="3779"/>
                    <a:pt x="1832" y="3779"/>
                    <a:pt x="1924" y="3779"/>
                  </a:cubicBezTo>
                  <a:cubicBezTo>
                    <a:pt x="2040" y="3779"/>
                    <a:pt x="2040" y="3779"/>
                    <a:pt x="2133" y="3686"/>
                  </a:cubicBezTo>
                  <a:close/>
                  <a:moveTo>
                    <a:pt x="1924" y="5030"/>
                  </a:moveTo>
                  <a:lnTo>
                    <a:pt x="2040" y="5517"/>
                  </a:lnTo>
                  <a:lnTo>
                    <a:pt x="1924" y="5702"/>
                  </a:lnTo>
                  <a:lnTo>
                    <a:pt x="1739" y="5517"/>
                  </a:lnTo>
                  <a:lnTo>
                    <a:pt x="1924" y="5030"/>
                  </a:lnTo>
                  <a:close/>
                  <a:moveTo>
                    <a:pt x="5308" y="4543"/>
                  </a:moveTo>
                  <a:lnTo>
                    <a:pt x="5609" y="5424"/>
                  </a:lnTo>
                  <a:lnTo>
                    <a:pt x="5308" y="5702"/>
                  </a:lnTo>
                  <a:lnTo>
                    <a:pt x="5123" y="5424"/>
                  </a:lnTo>
                  <a:lnTo>
                    <a:pt x="5308" y="4543"/>
                  </a:lnTo>
                  <a:close/>
                  <a:moveTo>
                    <a:pt x="4937" y="1"/>
                  </a:moveTo>
                  <a:cubicBezTo>
                    <a:pt x="4450" y="1"/>
                    <a:pt x="4149" y="395"/>
                    <a:pt x="4149" y="882"/>
                  </a:cubicBezTo>
                  <a:lnTo>
                    <a:pt x="4149" y="2133"/>
                  </a:lnTo>
                  <a:cubicBezTo>
                    <a:pt x="4149" y="2434"/>
                    <a:pt x="4242" y="2620"/>
                    <a:pt x="4450" y="2805"/>
                  </a:cubicBezTo>
                  <a:lnTo>
                    <a:pt x="4636" y="2805"/>
                  </a:lnTo>
                  <a:lnTo>
                    <a:pt x="4636" y="3292"/>
                  </a:lnTo>
                  <a:cubicBezTo>
                    <a:pt x="4636" y="3385"/>
                    <a:pt x="4543" y="3477"/>
                    <a:pt x="4450" y="3593"/>
                  </a:cubicBezTo>
                  <a:lnTo>
                    <a:pt x="4358" y="3686"/>
                  </a:lnTo>
                  <a:lnTo>
                    <a:pt x="3964" y="3779"/>
                  </a:lnTo>
                  <a:cubicBezTo>
                    <a:pt x="3663" y="3871"/>
                    <a:pt x="3477" y="4057"/>
                    <a:pt x="3292" y="4265"/>
                  </a:cubicBezTo>
                  <a:cubicBezTo>
                    <a:pt x="3199" y="4265"/>
                    <a:pt x="3083" y="4265"/>
                    <a:pt x="3083" y="4172"/>
                  </a:cubicBezTo>
                  <a:lnTo>
                    <a:pt x="2712" y="4057"/>
                  </a:lnTo>
                  <a:cubicBezTo>
                    <a:pt x="2712" y="4057"/>
                    <a:pt x="2620" y="4057"/>
                    <a:pt x="2620" y="3964"/>
                  </a:cubicBezTo>
                  <a:cubicBezTo>
                    <a:pt x="2620" y="3964"/>
                    <a:pt x="2504" y="3871"/>
                    <a:pt x="2504" y="3779"/>
                  </a:cubicBezTo>
                  <a:lnTo>
                    <a:pt x="2504" y="3477"/>
                  </a:lnTo>
                  <a:lnTo>
                    <a:pt x="2620" y="3385"/>
                  </a:lnTo>
                  <a:cubicBezTo>
                    <a:pt x="2805" y="3292"/>
                    <a:pt x="2898" y="3106"/>
                    <a:pt x="2898" y="2898"/>
                  </a:cubicBezTo>
                  <a:lnTo>
                    <a:pt x="2898" y="2318"/>
                  </a:lnTo>
                  <a:lnTo>
                    <a:pt x="2898" y="1855"/>
                  </a:lnTo>
                  <a:cubicBezTo>
                    <a:pt x="2898" y="1461"/>
                    <a:pt x="2620" y="1160"/>
                    <a:pt x="2226" y="1160"/>
                  </a:cubicBezTo>
                  <a:lnTo>
                    <a:pt x="1646" y="1160"/>
                  </a:lnTo>
                  <a:cubicBezTo>
                    <a:pt x="1252" y="1160"/>
                    <a:pt x="881" y="1461"/>
                    <a:pt x="881" y="1855"/>
                  </a:cubicBezTo>
                  <a:lnTo>
                    <a:pt x="881" y="2898"/>
                  </a:lnTo>
                  <a:cubicBezTo>
                    <a:pt x="881" y="3106"/>
                    <a:pt x="974" y="3292"/>
                    <a:pt x="1160" y="3385"/>
                  </a:cubicBezTo>
                  <a:lnTo>
                    <a:pt x="1252" y="3477"/>
                  </a:lnTo>
                  <a:lnTo>
                    <a:pt x="1252" y="3779"/>
                  </a:lnTo>
                  <a:cubicBezTo>
                    <a:pt x="1252" y="3871"/>
                    <a:pt x="1252" y="3964"/>
                    <a:pt x="1160" y="4057"/>
                  </a:cubicBezTo>
                  <a:lnTo>
                    <a:pt x="1067" y="4057"/>
                  </a:lnTo>
                  <a:lnTo>
                    <a:pt x="766" y="4172"/>
                  </a:lnTo>
                  <a:cubicBezTo>
                    <a:pt x="302" y="4358"/>
                    <a:pt x="1" y="4752"/>
                    <a:pt x="1" y="5331"/>
                  </a:cubicBezTo>
                  <a:lnTo>
                    <a:pt x="1" y="6096"/>
                  </a:lnTo>
                  <a:cubicBezTo>
                    <a:pt x="1" y="6281"/>
                    <a:pt x="94" y="6374"/>
                    <a:pt x="186" y="6374"/>
                  </a:cubicBezTo>
                  <a:cubicBezTo>
                    <a:pt x="302" y="6374"/>
                    <a:pt x="395" y="6281"/>
                    <a:pt x="395" y="6096"/>
                  </a:cubicBezTo>
                  <a:lnTo>
                    <a:pt x="395" y="5331"/>
                  </a:lnTo>
                  <a:cubicBezTo>
                    <a:pt x="395" y="4937"/>
                    <a:pt x="580" y="4636"/>
                    <a:pt x="881" y="4543"/>
                  </a:cubicBezTo>
                  <a:lnTo>
                    <a:pt x="1252" y="4451"/>
                  </a:lnTo>
                  <a:cubicBezTo>
                    <a:pt x="1252" y="4451"/>
                    <a:pt x="1345" y="4451"/>
                    <a:pt x="1345" y="4358"/>
                  </a:cubicBezTo>
                  <a:cubicBezTo>
                    <a:pt x="1461" y="4451"/>
                    <a:pt x="1554" y="4451"/>
                    <a:pt x="1646" y="4451"/>
                  </a:cubicBezTo>
                  <a:lnTo>
                    <a:pt x="1345" y="5517"/>
                  </a:lnTo>
                  <a:cubicBezTo>
                    <a:pt x="1252" y="5609"/>
                    <a:pt x="1345" y="5702"/>
                    <a:pt x="1345" y="5702"/>
                  </a:cubicBezTo>
                  <a:lnTo>
                    <a:pt x="1739" y="6189"/>
                  </a:lnTo>
                  <a:lnTo>
                    <a:pt x="2040" y="6189"/>
                  </a:lnTo>
                  <a:lnTo>
                    <a:pt x="2411" y="5702"/>
                  </a:lnTo>
                  <a:cubicBezTo>
                    <a:pt x="2504" y="5702"/>
                    <a:pt x="2504" y="5609"/>
                    <a:pt x="2504" y="5517"/>
                  </a:cubicBezTo>
                  <a:lnTo>
                    <a:pt x="2133" y="4451"/>
                  </a:lnTo>
                  <a:cubicBezTo>
                    <a:pt x="2226" y="4451"/>
                    <a:pt x="2318" y="4451"/>
                    <a:pt x="2411" y="4358"/>
                  </a:cubicBezTo>
                  <a:cubicBezTo>
                    <a:pt x="2504" y="4451"/>
                    <a:pt x="2504" y="4451"/>
                    <a:pt x="2620" y="4451"/>
                  </a:cubicBezTo>
                  <a:lnTo>
                    <a:pt x="2898" y="4543"/>
                  </a:lnTo>
                  <a:cubicBezTo>
                    <a:pt x="2990" y="4636"/>
                    <a:pt x="2990" y="4636"/>
                    <a:pt x="3083" y="4636"/>
                  </a:cubicBezTo>
                  <a:cubicBezTo>
                    <a:pt x="3083" y="4845"/>
                    <a:pt x="2990" y="4937"/>
                    <a:pt x="2990" y="5123"/>
                  </a:cubicBezTo>
                  <a:lnTo>
                    <a:pt x="2990" y="6096"/>
                  </a:lnTo>
                  <a:cubicBezTo>
                    <a:pt x="2990" y="6281"/>
                    <a:pt x="3083" y="6374"/>
                    <a:pt x="3199" y="6374"/>
                  </a:cubicBezTo>
                  <a:cubicBezTo>
                    <a:pt x="3384" y="6374"/>
                    <a:pt x="3477" y="6281"/>
                    <a:pt x="3477" y="6096"/>
                  </a:cubicBezTo>
                  <a:lnTo>
                    <a:pt x="3477" y="5123"/>
                  </a:lnTo>
                  <a:lnTo>
                    <a:pt x="3477" y="4636"/>
                  </a:lnTo>
                  <a:cubicBezTo>
                    <a:pt x="3663" y="4451"/>
                    <a:pt x="3871" y="4265"/>
                    <a:pt x="4056" y="4172"/>
                  </a:cubicBezTo>
                  <a:lnTo>
                    <a:pt x="4450" y="4057"/>
                  </a:lnTo>
                  <a:cubicBezTo>
                    <a:pt x="4543" y="4057"/>
                    <a:pt x="4636" y="3964"/>
                    <a:pt x="4636" y="3964"/>
                  </a:cubicBezTo>
                  <a:cubicBezTo>
                    <a:pt x="4821" y="3964"/>
                    <a:pt x="4937" y="3964"/>
                    <a:pt x="5030" y="4057"/>
                  </a:cubicBezTo>
                  <a:lnTo>
                    <a:pt x="4636" y="5424"/>
                  </a:lnTo>
                  <a:cubicBezTo>
                    <a:pt x="4636" y="5517"/>
                    <a:pt x="4636" y="5517"/>
                    <a:pt x="4729" y="5609"/>
                  </a:cubicBezTo>
                  <a:lnTo>
                    <a:pt x="5123" y="6096"/>
                  </a:lnTo>
                  <a:cubicBezTo>
                    <a:pt x="5215" y="6189"/>
                    <a:pt x="5215" y="6189"/>
                    <a:pt x="5308" y="6189"/>
                  </a:cubicBezTo>
                  <a:cubicBezTo>
                    <a:pt x="5308" y="6189"/>
                    <a:pt x="5401" y="6189"/>
                    <a:pt x="5401" y="6096"/>
                  </a:cubicBezTo>
                  <a:lnTo>
                    <a:pt x="5980" y="5609"/>
                  </a:lnTo>
                  <a:lnTo>
                    <a:pt x="5980" y="5424"/>
                  </a:lnTo>
                  <a:lnTo>
                    <a:pt x="5609" y="4057"/>
                  </a:lnTo>
                  <a:cubicBezTo>
                    <a:pt x="5702" y="3964"/>
                    <a:pt x="5887" y="3964"/>
                    <a:pt x="5980" y="3964"/>
                  </a:cubicBezTo>
                  <a:cubicBezTo>
                    <a:pt x="6096" y="3964"/>
                    <a:pt x="6096" y="4057"/>
                    <a:pt x="6189" y="4057"/>
                  </a:cubicBezTo>
                  <a:lnTo>
                    <a:pt x="6559" y="4172"/>
                  </a:lnTo>
                  <a:lnTo>
                    <a:pt x="6675" y="4172"/>
                  </a:lnTo>
                  <a:cubicBezTo>
                    <a:pt x="6768" y="4172"/>
                    <a:pt x="6768" y="4172"/>
                    <a:pt x="6861" y="4057"/>
                  </a:cubicBezTo>
                  <a:cubicBezTo>
                    <a:pt x="6861" y="3964"/>
                    <a:pt x="6861" y="3871"/>
                    <a:pt x="6675" y="3779"/>
                  </a:cubicBezTo>
                  <a:lnTo>
                    <a:pt x="6374" y="3686"/>
                  </a:lnTo>
                  <a:cubicBezTo>
                    <a:pt x="6281" y="3686"/>
                    <a:pt x="6189" y="3593"/>
                    <a:pt x="6189" y="3593"/>
                  </a:cubicBezTo>
                  <a:cubicBezTo>
                    <a:pt x="6096" y="3477"/>
                    <a:pt x="6096" y="3385"/>
                    <a:pt x="6096" y="3292"/>
                  </a:cubicBezTo>
                  <a:lnTo>
                    <a:pt x="6096" y="2805"/>
                  </a:lnTo>
                  <a:lnTo>
                    <a:pt x="6189" y="2805"/>
                  </a:lnTo>
                  <a:cubicBezTo>
                    <a:pt x="6374" y="2620"/>
                    <a:pt x="6559" y="2434"/>
                    <a:pt x="6559" y="2133"/>
                  </a:cubicBezTo>
                  <a:lnTo>
                    <a:pt x="6559" y="1461"/>
                  </a:lnTo>
                  <a:lnTo>
                    <a:pt x="6559" y="882"/>
                  </a:lnTo>
                  <a:cubicBezTo>
                    <a:pt x="6559" y="395"/>
                    <a:pt x="6189" y="1"/>
                    <a:pt x="57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04" name="Google Shape;1604;p51"/>
            <p:cNvSpPr/>
            <p:nvPr/>
          </p:nvSpPr>
          <p:spPr>
            <a:xfrm>
              <a:off x="4774775" y="3162075"/>
              <a:ext cx="347650" cy="257850"/>
            </a:xfrm>
            <a:custGeom>
              <a:avLst/>
              <a:gdLst/>
              <a:ahLst/>
              <a:cxnLst/>
              <a:rect l="l" t="t" r="r" b="b"/>
              <a:pathLst>
                <a:path w="13905" h="10314" extrusionOk="0">
                  <a:moveTo>
                    <a:pt x="9085" y="673"/>
                  </a:moveTo>
                  <a:lnTo>
                    <a:pt x="8691" y="951"/>
                  </a:lnTo>
                  <a:cubicBezTo>
                    <a:pt x="8598" y="1044"/>
                    <a:pt x="8598" y="1160"/>
                    <a:pt x="8598" y="1160"/>
                  </a:cubicBezTo>
                  <a:cubicBezTo>
                    <a:pt x="8598" y="1252"/>
                    <a:pt x="8598" y="1345"/>
                    <a:pt x="8691" y="1438"/>
                  </a:cubicBezTo>
                  <a:lnTo>
                    <a:pt x="9085" y="1739"/>
                  </a:lnTo>
                  <a:lnTo>
                    <a:pt x="7162" y="1739"/>
                  </a:lnTo>
                  <a:lnTo>
                    <a:pt x="7162" y="673"/>
                  </a:lnTo>
                  <a:close/>
                  <a:moveTo>
                    <a:pt x="6953" y="1"/>
                  </a:moveTo>
                  <a:cubicBezTo>
                    <a:pt x="6860" y="1"/>
                    <a:pt x="6768" y="94"/>
                    <a:pt x="6768" y="186"/>
                  </a:cubicBezTo>
                  <a:lnTo>
                    <a:pt x="6768" y="3477"/>
                  </a:lnTo>
                  <a:cubicBezTo>
                    <a:pt x="6675" y="3477"/>
                    <a:pt x="6466" y="3570"/>
                    <a:pt x="6374" y="3663"/>
                  </a:cubicBezTo>
                  <a:lnTo>
                    <a:pt x="5701" y="4335"/>
                  </a:lnTo>
                  <a:cubicBezTo>
                    <a:pt x="5609" y="4427"/>
                    <a:pt x="5609" y="4636"/>
                    <a:pt x="5701" y="4636"/>
                  </a:cubicBezTo>
                  <a:cubicBezTo>
                    <a:pt x="5748" y="4682"/>
                    <a:pt x="5794" y="4705"/>
                    <a:pt x="5843" y="4705"/>
                  </a:cubicBezTo>
                  <a:cubicBezTo>
                    <a:pt x="5893" y="4705"/>
                    <a:pt x="5945" y="4682"/>
                    <a:pt x="6003" y="4636"/>
                  </a:cubicBezTo>
                  <a:lnTo>
                    <a:pt x="6675" y="3941"/>
                  </a:lnTo>
                  <a:cubicBezTo>
                    <a:pt x="6768" y="3848"/>
                    <a:pt x="6860" y="3848"/>
                    <a:pt x="6953" y="3848"/>
                  </a:cubicBezTo>
                  <a:cubicBezTo>
                    <a:pt x="7046" y="3848"/>
                    <a:pt x="7162" y="3848"/>
                    <a:pt x="7254" y="3941"/>
                  </a:cubicBezTo>
                  <a:lnTo>
                    <a:pt x="8691" y="5401"/>
                  </a:lnTo>
                  <a:lnTo>
                    <a:pt x="8112" y="5795"/>
                  </a:lnTo>
                  <a:lnTo>
                    <a:pt x="7347" y="5308"/>
                  </a:lnTo>
                  <a:cubicBezTo>
                    <a:pt x="7301" y="5262"/>
                    <a:pt x="7254" y="5238"/>
                    <a:pt x="7205" y="5238"/>
                  </a:cubicBezTo>
                  <a:cubicBezTo>
                    <a:pt x="7156" y="5238"/>
                    <a:pt x="7104" y="5262"/>
                    <a:pt x="7046" y="5308"/>
                  </a:cubicBezTo>
                  <a:lnTo>
                    <a:pt x="6374" y="5795"/>
                  </a:lnTo>
                  <a:lnTo>
                    <a:pt x="5701" y="5401"/>
                  </a:lnTo>
                  <a:cubicBezTo>
                    <a:pt x="5701" y="5354"/>
                    <a:pt x="5678" y="5331"/>
                    <a:pt x="5655" y="5331"/>
                  </a:cubicBezTo>
                  <a:cubicBezTo>
                    <a:pt x="5632" y="5331"/>
                    <a:pt x="5609" y="5354"/>
                    <a:pt x="5609" y="5401"/>
                  </a:cubicBezTo>
                  <a:lnTo>
                    <a:pt x="5122" y="5493"/>
                  </a:lnTo>
                  <a:lnTo>
                    <a:pt x="5308" y="5308"/>
                  </a:lnTo>
                  <a:cubicBezTo>
                    <a:pt x="5423" y="5215"/>
                    <a:pt x="5423" y="5099"/>
                    <a:pt x="5308" y="5007"/>
                  </a:cubicBezTo>
                  <a:cubicBezTo>
                    <a:pt x="5261" y="4960"/>
                    <a:pt x="5215" y="4937"/>
                    <a:pt x="5168" y="4937"/>
                  </a:cubicBezTo>
                  <a:cubicBezTo>
                    <a:pt x="5122" y="4937"/>
                    <a:pt x="5076" y="4960"/>
                    <a:pt x="5029" y="5007"/>
                  </a:cubicBezTo>
                  <a:lnTo>
                    <a:pt x="4149" y="5887"/>
                  </a:lnTo>
                  <a:lnTo>
                    <a:pt x="93" y="10036"/>
                  </a:lnTo>
                  <a:cubicBezTo>
                    <a:pt x="0" y="10128"/>
                    <a:pt x="0" y="10221"/>
                    <a:pt x="93" y="10314"/>
                  </a:cubicBezTo>
                  <a:lnTo>
                    <a:pt x="394" y="10314"/>
                  </a:lnTo>
                  <a:lnTo>
                    <a:pt x="4450" y="6258"/>
                  </a:lnTo>
                  <a:lnTo>
                    <a:pt x="5609" y="5795"/>
                  </a:lnTo>
                  <a:lnTo>
                    <a:pt x="6281" y="6258"/>
                  </a:lnTo>
                  <a:lnTo>
                    <a:pt x="6582" y="6258"/>
                  </a:lnTo>
                  <a:lnTo>
                    <a:pt x="7254" y="5679"/>
                  </a:lnTo>
                  <a:lnTo>
                    <a:pt x="8019" y="6258"/>
                  </a:lnTo>
                  <a:lnTo>
                    <a:pt x="8204" y="6258"/>
                  </a:lnTo>
                  <a:lnTo>
                    <a:pt x="8992" y="5679"/>
                  </a:lnTo>
                  <a:lnTo>
                    <a:pt x="13535" y="10221"/>
                  </a:lnTo>
                  <a:cubicBezTo>
                    <a:pt x="13627" y="10314"/>
                    <a:pt x="13627" y="10314"/>
                    <a:pt x="13720" y="10314"/>
                  </a:cubicBezTo>
                  <a:cubicBezTo>
                    <a:pt x="13720" y="10314"/>
                    <a:pt x="13813" y="10314"/>
                    <a:pt x="13813" y="10221"/>
                  </a:cubicBezTo>
                  <a:cubicBezTo>
                    <a:pt x="13906" y="10128"/>
                    <a:pt x="13906" y="10036"/>
                    <a:pt x="13813" y="9943"/>
                  </a:cubicBezTo>
                  <a:lnTo>
                    <a:pt x="9178" y="5308"/>
                  </a:lnTo>
                  <a:lnTo>
                    <a:pt x="7532" y="3663"/>
                  </a:lnTo>
                  <a:cubicBezTo>
                    <a:pt x="7440" y="3570"/>
                    <a:pt x="7347" y="3477"/>
                    <a:pt x="7162" y="3477"/>
                  </a:cubicBezTo>
                  <a:lnTo>
                    <a:pt x="7162" y="2110"/>
                  </a:lnTo>
                  <a:lnTo>
                    <a:pt x="9363" y="2110"/>
                  </a:lnTo>
                  <a:cubicBezTo>
                    <a:pt x="9572" y="2110"/>
                    <a:pt x="9664" y="2110"/>
                    <a:pt x="9664" y="2017"/>
                  </a:cubicBezTo>
                  <a:cubicBezTo>
                    <a:pt x="9664" y="1832"/>
                    <a:pt x="9664" y="1739"/>
                    <a:pt x="9572" y="1623"/>
                  </a:cubicBezTo>
                  <a:lnTo>
                    <a:pt x="9085" y="1160"/>
                  </a:lnTo>
                  <a:lnTo>
                    <a:pt x="9572" y="766"/>
                  </a:lnTo>
                  <a:cubicBezTo>
                    <a:pt x="9664" y="673"/>
                    <a:pt x="9664" y="464"/>
                    <a:pt x="9664" y="372"/>
                  </a:cubicBezTo>
                  <a:cubicBezTo>
                    <a:pt x="9664" y="279"/>
                    <a:pt x="9572" y="186"/>
                    <a:pt x="9363" y="186"/>
                  </a:cubicBezTo>
                  <a:lnTo>
                    <a:pt x="7162" y="186"/>
                  </a:lnTo>
                  <a:cubicBezTo>
                    <a:pt x="7162" y="94"/>
                    <a:pt x="7046" y="1"/>
                    <a:pt x="69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05" name="Google Shape;1605;p51"/>
          <p:cNvGrpSpPr/>
          <p:nvPr/>
        </p:nvGrpSpPr>
        <p:grpSpPr>
          <a:xfrm>
            <a:off x="1845468" y="3564519"/>
            <a:ext cx="347650" cy="347650"/>
            <a:chOff x="5537825" y="2599500"/>
            <a:chExt cx="347650" cy="347650"/>
          </a:xfrm>
        </p:grpSpPr>
        <p:sp>
          <p:nvSpPr>
            <p:cNvPr id="1606" name="Google Shape;1606;p51"/>
            <p:cNvSpPr/>
            <p:nvPr/>
          </p:nvSpPr>
          <p:spPr>
            <a:xfrm>
              <a:off x="5571425" y="2815025"/>
              <a:ext cx="12175" cy="11050"/>
            </a:xfrm>
            <a:custGeom>
              <a:avLst/>
              <a:gdLst/>
              <a:ahLst/>
              <a:cxnLst/>
              <a:rect l="l" t="t" r="r" b="b"/>
              <a:pathLst>
                <a:path w="487" h="442" extrusionOk="0">
                  <a:moveTo>
                    <a:pt x="209" y="1"/>
                  </a:moveTo>
                  <a:cubicBezTo>
                    <a:pt x="145" y="1"/>
                    <a:pt x="93" y="24"/>
                    <a:pt x="93" y="70"/>
                  </a:cubicBezTo>
                  <a:cubicBezTo>
                    <a:pt x="0" y="163"/>
                    <a:pt x="0" y="256"/>
                    <a:pt x="93" y="349"/>
                  </a:cubicBezTo>
                  <a:lnTo>
                    <a:pt x="209" y="441"/>
                  </a:lnTo>
                  <a:cubicBezTo>
                    <a:pt x="302" y="441"/>
                    <a:pt x="302" y="349"/>
                    <a:pt x="394" y="349"/>
                  </a:cubicBezTo>
                  <a:cubicBezTo>
                    <a:pt x="487" y="256"/>
                    <a:pt x="394" y="163"/>
                    <a:pt x="394" y="70"/>
                  </a:cubicBezTo>
                  <a:cubicBezTo>
                    <a:pt x="348" y="24"/>
                    <a:pt x="273" y="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07" name="Google Shape;1607;p51"/>
            <p:cNvSpPr/>
            <p:nvPr/>
          </p:nvSpPr>
          <p:spPr>
            <a:xfrm>
              <a:off x="5556925" y="2800550"/>
              <a:ext cx="12200" cy="8725"/>
            </a:xfrm>
            <a:custGeom>
              <a:avLst/>
              <a:gdLst/>
              <a:ahLst/>
              <a:cxnLst/>
              <a:rect l="l" t="t" r="r" b="b"/>
              <a:pathLst>
                <a:path w="488" h="349" extrusionOk="0">
                  <a:moveTo>
                    <a:pt x="288" y="1"/>
                  </a:moveTo>
                  <a:cubicBezTo>
                    <a:pt x="227" y="1"/>
                    <a:pt x="152" y="24"/>
                    <a:pt x="94" y="70"/>
                  </a:cubicBezTo>
                  <a:cubicBezTo>
                    <a:pt x="94" y="70"/>
                    <a:pt x="1" y="256"/>
                    <a:pt x="94" y="348"/>
                  </a:cubicBezTo>
                  <a:lnTo>
                    <a:pt x="395" y="348"/>
                  </a:lnTo>
                  <a:cubicBezTo>
                    <a:pt x="488" y="256"/>
                    <a:pt x="488" y="163"/>
                    <a:pt x="395" y="70"/>
                  </a:cubicBezTo>
                  <a:cubicBezTo>
                    <a:pt x="395" y="24"/>
                    <a:pt x="349" y="1"/>
                    <a:pt x="2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08" name="Google Shape;1608;p51"/>
            <p:cNvSpPr/>
            <p:nvPr/>
          </p:nvSpPr>
          <p:spPr>
            <a:xfrm>
              <a:off x="5627050" y="2835900"/>
              <a:ext cx="9875" cy="9875"/>
            </a:xfrm>
            <a:custGeom>
              <a:avLst/>
              <a:gdLst/>
              <a:ahLst/>
              <a:cxnLst/>
              <a:rect l="l" t="t" r="r" b="b"/>
              <a:pathLst>
                <a:path w="395" h="395" extrusionOk="0">
                  <a:moveTo>
                    <a:pt x="185" y="0"/>
                  </a:moveTo>
                  <a:cubicBezTo>
                    <a:pt x="93" y="0"/>
                    <a:pt x="0" y="93"/>
                    <a:pt x="0" y="186"/>
                  </a:cubicBezTo>
                  <a:cubicBezTo>
                    <a:pt x="0" y="302"/>
                    <a:pt x="93" y="394"/>
                    <a:pt x="185" y="394"/>
                  </a:cubicBezTo>
                  <a:cubicBezTo>
                    <a:pt x="301" y="394"/>
                    <a:pt x="394" y="302"/>
                    <a:pt x="394" y="186"/>
                  </a:cubicBezTo>
                  <a:cubicBezTo>
                    <a:pt x="394" y="93"/>
                    <a:pt x="301" y="0"/>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09" name="Google Shape;1609;p51"/>
            <p:cNvSpPr/>
            <p:nvPr/>
          </p:nvSpPr>
          <p:spPr>
            <a:xfrm>
              <a:off x="5588225" y="2826050"/>
              <a:ext cx="9875" cy="9875"/>
            </a:xfrm>
            <a:custGeom>
              <a:avLst/>
              <a:gdLst/>
              <a:ahLst/>
              <a:cxnLst/>
              <a:rect l="l" t="t" r="r" b="b"/>
              <a:pathLst>
                <a:path w="395" h="395" extrusionOk="0">
                  <a:moveTo>
                    <a:pt x="302" y="0"/>
                  </a:moveTo>
                  <a:cubicBezTo>
                    <a:pt x="209" y="0"/>
                    <a:pt x="116" y="0"/>
                    <a:pt x="0" y="116"/>
                  </a:cubicBezTo>
                  <a:cubicBezTo>
                    <a:pt x="0" y="209"/>
                    <a:pt x="0" y="302"/>
                    <a:pt x="116" y="394"/>
                  </a:cubicBezTo>
                  <a:lnTo>
                    <a:pt x="209" y="394"/>
                  </a:lnTo>
                  <a:cubicBezTo>
                    <a:pt x="302" y="394"/>
                    <a:pt x="302" y="394"/>
                    <a:pt x="394" y="302"/>
                  </a:cubicBezTo>
                  <a:cubicBezTo>
                    <a:pt x="394" y="209"/>
                    <a:pt x="394" y="116"/>
                    <a:pt x="3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0" name="Google Shape;1610;p51"/>
            <p:cNvSpPr/>
            <p:nvPr/>
          </p:nvSpPr>
          <p:spPr>
            <a:xfrm>
              <a:off x="5544775" y="2763475"/>
              <a:ext cx="9875" cy="9875"/>
            </a:xfrm>
            <a:custGeom>
              <a:avLst/>
              <a:gdLst/>
              <a:ahLst/>
              <a:cxnLst/>
              <a:rect l="l" t="t" r="r" b="b"/>
              <a:pathLst>
                <a:path w="395" h="395" extrusionOk="0">
                  <a:moveTo>
                    <a:pt x="209" y="0"/>
                  </a:moveTo>
                  <a:cubicBezTo>
                    <a:pt x="0" y="0"/>
                    <a:pt x="0" y="93"/>
                    <a:pt x="0" y="186"/>
                  </a:cubicBezTo>
                  <a:cubicBezTo>
                    <a:pt x="0" y="302"/>
                    <a:pt x="116" y="394"/>
                    <a:pt x="209" y="394"/>
                  </a:cubicBezTo>
                  <a:cubicBezTo>
                    <a:pt x="301" y="394"/>
                    <a:pt x="394" y="302"/>
                    <a:pt x="394" y="186"/>
                  </a:cubicBezTo>
                  <a:cubicBezTo>
                    <a:pt x="394" y="93"/>
                    <a:pt x="301"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1" name="Google Shape;1611;p51"/>
            <p:cNvSpPr/>
            <p:nvPr/>
          </p:nvSpPr>
          <p:spPr>
            <a:xfrm>
              <a:off x="5544775" y="2744350"/>
              <a:ext cx="9875" cy="9300"/>
            </a:xfrm>
            <a:custGeom>
              <a:avLst/>
              <a:gdLst/>
              <a:ahLst/>
              <a:cxnLst/>
              <a:rect l="l" t="t" r="r" b="b"/>
              <a:pathLst>
                <a:path w="395" h="372" extrusionOk="0">
                  <a:moveTo>
                    <a:pt x="209" y="1"/>
                  </a:moveTo>
                  <a:cubicBezTo>
                    <a:pt x="116" y="1"/>
                    <a:pt x="0" y="1"/>
                    <a:pt x="0" y="186"/>
                  </a:cubicBezTo>
                  <a:cubicBezTo>
                    <a:pt x="0" y="279"/>
                    <a:pt x="0" y="371"/>
                    <a:pt x="209" y="371"/>
                  </a:cubicBezTo>
                  <a:cubicBezTo>
                    <a:pt x="301" y="371"/>
                    <a:pt x="394" y="279"/>
                    <a:pt x="394" y="186"/>
                  </a:cubicBezTo>
                  <a:cubicBezTo>
                    <a:pt x="394" y="93"/>
                    <a:pt x="301" y="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2" name="Google Shape;1612;p51"/>
            <p:cNvSpPr/>
            <p:nvPr/>
          </p:nvSpPr>
          <p:spPr>
            <a:xfrm>
              <a:off x="5547675" y="2782600"/>
              <a:ext cx="11600" cy="9875"/>
            </a:xfrm>
            <a:custGeom>
              <a:avLst/>
              <a:gdLst/>
              <a:ahLst/>
              <a:cxnLst/>
              <a:rect l="l" t="t" r="r" b="b"/>
              <a:pathLst>
                <a:path w="462" h="395" extrusionOk="0">
                  <a:moveTo>
                    <a:pt x="185" y="0"/>
                  </a:moveTo>
                  <a:cubicBezTo>
                    <a:pt x="93" y="116"/>
                    <a:pt x="0" y="209"/>
                    <a:pt x="93" y="301"/>
                  </a:cubicBezTo>
                  <a:cubicBezTo>
                    <a:pt x="93" y="394"/>
                    <a:pt x="185" y="394"/>
                    <a:pt x="278" y="394"/>
                  </a:cubicBezTo>
                  <a:lnTo>
                    <a:pt x="371" y="394"/>
                  </a:lnTo>
                  <a:cubicBezTo>
                    <a:pt x="464" y="394"/>
                    <a:pt x="464" y="209"/>
                    <a:pt x="464" y="116"/>
                  </a:cubicBezTo>
                  <a:cubicBezTo>
                    <a:pt x="371" y="0"/>
                    <a:pt x="278" y="0"/>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3" name="Google Shape;1613;p51"/>
            <p:cNvSpPr/>
            <p:nvPr/>
          </p:nvSpPr>
          <p:spPr>
            <a:xfrm>
              <a:off x="5605600" y="2833575"/>
              <a:ext cx="11625" cy="9875"/>
            </a:xfrm>
            <a:custGeom>
              <a:avLst/>
              <a:gdLst/>
              <a:ahLst/>
              <a:cxnLst/>
              <a:rect l="l" t="t" r="r" b="b"/>
              <a:pathLst>
                <a:path w="465" h="395" extrusionOk="0">
                  <a:moveTo>
                    <a:pt x="279" y="1"/>
                  </a:moveTo>
                  <a:cubicBezTo>
                    <a:pt x="186" y="1"/>
                    <a:pt x="93" y="1"/>
                    <a:pt x="93" y="93"/>
                  </a:cubicBezTo>
                  <a:cubicBezTo>
                    <a:pt x="1" y="279"/>
                    <a:pt x="93" y="395"/>
                    <a:pt x="186" y="395"/>
                  </a:cubicBezTo>
                  <a:lnTo>
                    <a:pt x="279" y="395"/>
                  </a:lnTo>
                  <a:cubicBezTo>
                    <a:pt x="371" y="395"/>
                    <a:pt x="464" y="279"/>
                    <a:pt x="464" y="186"/>
                  </a:cubicBezTo>
                  <a:cubicBezTo>
                    <a:pt x="464" y="93"/>
                    <a:pt x="371" y="1"/>
                    <a:pt x="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4" name="Google Shape;1614;p51"/>
            <p:cNvSpPr/>
            <p:nvPr/>
          </p:nvSpPr>
          <p:spPr>
            <a:xfrm>
              <a:off x="5711625" y="2934975"/>
              <a:ext cx="12200" cy="9875"/>
            </a:xfrm>
            <a:custGeom>
              <a:avLst/>
              <a:gdLst/>
              <a:ahLst/>
              <a:cxnLst/>
              <a:rect l="l" t="t" r="r" b="b"/>
              <a:pathLst>
                <a:path w="488" h="395" extrusionOk="0">
                  <a:moveTo>
                    <a:pt x="279" y="0"/>
                  </a:moveTo>
                  <a:cubicBezTo>
                    <a:pt x="186" y="0"/>
                    <a:pt x="93" y="0"/>
                    <a:pt x="1" y="186"/>
                  </a:cubicBezTo>
                  <a:cubicBezTo>
                    <a:pt x="1" y="278"/>
                    <a:pt x="93" y="394"/>
                    <a:pt x="186" y="394"/>
                  </a:cubicBezTo>
                  <a:lnTo>
                    <a:pt x="279" y="394"/>
                  </a:lnTo>
                  <a:cubicBezTo>
                    <a:pt x="395" y="394"/>
                    <a:pt x="487" y="278"/>
                    <a:pt x="487" y="186"/>
                  </a:cubicBezTo>
                  <a:cubicBezTo>
                    <a:pt x="487" y="93"/>
                    <a:pt x="395" y="0"/>
                    <a:pt x="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5" name="Google Shape;1615;p51"/>
            <p:cNvSpPr/>
            <p:nvPr/>
          </p:nvSpPr>
          <p:spPr>
            <a:xfrm>
              <a:off x="5658325" y="2906575"/>
              <a:ext cx="12200" cy="9300"/>
            </a:xfrm>
            <a:custGeom>
              <a:avLst/>
              <a:gdLst/>
              <a:ahLst/>
              <a:cxnLst/>
              <a:rect l="l" t="t" r="r" b="b"/>
              <a:pathLst>
                <a:path w="488" h="372" extrusionOk="0">
                  <a:moveTo>
                    <a:pt x="253" y="1"/>
                  </a:moveTo>
                  <a:cubicBezTo>
                    <a:pt x="203" y="1"/>
                    <a:pt x="151" y="24"/>
                    <a:pt x="93" y="70"/>
                  </a:cubicBezTo>
                  <a:cubicBezTo>
                    <a:pt x="1" y="163"/>
                    <a:pt x="1" y="256"/>
                    <a:pt x="93" y="371"/>
                  </a:cubicBezTo>
                  <a:lnTo>
                    <a:pt x="395" y="371"/>
                  </a:lnTo>
                  <a:cubicBezTo>
                    <a:pt x="487" y="256"/>
                    <a:pt x="487" y="163"/>
                    <a:pt x="395" y="70"/>
                  </a:cubicBezTo>
                  <a:cubicBezTo>
                    <a:pt x="348" y="24"/>
                    <a:pt x="302" y="1"/>
                    <a:pt x="2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6" name="Google Shape;1616;p51"/>
            <p:cNvSpPr/>
            <p:nvPr/>
          </p:nvSpPr>
          <p:spPr>
            <a:xfrm>
              <a:off x="5672800" y="2920475"/>
              <a:ext cx="12200" cy="9875"/>
            </a:xfrm>
            <a:custGeom>
              <a:avLst/>
              <a:gdLst/>
              <a:ahLst/>
              <a:cxnLst/>
              <a:rect l="l" t="t" r="r" b="b"/>
              <a:pathLst>
                <a:path w="488" h="395" extrusionOk="0">
                  <a:moveTo>
                    <a:pt x="395" y="1"/>
                  </a:moveTo>
                  <a:cubicBezTo>
                    <a:pt x="302" y="1"/>
                    <a:pt x="210" y="1"/>
                    <a:pt x="94" y="94"/>
                  </a:cubicBezTo>
                  <a:cubicBezTo>
                    <a:pt x="1" y="186"/>
                    <a:pt x="94" y="279"/>
                    <a:pt x="210" y="395"/>
                  </a:cubicBezTo>
                  <a:lnTo>
                    <a:pt x="302" y="395"/>
                  </a:lnTo>
                  <a:cubicBezTo>
                    <a:pt x="302" y="395"/>
                    <a:pt x="395" y="395"/>
                    <a:pt x="395" y="279"/>
                  </a:cubicBezTo>
                  <a:cubicBezTo>
                    <a:pt x="488" y="186"/>
                    <a:pt x="488" y="94"/>
                    <a:pt x="3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7" name="Google Shape;1617;p51"/>
            <p:cNvSpPr/>
            <p:nvPr/>
          </p:nvSpPr>
          <p:spPr>
            <a:xfrm>
              <a:off x="5733075" y="2932650"/>
              <a:ext cx="9875" cy="12200"/>
            </a:xfrm>
            <a:custGeom>
              <a:avLst/>
              <a:gdLst/>
              <a:ahLst/>
              <a:cxnLst/>
              <a:rect l="l" t="t" r="r" b="b"/>
              <a:pathLst>
                <a:path w="395" h="488" extrusionOk="0">
                  <a:moveTo>
                    <a:pt x="209" y="1"/>
                  </a:moveTo>
                  <a:cubicBezTo>
                    <a:pt x="0" y="93"/>
                    <a:pt x="0" y="186"/>
                    <a:pt x="0" y="279"/>
                  </a:cubicBezTo>
                  <a:cubicBezTo>
                    <a:pt x="0" y="371"/>
                    <a:pt x="116" y="487"/>
                    <a:pt x="209" y="487"/>
                  </a:cubicBezTo>
                  <a:cubicBezTo>
                    <a:pt x="301" y="371"/>
                    <a:pt x="394" y="279"/>
                    <a:pt x="394" y="186"/>
                  </a:cubicBezTo>
                  <a:cubicBezTo>
                    <a:pt x="394" y="93"/>
                    <a:pt x="301" y="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8" name="Google Shape;1618;p51"/>
            <p:cNvSpPr/>
            <p:nvPr/>
          </p:nvSpPr>
          <p:spPr>
            <a:xfrm>
              <a:off x="5692500" y="2929125"/>
              <a:ext cx="11625" cy="10500"/>
            </a:xfrm>
            <a:custGeom>
              <a:avLst/>
              <a:gdLst/>
              <a:ahLst/>
              <a:cxnLst/>
              <a:rect l="l" t="t" r="r" b="b"/>
              <a:pathLst>
                <a:path w="465" h="420" extrusionOk="0">
                  <a:moveTo>
                    <a:pt x="196" y="0"/>
                  </a:moveTo>
                  <a:cubicBezTo>
                    <a:pt x="131" y="0"/>
                    <a:pt x="66" y="77"/>
                    <a:pt x="1" y="142"/>
                  </a:cubicBezTo>
                  <a:cubicBezTo>
                    <a:pt x="1" y="234"/>
                    <a:pt x="1" y="327"/>
                    <a:pt x="186" y="420"/>
                  </a:cubicBezTo>
                  <a:cubicBezTo>
                    <a:pt x="279" y="420"/>
                    <a:pt x="372" y="327"/>
                    <a:pt x="372" y="327"/>
                  </a:cubicBezTo>
                  <a:cubicBezTo>
                    <a:pt x="464" y="142"/>
                    <a:pt x="372" y="49"/>
                    <a:pt x="279" y="49"/>
                  </a:cubicBezTo>
                  <a:cubicBezTo>
                    <a:pt x="251" y="14"/>
                    <a:pt x="224" y="0"/>
                    <a:pt x="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19" name="Google Shape;1619;p51"/>
            <p:cNvSpPr/>
            <p:nvPr/>
          </p:nvSpPr>
          <p:spPr>
            <a:xfrm>
              <a:off x="5641525" y="2869500"/>
              <a:ext cx="9875" cy="9875"/>
            </a:xfrm>
            <a:custGeom>
              <a:avLst/>
              <a:gdLst/>
              <a:ahLst/>
              <a:cxnLst/>
              <a:rect l="l" t="t" r="r" b="b"/>
              <a:pathLst>
                <a:path w="395" h="395" extrusionOk="0">
                  <a:moveTo>
                    <a:pt x="93" y="0"/>
                  </a:moveTo>
                  <a:cubicBezTo>
                    <a:pt x="0" y="116"/>
                    <a:pt x="0" y="209"/>
                    <a:pt x="0" y="302"/>
                  </a:cubicBezTo>
                  <a:cubicBezTo>
                    <a:pt x="0" y="394"/>
                    <a:pt x="93" y="394"/>
                    <a:pt x="186" y="394"/>
                  </a:cubicBezTo>
                  <a:cubicBezTo>
                    <a:pt x="302" y="394"/>
                    <a:pt x="394" y="302"/>
                    <a:pt x="394" y="209"/>
                  </a:cubicBezTo>
                  <a:cubicBezTo>
                    <a:pt x="394" y="116"/>
                    <a:pt x="302" y="0"/>
                    <a:pt x="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0" name="Google Shape;1620;p51"/>
            <p:cNvSpPr/>
            <p:nvPr/>
          </p:nvSpPr>
          <p:spPr>
            <a:xfrm>
              <a:off x="5639200" y="2850375"/>
              <a:ext cx="9875" cy="9875"/>
            </a:xfrm>
            <a:custGeom>
              <a:avLst/>
              <a:gdLst/>
              <a:ahLst/>
              <a:cxnLst/>
              <a:rect l="l" t="t" r="r" b="b"/>
              <a:pathLst>
                <a:path w="395" h="395" extrusionOk="0">
                  <a:moveTo>
                    <a:pt x="186" y="1"/>
                  </a:moveTo>
                  <a:cubicBezTo>
                    <a:pt x="93" y="1"/>
                    <a:pt x="1" y="93"/>
                    <a:pt x="1" y="186"/>
                  </a:cubicBezTo>
                  <a:cubicBezTo>
                    <a:pt x="1" y="302"/>
                    <a:pt x="93" y="395"/>
                    <a:pt x="186" y="395"/>
                  </a:cubicBezTo>
                  <a:cubicBezTo>
                    <a:pt x="279" y="395"/>
                    <a:pt x="395" y="302"/>
                    <a:pt x="395" y="186"/>
                  </a:cubicBezTo>
                  <a:cubicBezTo>
                    <a:pt x="395" y="93"/>
                    <a:pt x="279"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1" name="Google Shape;1621;p51"/>
            <p:cNvSpPr/>
            <p:nvPr/>
          </p:nvSpPr>
          <p:spPr>
            <a:xfrm>
              <a:off x="5646150" y="2889200"/>
              <a:ext cx="12200" cy="9300"/>
            </a:xfrm>
            <a:custGeom>
              <a:avLst/>
              <a:gdLst/>
              <a:ahLst/>
              <a:cxnLst/>
              <a:rect l="l" t="t" r="r" b="b"/>
              <a:pathLst>
                <a:path w="488" h="372" extrusionOk="0">
                  <a:moveTo>
                    <a:pt x="209" y="0"/>
                  </a:moveTo>
                  <a:cubicBezTo>
                    <a:pt x="117" y="93"/>
                    <a:pt x="1" y="186"/>
                    <a:pt x="117" y="278"/>
                  </a:cubicBezTo>
                  <a:cubicBezTo>
                    <a:pt x="117" y="371"/>
                    <a:pt x="209" y="371"/>
                    <a:pt x="302" y="371"/>
                  </a:cubicBezTo>
                  <a:lnTo>
                    <a:pt x="395" y="371"/>
                  </a:lnTo>
                  <a:cubicBezTo>
                    <a:pt x="488" y="371"/>
                    <a:pt x="488" y="186"/>
                    <a:pt x="488" y="93"/>
                  </a:cubicBezTo>
                  <a:cubicBezTo>
                    <a:pt x="395" y="0"/>
                    <a:pt x="302"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2" name="Google Shape;1622;p51"/>
            <p:cNvSpPr/>
            <p:nvPr/>
          </p:nvSpPr>
          <p:spPr>
            <a:xfrm>
              <a:off x="5759725" y="2653925"/>
              <a:ext cx="12175" cy="10500"/>
            </a:xfrm>
            <a:custGeom>
              <a:avLst/>
              <a:gdLst/>
              <a:ahLst/>
              <a:cxnLst/>
              <a:rect l="l" t="t" r="r" b="b"/>
              <a:pathLst>
                <a:path w="487" h="420" extrusionOk="0">
                  <a:moveTo>
                    <a:pt x="290" y="0"/>
                  </a:moveTo>
                  <a:cubicBezTo>
                    <a:pt x="264" y="0"/>
                    <a:pt x="237" y="14"/>
                    <a:pt x="209" y="49"/>
                  </a:cubicBezTo>
                  <a:cubicBezTo>
                    <a:pt x="93" y="49"/>
                    <a:pt x="0" y="234"/>
                    <a:pt x="93" y="327"/>
                  </a:cubicBezTo>
                  <a:cubicBezTo>
                    <a:pt x="93" y="327"/>
                    <a:pt x="209" y="419"/>
                    <a:pt x="301" y="419"/>
                  </a:cubicBezTo>
                  <a:lnTo>
                    <a:pt x="394" y="327"/>
                  </a:lnTo>
                  <a:cubicBezTo>
                    <a:pt x="487" y="327"/>
                    <a:pt x="487" y="234"/>
                    <a:pt x="394" y="141"/>
                  </a:cubicBezTo>
                  <a:cubicBezTo>
                    <a:pt x="394" y="76"/>
                    <a:pt x="349" y="0"/>
                    <a:pt x="2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3" name="Google Shape;1623;p51"/>
            <p:cNvSpPr/>
            <p:nvPr/>
          </p:nvSpPr>
          <p:spPr>
            <a:xfrm>
              <a:off x="5747550" y="2636000"/>
              <a:ext cx="12200" cy="11625"/>
            </a:xfrm>
            <a:custGeom>
              <a:avLst/>
              <a:gdLst/>
              <a:ahLst/>
              <a:cxnLst/>
              <a:rect l="l" t="t" r="r" b="b"/>
              <a:pathLst>
                <a:path w="488" h="465" extrusionOk="0">
                  <a:moveTo>
                    <a:pt x="255" y="1"/>
                  </a:moveTo>
                  <a:cubicBezTo>
                    <a:pt x="209" y="1"/>
                    <a:pt x="163" y="24"/>
                    <a:pt x="116" y="70"/>
                  </a:cubicBezTo>
                  <a:cubicBezTo>
                    <a:pt x="1" y="186"/>
                    <a:pt x="1" y="279"/>
                    <a:pt x="116" y="372"/>
                  </a:cubicBezTo>
                  <a:lnTo>
                    <a:pt x="209" y="464"/>
                  </a:lnTo>
                  <a:cubicBezTo>
                    <a:pt x="302" y="464"/>
                    <a:pt x="302" y="372"/>
                    <a:pt x="395" y="372"/>
                  </a:cubicBezTo>
                  <a:cubicBezTo>
                    <a:pt x="487" y="279"/>
                    <a:pt x="487" y="186"/>
                    <a:pt x="395" y="70"/>
                  </a:cubicBezTo>
                  <a:cubicBezTo>
                    <a:pt x="348" y="24"/>
                    <a:pt x="302"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4" name="Google Shape;1624;p51"/>
            <p:cNvSpPr/>
            <p:nvPr/>
          </p:nvSpPr>
          <p:spPr>
            <a:xfrm>
              <a:off x="5769575" y="2695675"/>
              <a:ext cx="12175" cy="9875"/>
            </a:xfrm>
            <a:custGeom>
              <a:avLst/>
              <a:gdLst/>
              <a:ahLst/>
              <a:cxnLst/>
              <a:rect l="l" t="t" r="r" b="b"/>
              <a:pathLst>
                <a:path w="487" h="395" extrusionOk="0">
                  <a:moveTo>
                    <a:pt x="278" y="1"/>
                  </a:moveTo>
                  <a:cubicBezTo>
                    <a:pt x="186" y="1"/>
                    <a:pt x="93" y="117"/>
                    <a:pt x="93" y="209"/>
                  </a:cubicBezTo>
                  <a:cubicBezTo>
                    <a:pt x="0" y="302"/>
                    <a:pt x="93" y="395"/>
                    <a:pt x="278" y="395"/>
                  </a:cubicBezTo>
                  <a:cubicBezTo>
                    <a:pt x="394" y="395"/>
                    <a:pt x="487" y="302"/>
                    <a:pt x="487" y="209"/>
                  </a:cubicBezTo>
                  <a:cubicBezTo>
                    <a:pt x="487" y="117"/>
                    <a:pt x="394" y="1"/>
                    <a:pt x="2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5" name="Google Shape;1625;p51"/>
            <p:cNvSpPr/>
            <p:nvPr/>
          </p:nvSpPr>
          <p:spPr>
            <a:xfrm>
              <a:off x="5767250" y="2674250"/>
              <a:ext cx="12200" cy="9875"/>
            </a:xfrm>
            <a:custGeom>
              <a:avLst/>
              <a:gdLst/>
              <a:ahLst/>
              <a:cxnLst/>
              <a:rect l="l" t="t" r="r" b="b"/>
              <a:pathLst>
                <a:path w="488" h="395" extrusionOk="0">
                  <a:moveTo>
                    <a:pt x="186" y="0"/>
                  </a:moveTo>
                  <a:cubicBezTo>
                    <a:pt x="93" y="0"/>
                    <a:pt x="0" y="93"/>
                    <a:pt x="93" y="186"/>
                  </a:cubicBezTo>
                  <a:cubicBezTo>
                    <a:pt x="93" y="279"/>
                    <a:pt x="186" y="394"/>
                    <a:pt x="279" y="394"/>
                  </a:cubicBezTo>
                  <a:cubicBezTo>
                    <a:pt x="371" y="394"/>
                    <a:pt x="487" y="279"/>
                    <a:pt x="487" y="93"/>
                  </a:cubicBezTo>
                  <a:cubicBezTo>
                    <a:pt x="487" y="0"/>
                    <a:pt x="279"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6" name="Google Shape;1626;p51"/>
            <p:cNvSpPr/>
            <p:nvPr/>
          </p:nvSpPr>
          <p:spPr>
            <a:xfrm>
              <a:off x="5689625" y="2611675"/>
              <a:ext cx="9850" cy="9300"/>
            </a:xfrm>
            <a:custGeom>
              <a:avLst/>
              <a:gdLst/>
              <a:ahLst/>
              <a:cxnLst/>
              <a:rect l="l" t="t" r="r" b="b"/>
              <a:pathLst>
                <a:path w="394" h="372" extrusionOk="0">
                  <a:moveTo>
                    <a:pt x="209" y="0"/>
                  </a:moveTo>
                  <a:cubicBezTo>
                    <a:pt x="116" y="0"/>
                    <a:pt x="0" y="93"/>
                    <a:pt x="0" y="186"/>
                  </a:cubicBezTo>
                  <a:cubicBezTo>
                    <a:pt x="0" y="279"/>
                    <a:pt x="116" y="371"/>
                    <a:pt x="209" y="371"/>
                  </a:cubicBezTo>
                  <a:cubicBezTo>
                    <a:pt x="394" y="371"/>
                    <a:pt x="394" y="279"/>
                    <a:pt x="394" y="186"/>
                  </a:cubicBezTo>
                  <a:cubicBezTo>
                    <a:pt x="394" y="93"/>
                    <a:pt x="394"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7" name="Google Shape;1627;p51"/>
            <p:cNvSpPr/>
            <p:nvPr/>
          </p:nvSpPr>
          <p:spPr>
            <a:xfrm>
              <a:off x="5730750" y="2622325"/>
              <a:ext cx="12200" cy="10800"/>
            </a:xfrm>
            <a:custGeom>
              <a:avLst/>
              <a:gdLst/>
              <a:ahLst/>
              <a:cxnLst/>
              <a:rect l="l" t="t" r="r" b="b"/>
              <a:pathLst>
                <a:path w="488" h="432" extrusionOk="0">
                  <a:moveTo>
                    <a:pt x="220" y="0"/>
                  </a:moveTo>
                  <a:cubicBezTo>
                    <a:pt x="152" y="0"/>
                    <a:pt x="93" y="71"/>
                    <a:pt x="93" y="154"/>
                  </a:cubicBezTo>
                  <a:cubicBezTo>
                    <a:pt x="0" y="247"/>
                    <a:pt x="0" y="339"/>
                    <a:pt x="93" y="432"/>
                  </a:cubicBezTo>
                  <a:lnTo>
                    <a:pt x="209" y="432"/>
                  </a:lnTo>
                  <a:cubicBezTo>
                    <a:pt x="302" y="432"/>
                    <a:pt x="394" y="432"/>
                    <a:pt x="394" y="339"/>
                  </a:cubicBezTo>
                  <a:cubicBezTo>
                    <a:pt x="487" y="247"/>
                    <a:pt x="394" y="154"/>
                    <a:pt x="302" y="38"/>
                  </a:cubicBezTo>
                  <a:cubicBezTo>
                    <a:pt x="275" y="12"/>
                    <a:pt x="247" y="0"/>
                    <a:pt x="2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8" name="Google Shape;1628;p51"/>
            <p:cNvSpPr/>
            <p:nvPr/>
          </p:nvSpPr>
          <p:spPr>
            <a:xfrm>
              <a:off x="5711625" y="2614000"/>
              <a:ext cx="12200" cy="9275"/>
            </a:xfrm>
            <a:custGeom>
              <a:avLst/>
              <a:gdLst/>
              <a:ahLst/>
              <a:cxnLst/>
              <a:rect l="l" t="t" r="r" b="b"/>
              <a:pathLst>
                <a:path w="488" h="371" extrusionOk="0">
                  <a:moveTo>
                    <a:pt x="279" y="0"/>
                  </a:moveTo>
                  <a:cubicBezTo>
                    <a:pt x="186" y="0"/>
                    <a:pt x="1" y="93"/>
                    <a:pt x="1" y="186"/>
                  </a:cubicBezTo>
                  <a:cubicBezTo>
                    <a:pt x="1" y="278"/>
                    <a:pt x="1" y="371"/>
                    <a:pt x="186" y="371"/>
                  </a:cubicBezTo>
                  <a:cubicBezTo>
                    <a:pt x="279" y="371"/>
                    <a:pt x="395" y="371"/>
                    <a:pt x="395" y="278"/>
                  </a:cubicBezTo>
                  <a:cubicBezTo>
                    <a:pt x="487" y="186"/>
                    <a:pt x="395" y="93"/>
                    <a:pt x="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29" name="Google Shape;1629;p51"/>
            <p:cNvSpPr/>
            <p:nvPr/>
          </p:nvSpPr>
          <p:spPr>
            <a:xfrm>
              <a:off x="5863425" y="2771000"/>
              <a:ext cx="9875" cy="9300"/>
            </a:xfrm>
            <a:custGeom>
              <a:avLst/>
              <a:gdLst/>
              <a:ahLst/>
              <a:cxnLst/>
              <a:rect l="l" t="t" r="r" b="b"/>
              <a:pathLst>
                <a:path w="395" h="372" extrusionOk="0">
                  <a:moveTo>
                    <a:pt x="116" y="1"/>
                  </a:moveTo>
                  <a:cubicBezTo>
                    <a:pt x="1" y="1"/>
                    <a:pt x="1" y="186"/>
                    <a:pt x="1" y="279"/>
                  </a:cubicBezTo>
                  <a:cubicBezTo>
                    <a:pt x="1" y="371"/>
                    <a:pt x="116" y="371"/>
                    <a:pt x="209" y="371"/>
                  </a:cubicBezTo>
                  <a:lnTo>
                    <a:pt x="302" y="371"/>
                  </a:lnTo>
                  <a:cubicBezTo>
                    <a:pt x="395" y="371"/>
                    <a:pt x="395" y="279"/>
                    <a:pt x="395" y="186"/>
                  </a:cubicBezTo>
                  <a:cubicBezTo>
                    <a:pt x="395" y="93"/>
                    <a:pt x="302" y="1"/>
                    <a:pt x="1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0" name="Google Shape;1630;p51"/>
            <p:cNvSpPr/>
            <p:nvPr/>
          </p:nvSpPr>
          <p:spPr>
            <a:xfrm>
              <a:off x="5866325" y="2792450"/>
              <a:ext cx="9300" cy="9875"/>
            </a:xfrm>
            <a:custGeom>
              <a:avLst/>
              <a:gdLst/>
              <a:ahLst/>
              <a:cxnLst/>
              <a:rect l="l" t="t" r="r" b="b"/>
              <a:pathLst>
                <a:path w="372" h="395" extrusionOk="0">
                  <a:moveTo>
                    <a:pt x="186" y="0"/>
                  </a:moveTo>
                  <a:cubicBezTo>
                    <a:pt x="93" y="0"/>
                    <a:pt x="0" y="93"/>
                    <a:pt x="0" y="186"/>
                  </a:cubicBezTo>
                  <a:cubicBezTo>
                    <a:pt x="0" y="301"/>
                    <a:pt x="93" y="394"/>
                    <a:pt x="186" y="394"/>
                  </a:cubicBezTo>
                  <a:cubicBezTo>
                    <a:pt x="279" y="394"/>
                    <a:pt x="371" y="301"/>
                    <a:pt x="371" y="186"/>
                  </a:cubicBezTo>
                  <a:cubicBezTo>
                    <a:pt x="371" y="93"/>
                    <a:pt x="279"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1" name="Google Shape;1631;p51"/>
            <p:cNvSpPr/>
            <p:nvPr/>
          </p:nvSpPr>
          <p:spPr>
            <a:xfrm>
              <a:off x="5842000" y="2735075"/>
              <a:ext cx="12175" cy="9300"/>
            </a:xfrm>
            <a:custGeom>
              <a:avLst/>
              <a:gdLst/>
              <a:ahLst/>
              <a:cxnLst/>
              <a:rect l="l" t="t" r="r" b="b"/>
              <a:pathLst>
                <a:path w="487" h="372" extrusionOk="0">
                  <a:moveTo>
                    <a:pt x="235" y="1"/>
                  </a:moveTo>
                  <a:cubicBezTo>
                    <a:pt x="185" y="1"/>
                    <a:pt x="139" y="24"/>
                    <a:pt x="93" y="70"/>
                  </a:cubicBezTo>
                  <a:cubicBezTo>
                    <a:pt x="0" y="70"/>
                    <a:pt x="0" y="279"/>
                    <a:pt x="93" y="372"/>
                  </a:cubicBezTo>
                  <a:lnTo>
                    <a:pt x="394" y="372"/>
                  </a:lnTo>
                  <a:cubicBezTo>
                    <a:pt x="487" y="279"/>
                    <a:pt x="487" y="70"/>
                    <a:pt x="394" y="70"/>
                  </a:cubicBezTo>
                  <a:cubicBezTo>
                    <a:pt x="336" y="24"/>
                    <a:pt x="284"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2" name="Google Shape;1632;p51"/>
            <p:cNvSpPr/>
            <p:nvPr/>
          </p:nvSpPr>
          <p:spPr>
            <a:xfrm>
              <a:off x="5854150" y="2751300"/>
              <a:ext cx="12200" cy="9875"/>
            </a:xfrm>
            <a:custGeom>
              <a:avLst/>
              <a:gdLst/>
              <a:ahLst/>
              <a:cxnLst/>
              <a:rect l="l" t="t" r="r" b="b"/>
              <a:pathLst>
                <a:path w="488" h="395" extrusionOk="0">
                  <a:moveTo>
                    <a:pt x="186" y="1"/>
                  </a:moveTo>
                  <a:cubicBezTo>
                    <a:pt x="93" y="93"/>
                    <a:pt x="1" y="209"/>
                    <a:pt x="93" y="302"/>
                  </a:cubicBezTo>
                  <a:cubicBezTo>
                    <a:pt x="93" y="395"/>
                    <a:pt x="186" y="395"/>
                    <a:pt x="279" y="395"/>
                  </a:cubicBezTo>
                  <a:lnTo>
                    <a:pt x="372" y="395"/>
                  </a:lnTo>
                  <a:cubicBezTo>
                    <a:pt x="487" y="302"/>
                    <a:pt x="487" y="209"/>
                    <a:pt x="372" y="93"/>
                  </a:cubicBezTo>
                  <a:cubicBezTo>
                    <a:pt x="372" y="1"/>
                    <a:pt x="279"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3" name="Google Shape;1633;p51"/>
            <p:cNvSpPr/>
            <p:nvPr/>
          </p:nvSpPr>
          <p:spPr>
            <a:xfrm>
              <a:off x="5825200" y="2721375"/>
              <a:ext cx="12175" cy="10825"/>
            </a:xfrm>
            <a:custGeom>
              <a:avLst/>
              <a:gdLst/>
              <a:ahLst/>
              <a:cxnLst/>
              <a:rect l="l" t="t" r="r" b="b"/>
              <a:pathLst>
                <a:path w="487" h="432" extrusionOk="0">
                  <a:moveTo>
                    <a:pt x="199" y="1"/>
                  </a:moveTo>
                  <a:cubicBezTo>
                    <a:pt x="139" y="1"/>
                    <a:pt x="93" y="66"/>
                    <a:pt x="93" y="132"/>
                  </a:cubicBezTo>
                  <a:cubicBezTo>
                    <a:pt x="0" y="248"/>
                    <a:pt x="0" y="340"/>
                    <a:pt x="93" y="433"/>
                  </a:cubicBezTo>
                  <a:lnTo>
                    <a:pt x="185" y="433"/>
                  </a:lnTo>
                  <a:cubicBezTo>
                    <a:pt x="278" y="433"/>
                    <a:pt x="371" y="340"/>
                    <a:pt x="371" y="340"/>
                  </a:cubicBezTo>
                  <a:cubicBezTo>
                    <a:pt x="487" y="248"/>
                    <a:pt x="371" y="39"/>
                    <a:pt x="278" y="39"/>
                  </a:cubicBezTo>
                  <a:cubicBezTo>
                    <a:pt x="251" y="12"/>
                    <a:pt x="224" y="1"/>
                    <a:pt x="1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4" name="Google Shape;1634;p51"/>
            <p:cNvSpPr/>
            <p:nvPr/>
          </p:nvSpPr>
          <p:spPr>
            <a:xfrm>
              <a:off x="5784050" y="2710175"/>
              <a:ext cx="12200" cy="9875"/>
            </a:xfrm>
            <a:custGeom>
              <a:avLst/>
              <a:gdLst/>
              <a:ahLst/>
              <a:cxnLst/>
              <a:rect l="l" t="t" r="r" b="b"/>
              <a:pathLst>
                <a:path w="488" h="395" extrusionOk="0">
                  <a:moveTo>
                    <a:pt x="279" y="0"/>
                  </a:moveTo>
                  <a:cubicBezTo>
                    <a:pt x="93" y="0"/>
                    <a:pt x="93" y="116"/>
                    <a:pt x="93" y="209"/>
                  </a:cubicBezTo>
                  <a:cubicBezTo>
                    <a:pt x="1" y="302"/>
                    <a:pt x="93" y="394"/>
                    <a:pt x="279" y="394"/>
                  </a:cubicBezTo>
                  <a:cubicBezTo>
                    <a:pt x="395" y="394"/>
                    <a:pt x="487" y="302"/>
                    <a:pt x="487" y="209"/>
                  </a:cubicBezTo>
                  <a:cubicBezTo>
                    <a:pt x="487" y="116"/>
                    <a:pt x="395" y="0"/>
                    <a:pt x="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5" name="Google Shape;1635;p51"/>
            <p:cNvSpPr/>
            <p:nvPr/>
          </p:nvSpPr>
          <p:spPr>
            <a:xfrm>
              <a:off x="5805500" y="2713075"/>
              <a:ext cx="12175" cy="9275"/>
            </a:xfrm>
            <a:custGeom>
              <a:avLst/>
              <a:gdLst/>
              <a:ahLst/>
              <a:cxnLst/>
              <a:rect l="l" t="t" r="r" b="b"/>
              <a:pathLst>
                <a:path w="487" h="371" extrusionOk="0">
                  <a:moveTo>
                    <a:pt x="301" y="0"/>
                  </a:moveTo>
                  <a:cubicBezTo>
                    <a:pt x="209" y="0"/>
                    <a:pt x="116" y="93"/>
                    <a:pt x="0" y="186"/>
                  </a:cubicBezTo>
                  <a:cubicBezTo>
                    <a:pt x="0" y="278"/>
                    <a:pt x="116" y="371"/>
                    <a:pt x="209" y="371"/>
                  </a:cubicBezTo>
                  <a:cubicBezTo>
                    <a:pt x="301" y="371"/>
                    <a:pt x="394" y="371"/>
                    <a:pt x="394" y="278"/>
                  </a:cubicBezTo>
                  <a:cubicBezTo>
                    <a:pt x="487" y="186"/>
                    <a:pt x="394" y="93"/>
                    <a:pt x="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6" name="Google Shape;1636;p51"/>
            <p:cNvSpPr/>
            <p:nvPr/>
          </p:nvSpPr>
          <p:spPr>
            <a:xfrm>
              <a:off x="5537825" y="2599500"/>
              <a:ext cx="347650" cy="347650"/>
            </a:xfrm>
            <a:custGeom>
              <a:avLst/>
              <a:gdLst/>
              <a:ahLst/>
              <a:cxnLst/>
              <a:rect l="l" t="t" r="r" b="b"/>
              <a:pathLst>
                <a:path w="13905" h="13905" extrusionOk="0">
                  <a:moveTo>
                    <a:pt x="3963" y="1067"/>
                  </a:moveTo>
                  <a:cubicBezTo>
                    <a:pt x="4148" y="1067"/>
                    <a:pt x="4334" y="1252"/>
                    <a:pt x="4334" y="1438"/>
                  </a:cubicBezTo>
                  <a:lnTo>
                    <a:pt x="4334" y="1739"/>
                  </a:lnTo>
                  <a:lnTo>
                    <a:pt x="3384" y="1345"/>
                  </a:lnTo>
                  <a:cubicBezTo>
                    <a:pt x="3291" y="1345"/>
                    <a:pt x="3291" y="1345"/>
                    <a:pt x="3175" y="1438"/>
                  </a:cubicBezTo>
                  <a:lnTo>
                    <a:pt x="2897" y="1530"/>
                  </a:lnTo>
                  <a:lnTo>
                    <a:pt x="2897" y="1438"/>
                  </a:lnTo>
                  <a:cubicBezTo>
                    <a:pt x="2897" y="1252"/>
                    <a:pt x="2990" y="1067"/>
                    <a:pt x="3291" y="1067"/>
                  </a:cubicBezTo>
                  <a:close/>
                  <a:moveTo>
                    <a:pt x="3291" y="1832"/>
                  </a:moveTo>
                  <a:lnTo>
                    <a:pt x="4334" y="2110"/>
                  </a:lnTo>
                  <a:lnTo>
                    <a:pt x="4334" y="2596"/>
                  </a:lnTo>
                  <a:cubicBezTo>
                    <a:pt x="4334" y="2689"/>
                    <a:pt x="4241" y="2805"/>
                    <a:pt x="4148" y="2898"/>
                  </a:cubicBezTo>
                  <a:lnTo>
                    <a:pt x="3754" y="3083"/>
                  </a:lnTo>
                  <a:cubicBezTo>
                    <a:pt x="3708" y="3129"/>
                    <a:pt x="3662" y="3153"/>
                    <a:pt x="3615" y="3153"/>
                  </a:cubicBezTo>
                  <a:cubicBezTo>
                    <a:pt x="3569" y="3153"/>
                    <a:pt x="3523" y="3129"/>
                    <a:pt x="3476" y="3083"/>
                  </a:cubicBezTo>
                  <a:lnTo>
                    <a:pt x="2990" y="2898"/>
                  </a:lnTo>
                  <a:cubicBezTo>
                    <a:pt x="2897" y="2805"/>
                    <a:pt x="2897" y="2689"/>
                    <a:pt x="2897" y="2596"/>
                  </a:cubicBezTo>
                  <a:lnTo>
                    <a:pt x="2897" y="2017"/>
                  </a:lnTo>
                  <a:lnTo>
                    <a:pt x="3291" y="1832"/>
                  </a:lnTo>
                  <a:close/>
                  <a:moveTo>
                    <a:pt x="3870" y="3477"/>
                  </a:moveTo>
                  <a:lnTo>
                    <a:pt x="3870" y="3662"/>
                  </a:lnTo>
                  <a:cubicBezTo>
                    <a:pt x="3870" y="3755"/>
                    <a:pt x="3870" y="3848"/>
                    <a:pt x="3963" y="3964"/>
                  </a:cubicBezTo>
                  <a:lnTo>
                    <a:pt x="3291" y="3964"/>
                  </a:lnTo>
                  <a:lnTo>
                    <a:pt x="3291" y="3662"/>
                  </a:lnTo>
                  <a:lnTo>
                    <a:pt x="3291" y="3477"/>
                  </a:lnTo>
                  <a:cubicBezTo>
                    <a:pt x="3384" y="3570"/>
                    <a:pt x="3476" y="3570"/>
                    <a:pt x="3569" y="3570"/>
                  </a:cubicBezTo>
                  <a:cubicBezTo>
                    <a:pt x="3662" y="3570"/>
                    <a:pt x="3754" y="3570"/>
                    <a:pt x="3870" y="3477"/>
                  </a:cubicBezTo>
                  <a:close/>
                  <a:moveTo>
                    <a:pt x="4148" y="4242"/>
                  </a:moveTo>
                  <a:cubicBezTo>
                    <a:pt x="4241" y="4335"/>
                    <a:pt x="4334" y="4335"/>
                    <a:pt x="4334" y="4335"/>
                  </a:cubicBezTo>
                  <a:lnTo>
                    <a:pt x="4635" y="4427"/>
                  </a:lnTo>
                  <a:cubicBezTo>
                    <a:pt x="4450" y="4636"/>
                    <a:pt x="4241" y="4821"/>
                    <a:pt x="4056" y="5123"/>
                  </a:cubicBezTo>
                  <a:lnTo>
                    <a:pt x="3870" y="4335"/>
                  </a:lnTo>
                  <a:cubicBezTo>
                    <a:pt x="3963" y="4335"/>
                    <a:pt x="4056" y="4335"/>
                    <a:pt x="4148" y="4242"/>
                  </a:cubicBezTo>
                  <a:close/>
                  <a:moveTo>
                    <a:pt x="7347" y="4729"/>
                  </a:moveTo>
                  <a:cubicBezTo>
                    <a:pt x="7532" y="4729"/>
                    <a:pt x="7625" y="4821"/>
                    <a:pt x="7625" y="5123"/>
                  </a:cubicBezTo>
                  <a:lnTo>
                    <a:pt x="7625" y="5308"/>
                  </a:lnTo>
                  <a:lnTo>
                    <a:pt x="6651" y="5007"/>
                  </a:lnTo>
                  <a:lnTo>
                    <a:pt x="6559" y="5007"/>
                  </a:lnTo>
                  <a:lnTo>
                    <a:pt x="6188" y="5215"/>
                  </a:lnTo>
                  <a:lnTo>
                    <a:pt x="6188" y="5123"/>
                  </a:lnTo>
                  <a:cubicBezTo>
                    <a:pt x="6188" y="4821"/>
                    <a:pt x="6373" y="4729"/>
                    <a:pt x="6559" y="4729"/>
                  </a:cubicBezTo>
                  <a:close/>
                  <a:moveTo>
                    <a:pt x="3569" y="4914"/>
                  </a:moveTo>
                  <a:lnTo>
                    <a:pt x="3754" y="5493"/>
                  </a:lnTo>
                  <a:cubicBezTo>
                    <a:pt x="3754" y="5586"/>
                    <a:pt x="3754" y="5702"/>
                    <a:pt x="3662" y="5702"/>
                  </a:cubicBezTo>
                  <a:lnTo>
                    <a:pt x="3569" y="5887"/>
                  </a:lnTo>
                  <a:lnTo>
                    <a:pt x="3384" y="5586"/>
                  </a:lnTo>
                  <a:lnTo>
                    <a:pt x="3569" y="4914"/>
                  </a:lnTo>
                  <a:close/>
                  <a:moveTo>
                    <a:pt x="2990" y="4242"/>
                  </a:moveTo>
                  <a:cubicBezTo>
                    <a:pt x="3082" y="4335"/>
                    <a:pt x="3175" y="4335"/>
                    <a:pt x="3291" y="4335"/>
                  </a:cubicBezTo>
                  <a:lnTo>
                    <a:pt x="2990" y="5586"/>
                  </a:lnTo>
                  <a:cubicBezTo>
                    <a:pt x="2897" y="5702"/>
                    <a:pt x="2990" y="5795"/>
                    <a:pt x="2990" y="5795"/>
                  </a:cubicBezTo>
                  <a:lnTo>
                    <a:pt x="3384" y="6281"/>
                  </a:lnTo>
                  <a:cubicBezTo>
                    <a:pt x="3476" y="6281"/>
                    <a:pt x="3476" y="6281"/>
                    <a:pt x="3476" y="6374"/>
                  </a:cubicBezTo>
                  <a:cubicBezTo>
                    <a:pt x="3476" y="6467"/>
                    <a:pt x="3476" y="6559"/>
                    <a:pt x="3384" y="6652"/>
                  </a:cubicBezTo>
                  <a:cubicBezTo>
                    <a:pt x="2804" y="6652"/>
                    <a:pt x="2318" y="6467"/>
                    <a:pt x="1831" y="6165"/>
                  </a:cubicBezTo>
                  <a:lnTo>
                    <a:pt x="1831" y="5308"/>
                  </a:lnTo>
                  <a:cubicBezTo>
                    <a:pt x="1831" y="4914"/>
                    <a:pt x="2132" y="4636"/>
                    <a:pt x="2410" y="4543"/>
                  </a:cubicBezTo>
                  <a:lnTo>
                    <a:pt x="2804" y="4335"/>
                  </a:lnTo>
                  <a:cubicBezTo>
                    <a:pt x="2897" y="4335"/>
                    <a:pt x="2897" y="4335"/>
                    <a:pt x="2990" y="4242"/>
                  </a:cubicBezTo>
                  <a:close/>
                  <a:moveTo>
                    <a:pt x="6651" y="5401"/>
                  </a:moveTo>
                  <a:lnTo>
                    <a:pt x="7625" y="5795"/>
                  </a:lnTo>
                  <a:lnTo>
                    <a:pt x="7625" y="6165"/>
                  </a:lnTo>
                  <a:cubicBezTo>
                    <a:pt x="7625" y="6374"/>
                    <a:pt x="7625" y="6467"/>
                    <a:pt x="7532" y="6467"/>
                  </a:cubicBezTo>
                  <a:lnTo>
                    <a:pt x="7138" y="6745"/>
                  </a:lnTo>
                  <a:lnTo>
                    <a:pt x="6767" y="6745"/>
                  </a:lnTo>
                  <a:lnTo>
                    <a:pt x="6373" y="6467"/>
                  </a:lnTo>
                  <a:cubicBezTo>
                    <a:pt x="6281" y="6467"/>
                    <a:pt x="6188" y="6374"/>
                    <a:pt x="6188" y="6165"/>
                  </a:cubicBezTo>
                  <a:lnTo>
                    <a:pt x="6188" y="5702"/>
                  </a:lnTo>
                  <a:lnTo>
                    <a:pt x="6651" y="5401"/>
                  </a:lnTo>
                  <a:close/>
                  <a:moveTo>
                    <a:pt x="7231" y="7139"/>
                  </a:moveTo>
                  <a:lnTo>
                    <a:pt x="7231" y="7231"/>
                  </a:lnTo>
                  <a:lnTo>
                    <a:pt x="7231" y="7533"/>
                  </a:lnTo>
                  <a:cubicBezTo>
                    <a:pt x="7138" y="7533"/>
                    <a:pt x="7045" y="7625"/>
                    <a:pt x="6953" y="7625"/>
                  </a:cubicBezTo>
                  <a:cubicBezTo>
                    <a:pt x="6860" y="7625"/>
                    <a:pt x="6767" y="7625"/>
                    <a:pt x="6651" y="7533"/>
                  </a:cubicBezTo>
                  <a:lnTo>
                    <a:pt x="6651" y="7231"/>
                  </a:lnTo>
                  <a:lnTo>
                    <a:pt x="6651" y="7139"/>
                  </a:lnTo>
                  <a:close/>
                  <a:moveTo>
                    <a:pt x="7532" y="7904"/>
                  </a:moveTo>
                  <a:cubicBezTo>
                    <a:pt x="7532" y="7904"/>
                    <a:pt x="7625" y="7904"/>
                    <a:pt x="7625" y="8019"/>
                  </a:cubicBezTo>
                  <a:cubicBezTo>
                    <a:pt x="7532" y="8112"/>
                    <a:pt x="7439" y="8205"/>
                    <a:pt x="7347" y="8390"/>
                  </a:cubicBezTo>
                  <a:lnTo>
                    <a:pt x="7231" y="8019"/>
                  </a:lnTo>
                  <a:cubicBezTo>
                    <a:pt x="7347" y="7904"/>
                    <a:pt x="7439" y="7904"/>
                    <a:pt x="7532" y="7904"/>
                  </a:cubicBezTo>
                  <a:close/>
                  <a:moveTo>
                    <a:pt x="10707" y="7811"/>
                  </a:moveTo>
                  <a:cubicBezTo>
                    <a:pt x="10916" y="7811"/>
                    <a:pt x="11008" y="8019"/>
                    <a:pt x="11008" y="8205"/>
                  </a:cubicBezTo>
                  <a:lnTo>
                    <a:pt x="11008" y="8483"/>
                  </a:lnTo>
                  <a:lnTo>
                    <a:pt x="10035" y="8205"/>
                  </a:lnTo>
                  <a:lnTo>
                    <a:pt x="9942" y="8205"/>
                  </a:lnTo>
                  <a:lnTo>
                    <a:pt x="9548" y="8390"/>
                  </a:lnTo>
                  <a:lnTo>
                    <a:pt x="9548" y="8205"/>
                  </a:lnTo>
                  <a:cubicBezTo>
                    <a:pt x="9548" y="8019"/>
                    <a:pt x="9757" y="7811"/>
                    <a:pt x="9942" y="7811"/>
                  </a:cubicBezTo>
                  <a:close/>
                  <a:moveTo>
                    <a:pt x="6953" y="8483"/>
                  </a:moveTo>
                  <a:lnTo>
                    <a:pt x="7045" y="8877"/>
                  </a:lnTo>
                  <a:cubicBezTo>
                    <a:pt x="6953" y="9062"/>
                    <a:pt x="6953" y="9271"/>
                    <a:pt x="6860" y="9364"/>
                  </a:cubicBezTo>
                  <a:lnTo>
                    <a:pt x="6767" y="9271"/>
                  </a:lnTo>
                  <a:lnTo>
                    <a:pt x="6953" y="8483"/>
                  </a:lnTo>
                  <a:close/>
                  <a:moveTo>
                    <a:pt x="10035" y="8599"/>
                  </a:moveTo>
                  <a:lnTo>
                    <a:pt x="11008" y="8877"/>
                  </a:lnTo>
                  <a:lnTo>
                    <a:pt x="11008" y="9364"/>
                  </a:lnTo>
                  <a:cubicBezTo>
                    <a:pt x="11008" y="9456"/>
                    <a:pt x="11008" y="9549"/>
                    <a:pt x="10916" y="9642"/>
                  </a:cubicBezTo>
                  <a:lnTo>
                    <a:pt x="10429" y="9850"/>
                  </a:lnTo>
                  <a:cubicBezTo>
                    <a:pt x="10429" y="9897"/>
                    <a:pt x="10383" y="9920"/>
                    <a:pt x="10322" y="9920"/>
                  </a:cubicBezTo>
                  <a:cubicBezTo>
                    <a:pt x="10261" y="9920"/>
                    <a:pt x="10186" y="9897"/>
                    <a:pt x="10128" y="9850"/>
                  </a:cubicBezTo>
                  <a:lnTo>
                    <a:pt x="9757" y="9642"/>
                  </a:lnTo>
                  <a:cubicBezTo>
                    <a:pt x="9664" y="9549"/>
                    <a:pt x="9548" y="9456"/>
                    <a:pt x="9548" y="9364"/>
                  </a:cubicBezTo>
                  <a:lnTo>
                    <a:pt x="9548" y="8784"/>
                  </a:lnTo>
                  <a:lnTo>
                    <a:pt x="10035" y="8599"/>
                  </a:lnTo>
                  <a:close/>
                  <a:moveTo>
                    <a:pt x="6953" y="4056"/>
                  </a:moveTo>
                  <a:cubicBezTo>
                    <a:pt x="7810" y="4056"/>
                    <a:pt x="8598" y="4427"/>
                    <a:pt x="9177" y="5007"/>
                  </a:cubicBezTo>
                  <a:lnTo>
                    <a:pt x="9270" y="5007"/>
                  </a:lnTo>
                  <a:cubicBezTo>
                    <a:pt x="9664" y="5493"/>
                    <a:pt x="9942" y="6073"/>
                    <a:pt x="10035" y="6745"/>
                  </a:cubicBezTo>
                  <a:cubicBezTo>
                    <a:pt x="9270" y="6861"/>
                    <a:pt x="8598" y="7139"/>
                    <a:pt x="8019" y="7625"/>
                  </a:cubicBezTo>
                  <a:lnTo>
                    <a:pt x="7926" y="7625"/>
                  </a:lnTo>
                  <a:cubicBezTo>
                    <a:pt x="7810" y="7625"/>
                    <a:pt x="7717" y="7533"/>
                    <a:pt x="7717" y="7533"/>
                  </a:cubicBezTo>
                  <a:cubicBezTo>
                    <a:pt x="7625" y="7440"/>
                    <a:pt x="7625" y="7324"/>
                    <a:pt x="7625" y="7231"/>
                  </a:cubicBezTo>
                  <a:lnTo>
                    <a:pt x="7625" y="6861"/>
                  </a:lnTo>
                  <a:lnTo>
                    <a:pt x="7717" y="6861"/>
                  </a:lnTo>
                  <a:cubicBezTo>
                    <a:pt x="7926" y="6652"/>
                    <a:pt x="8111" y="6467"/>
                    <a:pt x="8111" y="6165"/>
                  </a:cubicBezTo>
                  <a:lnTo>
                    <a:pt x="8111" y="5586"/>
                  </a:lnTo>
                  <a:lnTo>
                    <a:pt x="8111" y="5123"/>
                  </a:lnTo>
                  <a:cubicBezTo>
                    <a:pt x="8111" y="4636"/>
                    <a:pt x="7717" y="4335"/>
                    <a:pt x="7347" y="4335"/>
                  </a:cubicBezTo>
                  <a:lnTo>
                    <a:pt x="6559" y="4335"/>
                  </a:lnTo>
                  <a:cubicBezTo>
                    <a:pt x="6188" y="4335"/>
                    <a:pt x="5794" y="4636"/>
                    <a:pt x="5794" y="5123"/>
                  </a:cubicBezTo>
                  <a:lnTo>
                    <a:pt x="5794" y="6165"/>
                  </a:lnTo>
                  <a:cubicBezTo>
                    <a:pt x="5794" y="6467"/>
                    <a:pt x="5979" y="6652"/>
                    <a:pt x="6188" y="6861"/>
                  </a:cubicBezTo>
                  <a:lnTo>
                    <a:pt x="6281" y="6861"/>
                  </a:lnTo>
                  <a:lnTo>
                    <a:pt x="6281" y="7231"/>
                  </a:lnTo>
                  <a:cubicBezTo>
                    <a:pt x="6281" y="7324"/>
                    <a:pt x="6188" y="7440"/>
                    <a:pt x="6188" y="7533"/>
                  </a:cubicBezTo>
                  <a:cubicBezTo>
                    <a:pt x="6072" y="7533"/>
                    <a:pt x="6072" y="7625"/>
                    <a:pt x="5979" y="7625"/>
                  </a:cubicBezTo>
                  <a:lnTo>
                    <a:pt x="5701" y="7718"/>
                  </a:lnTo>
                  <a:cubicBezTo>
                    <a:pt x="5493" y="7811"/>
                    <a:pt x="5307" y="7904"/>
                    <a:pt x="5122" y="8019"/>
                  </a:cubicBezTo>
                  <a:cubicBezTo>
                    <a:pt x="5122" y="8112"/>
                    <a:pt x="5122" y="8298"/>
                    <a:pt x="5215" y="8298"/>
                  </a:cubicBezTo>
                  <a:cubicBezTo>
                    <a:pt x="5215" y="8390"/>
                    <a:pt x="5215" y="8390"/>
                    <a:pt x="5307" y="8390"/>
                  </a:cubicBezTo>
                  <a:cubicBezTo>
                    <a:pt x="5400" y="8390"/>
                    <a:pt x="5400" y="8390"/>
                    <a:pt x="5493" y="8298"/>
                  </a:cubicBezTo>
                  <a:cubicBezTo>
                    <a:pt x="5609" y="8205"/>
                    <a:pt x="5701" y="8205"/>
                    <a:pt x="5794" y="8112"/>
                  </a:cubicBezTo>
                  <a:lnTo>
                    <a:pt x="6188" y="8019"/>
                  </a:lnTo>
                  <a:cubicBezTo>
                    <a:pt x="6188" y="8019"/>
                    <a:pt x="6281" y="7904"/>
                    <a:pt x="6373" y="7904"/>
                  </a:cubicBezTo>
                  <a:cubicBezTo>
                    <a:pt x="6466" y="7904"/>
                    <a:pt x="6559" y="8019"/>
                    <a:pt x="6651" y="8019"/>
                  </a:cubicBezTo>
                  <a:lnTo>
                    <a:pt x="6281" y="9271"/>
                  </a:lnTo>
                  <a:cubicBezTo>
                    <a:pt x="6281" y="9271"/>
                    <a:pt x="6281" y="9364"/>
                    <a:pt x="6373" y="9456"/>
                  </a:cubicBezTo>
                  <a:lnTo>
                    <a:pt x="6767" y="9943"/>
                  </a:lnTo>
                  <a:lnTo>
                    <a:pt x="6767" y="10337"/>
                  </a:lnTo>
                  <a:cubicBezTo>
                    <a:pt x="6188" y="10337"/>
                    <a:pt x="5701" y="10128"/>
                    <a:pt x="5215" y="9850"/>
                  </a:cubicBezTo>
                  <a:lnTo>
                    <a:pt x="5215" y="8970"/>
                  </a:lnTo>
                  <a:cubicBezTo>
                    <a:pt x="5215" y="8784"/>
                    <a:pt x="5122" y="8691"/>
                    <a:pt x="5029" y="8691"/>
                  </a:cubicBezTo>
                  <a:cubicBezTo>
                    <a:pt x="4913" y="8691"/>
                    <a:pt x="4821" y="8784"/>
                    <a:pt x="4821" y="8970"/>
                  </a:cubicBezTo>
                  <a:lnTo>
                    <a:pt x="4821" y="9456"/>
                  </a:lnTo>
                  <a:cubicBezTo>
                    <a:pt x="4148" y="8877"/>
                    <a:pt x="3754" y="8112"/>
                    <a:pt x="3754" y="7139"/>
                  </a:cubicBezTo>
                  <a:cubicBezTo>
                    <a:pt x="3754" y="5401"/>
                    <a:pt x="5215" y="4056"/>
                    <a:pt x="6953" y="4056"/>
                  </a:cubicBezTo>
                  <a:close/>
                  <a:moveTo>
                    <a:pt x="10614" y="10337"/>
                  </a:moveTo>
                  <a:lnTo>
                    <a:pt x="10614" y="10430"/>
                  </a:lnTo>
                  <a:lnTo>
                    <a:pt x="10614" y="10708"/>
                  </a:lnTo>
                  <a:lnTo>
                    <a:pt x="9942" y="10708"/>
                  </a:lnTo>
                  <a:cubicBezTo>
                    <a:pt x="10035" y="10615"/>
                    <a:pt x="10035" y="10522"/>
                    <a:pt x="10035" y="10430"/>
                  </a:cubicBezTo>
                  <a:lnTo>
                    <a:pt x="10035" y="10337"/>
                  </a:lnTo>
                  <a:close/>
                  <a:moveTo>
                    <a:pt x="10336" y="11681"/>
                  </a:moveTo>
                  <a:lnTo>
                    <a:pt x="10522" y="12353"/>
                  </a:lnTo>
                  <a:lnTo>
                    <a:pt x="10336" y="12654"/>
                  </a:lnTo>
                  <a:lnTo>
                    <a:pt x="10128" y="12353"/>
                  </a:lnTo>
                  <a:lnTo>
                    <a:pt x="10336" y="11681"/>
                  </a:lnTo>
                  <a:close/>
                  <a:moveTo>
                    <a:pt x="10916" y="11009"/>
                  </a:moveTo>
                  <a:lnTo>
                    <a:pt x="11101" y="11194"/>
                  </a:lnTo>
                  <a:lnTo>
                    <a:pt x="11495" y="11287"/>
                  </a:lnTo>
                  <a:cubicBezTo>
                    <a:pt x="11773" y="11380"/>
                    <a:pt x="12074" y="11681"/>
                    <a:pt x="12074" y="12075"/>
                  </a:cubicBezTo>
                  <a:lnTo>
                    <a:pt x="12074" y="12933"/>
                  </a:lnTo>
                  <a:cubicBezTo>
                    <a:pt x="11588" y="13327"/>
                    <a:pt x="10916" y="13512"/>
                    <a:pt x="10336" y="13512"/>
                  </a:cubicBezTo>
                  <a:cubicBezTo>
                    <a:pt x="9664" y="13512"/>
                    <a:pt x="9085" y="13327"/>
                    <a:pt x="8598" y="12933"/>
                  </a:cubicBezTo>
                  <a:lnTo>
                    <a:pt x="8598" y="12075"/>
                  </a:lnTo>
                  <a:cubicBezTo>
                    <a:pt x="8598" y="11681"/>
                    <a:pt x="8784" y="11380"/>
                    <a:pt x="9177" y="11287"/>
                  </a:cubicBezTo>
                  <a:lnTo>
                    <a:pt x="9548" y="11194"/>
                  </a:lnTo>
                  <a:cubicBezTo>
                    <a:pt x="9548" y="11102"/>
                    <a:pt x="9664" y="11102"/>
                    <a:pt x="9757" y="11102"/>
                  </a:cubicBezTo>
                  <a:lnTo>
                    <a:pt x="10035" y="11102"/>
                  </a:lnTo>
                  <a:lnTo>
                    <a:pt x="9664" y="12353"/>
                  </a:lnTo>
                  <a:cubicBezTo>
                    <a:pt x="9664" y="12446"/>
                    <a:pt x="9664" y="12539"/>
                    <a:pt x="9757" y="12539"/>
                  </a:cubicBezTo>
                  <a:lnTo>
                    <a:pt x="10128" y="13025"/>
                  </a:lnTo>
                  <a:cubicBezTo>
                    <a:pt x="10128" y="13118"/>
                    <a:pt x="10244" y="13118"/>
                    <a:pt x="10336" y="13118"/>
                  </a:cubicBezTo>
                  <a:cubicBezTo>
                    <a:pt x="10336" y="13118"/>
                    <a:pt x="10429" y="13118"/>
                    <a:pt x="10429" y="13025"/>
                  </a:cubicBezTo>
                  <a:lnTo>
                    <a:pt x="10916" y="12539"/>
                  </a:lnTo>
                  <a:cubicBezTo>
                    <a:pt x="11008" y="12539"/>
                    <a:pt x="11008" y="12446"/>
                    <a:pt x="11008" y="12353"/>
                  </a:cubicBezTo>
                  <a:lnTo>
                    <a:pt x="10522" y="11102"/>
                  </a:lnTo>
                  <a:cubicBezTo>
                    <a:pt x="10707" y="11102"/>
                    <a:pt x="10823" y="11102"/>
                    <a:pt x="10916" y="11009"/>
                  </a:cubicBezTo>
                  <a:close/>
                  <a:moveTo>
                    <a:pt x="3569" y="1"/>
                  </a:moveTo>
                  <a:cubicBezTo>
                    <a:pt x="1646" y="1"/>
                    <a:pt x="0" y="1646"/>
                    <a:pt x="0" y="3570"/>
                  </a:cubicBezTo>
                  <a:cubicBezTo>
                    <a:pt x="0" y="4149"/>
                    <a:pt x="186" y="4729"/>
                    <a:pt x="487" y="5308"/>
                  </a:cubicBezTo>
                  <a:cubicBezTo>
                    <a:pt x="1066" y="6374"/>
                    <a:pt x="2132" y="7046"/>
                    <a:pt x="3384" y="7139"/>
                  </a:cubicBezTo>
                  <a:cubicBezTo>
                    <a:pt x="3384" y="8019"/>
                    <a:pt x="3662" y="8784"/>
                    <a:pt x="4148" y="9456"/>
                  </a:cubicBezTo>
                  <a:cubicBezTo>
                    <a:pt x="4148" y="9549"/>
                    <a:pt x="4241" y="9549"/>
                    <a:pt x="4334" y="9642"/>
                  </a:cubicBezTo>
                  <a:lnTo>
                    <a:pt x="4450" y="9642"/>
                  </a:lnTo>
                  <a:cubicBezTo>
                    <a:pt x="5029" y="10337"/>
                    <a:pt x="5887" y="10708"/>
                    <a:pt x="6767" y="10708"/>
                  </a:cubicBezTo>
                  <a:cubicBezTo>
                    <a:pt x="6953" y="11959"/>
                    <a:pt x="7625" y="12933"/>
                    <a:pt x="8691" y="13512"/>
                  </a:cubicBezTo>
                  <a:cubicBezTo>
                    <a:pt x="9177" y="13813"/>
                    <a:pt x="9757" y="13906"/>
                    <a:pt x="10336" y="13906"/>
                  </a:cubicBezTo>
                  <a:cubicBezTo>
                    <a:pt x="11286" y="13906"/>
                    <a:pt x="12260" y="13419"/>
                    <a:pt x="12932" y="12747"/>
                  </a:cubicBezTo>
                  <a:cubicBezTo>
                    <a:pt x="13025" y="12654"/>
                    <a:pt x="13025" y="12446"/>
                    <a:pt x="12932" y="12446"/>
                  </a:cubicBezTo>
                  <a:cubicBezTo>
                    <a:pt x="12886" y="12400"/>
                    <a:pt x="12839" y="12376"/>
                    <a:pt x="12793" y="12376"/>
                  </a:cubicBezTo>
                  <a:cubicBezTo>
                    <a:pt x="12746" y="12376"/>
                    <a:pt x="12700" y="12400"/>
                    <a:pt x="12654" y="12446"/>
                  </a:cubicBezTo>
                  <a:cubicBezTo>
                    <a:pt x="12654" y="12539"/>
                    <a:pt x="12561" y="12539"/>
                    <a:pt x="12445" y="12654"/>
                  </a:cubicBezTo>
                  <a:lnTo>
                    <a:pt x="12445" y="12075"/>
                  </a:lnTo>
                  <a:cubicBezTo>
                    <a:pt x="12445" y="11588"/>
                    <a:pt x="12074" y="11102"/>
                    <a:pt x="11588" y="10916"/>
                  </a:cubicBezTo>
                  <a:lnTo>
                    <a:pt x="11194" y="10800"/>
                  </a:lnTo>
                  <a:cubicBezTo>
                    <a:pt x="11194" y="10708"/>
                    <a:pt x="11101" y="10708"/>
                    <a:pt x="11101" y="10708"/>
                  </a:cubicBezTo>
                  <a:cubicBezTo>
                    <a:pt x="11008" y="10615"/>
                    <a:pt x="11008" y="10522"/>
                    <a:pt x="11008" y="10430"/>
                  </a:cubicBezTo>
                  <a:lnTo>
                    <a:pt x="11008" y="10036"/>
                  </a:lnTo>
                  <a:lnTo>
                    <a:pt x="11101" y="9943"/>
                  </a:lnTo>
                  <a:cubicBezTo>
                    <a:pt x="11286" y="9850"/>
                    <a:pt x="11495" y="9642"/>
                    <a:pt x="11495" y="9364"/>
                  </a:cubicBezTo>
                  <a:lnTo>
                    <a:pt x="11495" y="8784"/>
                  </a:lnTo>
                  <a:lnTo>
                    <a:pt x="11495" y="8205"/>
                  </a:lnTo>
                  <a:cubicBezTo>
                    <a:pt x="11495" y="7811"/>
                    <a:pt x="11101" y="7440"/>
                    <a:pt x="10707" y="7440"/>
                  </a:cubicBezTo>
                  <a:lnTo>
                    <a:pt x="9942" y="7440"/>
                  </a:lnTo>
                  <a:cubicBezTo>
                    <a:pt x="9548" y="7440"/>
                    <a:pt x="9177" y="7811"/>
                    <a:pt x="9177" y="8205"/>
                  </a:cubicBezTo>
                  <a:lnTo>
                    <a:pt x="9177" y="9364"/>
                  </a:lnTo>
                  <a:cubicBezTo>
                    <a:pt x="9177" y="9642"/>
                    <a:pt x="9363" y="9850"/>
                    <a:pt x="9548" y="9943"/>
                  </a:cubicBezTo>
                  <a:lnTo>
                    <a:pt x="9664" y="10036"/>
                  </a:lnTo>
                  <a:lnTo>
                    <a:pt x="9664" y="10430"/>
                  </a:lnTo>
                  <a:cubicBezTo>
                    <a:pt x="9664" y="10522"/>
                    <a:pt x="9548" y="10615"/>
                    <a:pt x="9548" y="10708"/>
                  </a:cubicBezTo>
                  <a:cubicBezTo>
                    <a:pt x="9456" y="10708"/>
                    <a:pt x="9456" y="10708"/>
                    <a:pt x="9363" y="10800"/>
                  </a:cubicBezTo>
                  <a:lnTo>
                    <a:pt x="9085" y="10916"/>
                  </a:lnTo>
                  <a:cubicBezTo>
                    <a:pt x="8505" y="11102"/>
                    <a:pt x="8204" y="11588"/>
                    <a:pt x="8204" y="12075"/>
                  </a:cubicBezTo>
                  <a:lnTo>
                    <a:pt x="8204" y="12654"/>
                  </a:lnTo>
                  <a:cubicBezTo>
                    <a:pt x="7532" y="12075"/>
                    <a:pt x="7138" y="11287"/>
                    <a:pt x="7138" y="10337"/>
                  </a:cubicBezTo>
                  <a:cubicBezTo>
                    <a:pt x="7138" y="8599"/>
                    <a:pt x="8598" y="7231"/>
                    <a:pt x="10244" y="7139"/>
                  </a:cubicBezTo>
                  <a:lnTo>
                    <a:pt x="10336" y="7139"/>
                  </a:lnTo>
                  <a:cubicBezTo>
                    <a:pt x="11495" y="7139"/>
                    <a:pt x="12445" y="7811"/>
                    <a:pt x="13025" y="8691"/>
                  </a:cubicBezTo>
                  <a:lnTo>
                    <a:pt x="13140" y="8970"/>
                  </a:lnTo>
                  <a:cubicBezTo>
                    <a:pt x="13326" y="9364"/>
                    <a:pt x="13511" y="9850"/>
                    <a:pt x="13511" y="10337"/>
                  </a:cubicBezTo>
                  <a:cubicBezTo>
                    <a:pt x="13511" y="10800"/>
                    <a:pt x="13326" y="11380"/>
                    <a:pt x="13140" y="11774"/>
                  </a:cubicBezTo>
                  <a:cubicBezTo>
                    <a:pt x="13025" y="11866"/>
                    <a:pt x="13140" y="11959"/>
                    <a:pt x="13233" y="12075"/>
                  </a:cubicBezTo>
                  <a:cubicBezTo>
                    <a:pt x="13260" y="12102"/>
                    <a:pt x="13286" y="12113"/>
                    <a:pt x="13313" y="12113"/>
                  </a:cubicBezTo>
                  <a:cubicBezTo>
                    <a:pt x="13379" y="12113"/>
                    <a:pt x="13445" y="12042"/>
                    <a:pt x="13511" y="11959"/>
                  </a:cubicBezTo>
                  <a:cubicBezTo>
                    <a:pt x="13720" y="11496"/>
                    <a:pt x="13905" y="10916"/>
                    <a:pt x="13905" y="10337"/>
                  </a:cubicBezTo>
                  <a:cubicBezTo>
                    <a:pt x="13905" y="8390"/>
                    <a:pt x="12352" y="6861"/>
                    <a:pt x="10522" y="6745"/>
                  </a:cubicBezTo>
                  <a:cubicBezTo>
                    <a:pt x="10429" y="5980"/>
                    <a:pt x="10035" y="5215"/>
                    <a:pt x="9456" y="4636"/>
                  </a:cubicBezTo>
                  <a:lnTo>
                    <a:pt x="9363" y="4543"/>
                  </a:lnTo>
                  <a:cubicBezTo>
                    <a:pt x="8691" y="3964"/>
                    <a:pt x="7810" y="3662"/>
                    <a:pt x="6953" y="3662"/>
                  </a:cubicBezTo>
                  <a:cubicBezTo>
                    <a:pt x="6281" y="3662"/>
                    <a:pt x="5609" y="3848"/>
                    <a:pt x="5029" y="4149"/>
                  </a:cubicBezTo>
                  <a:lnTo>
                    <a:pt x="4821" y="4149"/>
                  </a:lnTo>
                  <a:lnTo>
                    <a:pt x="4542" y="3964"/>
                  </a:lnTo>
                  <a:cubicBezTo>
                    <a:pt x="4450" y="3964"/>
                    <a:pt x="4450" y="3964"/>
                    <a:pt x="4334" y="3848"/>
                  </a:cubicBezTo>
                  <a:cubicBezTo>
                    <a:pt x="4334" y="3848"/>
                    <a:pt x="4241" y="3755"/>
                    <a:pt x="4241" y="3662"/>
                  </a:cubicBezTo>
                  <a:lnTo>
                    <a:pt x="4241" y="3269"/>
                  </a:lnTo>
                  <a:lnTo>
                    <a:pt x="4334" y="3176"/>
                  </a:lnTo>
                  <a:cubicBezTo>
                    <a:pt x="4635" y="3083"/>
                    <a:pt x="4728" y="2805"/>
                    <a:pt x="4728" y="2596"/>
                  </a:cubicBezTo>
                  <a:lnTo>
                    <a:pt x="4728" y="2017"/>
                  </a:lnTo>
                  <a:lnTo>
                    <a:pt x="4728" y="1438"/>
                  </a:lnTo>
                  <a:cubicBezTo>
                    <a:pt x="4728" y="1067"/>
                    <a:pt x="4334" y="673"/>
                    <a:pt x="3963" y="673"/>
                  </a:cubicBezTo>
                  <a:lnTo>
                    <a:pt x="3291" y="673"/>
                  </a:lnTo>
                  <a:cubicBezTo>
                    <a:pt x="2804" y="673"/>
                    <a:pt x="2410" y="1067"/>
                    <a:pt x="2410" y="1438"/>
                  </a:cubicBezTo>
                  <a:lnTo>
                    <a:pt x="2410" y="2596"/>
                  </a:lnTo>
                  <a:cubicBezTo>
                    <a:pt x="2410" y="2805"/>
                    <a:pt x="2596" y="3083"/>
                    <a:pt x="2804" y="3176"/>
                  </a:cubicBezTo>
                  <a:lnTo>
                    <a:pt x="2897" y="3269"/>
                  </a:lnTo>
                  <a:lnTo>
                    <a:pt x="2897" y="3662"/>
                  </a:lnTo>
                  <a:cubicBezTo>
                    <a:pt x="2897" y="3755"/>
                    <a:pt x="2897" y="3848"/>
                    <a:pt x="2804" y="3848"/>
                  </a:cubicBezTo>
                  <a:cubicBezTo>
                    <a:pt x="2804" y="3964"/>
                    <a:pt x="2712" y="3964"/>
                    <a:pt x="2712" y="3964"/>
                  </a:cubicBezTo>
                  <a:lnTo>
                    <a:pt x="2318" y="4149"/>
                  </a:lnTo>
                  <a:cubicBezTo>
                    <a:pt x="1831" y="4242"/>
                    <a:pt x="1437" y="4729"/>
                    <a:pt x="1437" y="5308"/>
                  </a:cubicBezTo>
                  <a:lnTo>
                    <a:pt x="1437" y="5887"/>
                  </a:lnTo>
                  <a:cubicBezTo>
                    <a:pt x="858" y="5308"/>
                    <a:pt x="487" y="4427"/>
                    <a:pt x="487" y="3570"/>
                  </a:cubicBezTo>
                  <a:cubicBezTo>
                    <a:pt x="487" y="1832"/>
                    <a:pt x="1831" y="372"/>
                    <a:pt x="3569" y="372"/>
                  </a:cubicBezTo>
                  <a:cubicBezTo>
                    <a:pt x="4241" y="372"/>
                    <a:pt x="4821" y="580"/>
                    <a:pt x="5307" y="951"/>
                  </a:cubicBezTo>
                  <a:lnTo>
                    <a:pt x="5400" y="951"/>
                  </a:lnTo>
                  <a:cubicBezTo>
                    <a:pt x="5493" y="1067"/>
                    <a:pt x="5609" y="1067"/>
                    <a:pt x="5701" y="1160"/>
                  </a:cubicBezTo>
                  <a:cubicBezTo>
                    <a:pt x="6188" y="1646"/>
                    <a:pt x="6559" y="2318"/>
                    <a:pt x="6651" y="3083"/>
                  </a:cubicBezTo>
                  <a:cubicBezTo>
                    <a:pt x="6767" y="3176"/>
                    <a:pt x="6860" y="3269"/>
                    <a:pt x="6953" y="3269"/>
                  </a:cubicBezTo>
                  <a:cubicBezTo>
                    <a:pt x="7045" y="3269"/>
                    <a:pt x="7138" y="3176"/>
                    <a:pt x="7138" y="2990"/>
                  </a:cubicBezTo>
                  <a:cubicBezTo>
                    <a:pt x="6953" y="2226"/>
                    <a:pt x="6559" y="1438"/>
                    <a:pt x="5887" y="858"/>
                  </a:cubicBezTo>
                  <a:cubicBezTo>
                    <a:pt x="5307" y="279"/>
                    <a:pt x="4450" y="1"/>
                    <a:pt x="35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37" name="Google Shape;1637;p51"/>
          <p:cNvGrpSpPr/>
          <p:nvPr/>
        </p:nvGrpSpPr>
        <p:grpSpPr>
          <a:xfrm>
            <a:off x="6707743" y="3557369"/>
            <a:ext cx="347650" cy="347650"/>
            <a:chOff x="7787550" y="2039250"/>
            <a:chExt cx="347650" cy="347650"/>
          </a:xfrm>
        </p:grpSpPr>
        <p:sp>
          <p:nvSpPr>
            <p:cNvPr id="1638" name="Google Shape;1638;p51"/>
            <p:cNvSpPr/>
            <p:nvPr/>
          </p:nvSpPr>
          <p:spPr>
            <a:xfrm>
              <a:off x="7859975" y="2193950"/>
              <a:ext cx="202800" cy="38250"/>
            </a:xfrm>
            <a:custGeom>
              <a:avLst/>
              <a:gdLst/>
              <a:ahLst/>
              <a:cxnLst/>
              <a:rect l="l" t="t" r="r" b="b"/>
              <a:pathLst>
                <a:path w="8112" h="1530" extrusionOk="0">
                  <a:moveTo>
                    <a:pt x="4056" y="0"/>
                  </a:moveTo>
                  <a:cubicBezTo>
                    <a:pt x="3963" y="0"/>
                    <a:pt x="3871" y="93"/>
                    <a:pt x="3871" y="186"/>
                  </a:cubicBezTo>
                  <a:lnTo>
                    <a:pt x="3871" y="580"/>
                  </a:lnTo>
                  <a:lnTo>
                    <a:pt x="672" y="580"/>
                  </a:lnTo>
                  <a:cubicBezTo>
                    <a:pt x="302" y="580"/>
                    <a:pt x="0" y="858"/>
                    <a:pt x="0" y="1344"/>
                  </a:cubicBezTo>
                  <a:cubicBezTo>
                    <a:pt x="0" y="1437"/>
                    <a:pt x="93" y="1530"/>
                    <a:pt x="209" y="1530"/>
                  </a:cubicBezTo>
                  <a:cubicBezTo>
                    <a:pt x="302" y="1530"/>
                    <a:pt x="394" y="1437"/>
                    <a:pt x="394" y="1344"/>
                  </a:cubicBezTo>
                  <a:cubicBezTo>
                    <a:pt x="394" y="1159"/>
                    <a:pt x="580" y="950"/>
                    <a:pt x="672" y="950"/>
                  </a:cubicBezTo>
                  <a:lnTo>
                    <a:pt x="7439" y="950"/>
                  </a:lnTo>
                  <a:cubicBezTo>
                    <a:pt x="7532" y="950"/>
                    <a:pt x="7741" y="1159"/>
                    <a:pt x="7741" y="1344"/>
                  </a:cubicBezTo>
                  <a:cubicBezTo>
                    <a:pt x="7741" y="1437"/>
                    <a:pt x="7833" y="1530"/>
                    <a:pt x="7926" y="1530"/>
                  </a:cubicBezTo>
                  <a:cubicBezTo>
                    <a:pt x="8019" y="1530"/>
                    <a:pt x="8112" y="1437"/>
                    <a:pt x="8112" y="1344"/>
                  </a:cubicBezTo>
                  <a:cubicBezTo>
                    <a:pt x="8112" y="858"/>
                    <a:pt x="7833" y="580"/>
                    <a:pt x="7439" y="580"/>
                  </a:cubicBezTo>
                  <a:lnTo>
                    <a:pt x="4264" y="580"/>
                  </a:lnTo>
                  <a:lnTo>
                    <a:pt x="4264" y="186"/>
                  </a:lnTo>
                  <a:cubicBezTo>
                    <a:pt x="4264" y="93"/>
                    <a:pt x="4149" y="0"/>
                    <a:pt x="40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39" name="Google Shape;1639;p51"/>
            <p:cNvSpPr/>
            <p:nvPr/>
          </p:nvSpPr>
          <p:spPr>
            <a:xfrm>
              <a:off x="7978150" y="2244350"/>
              <a:ext cx="157050" cy="142550"/>
            </a:xfrm>
            <a:custGeom>
              <a:avLst/>
              <a:gdLst/>
              <a:ahLst/>
              <a:cxnLst/>
              <a:rect l="l" t="t" r="r" b="b"/>
              <a:pathLst>
                <a:path w="6282" h="5702" extrusionOk="0">
                  <a:moveTo>
                    <a:pt x="3871" y="2990"/>
                  </a:moveTo>
                  <a:cubicBezTo>
                    <a:pt x="4057" y="2990"/>
                    <a:pt x="4173" y="2990"/>
                    <a:pt x="4265" y="3106"/>
                  </a:cubicBezTo>
                  <a:cubicBezTo>
                    <a:pt x="4358" y="3199"/>
                    <a:pt x="4358" y="3199"/>
                    <a:pt x="4358" y="3291"/>
                  </a:cubicBezTo>
                  <a:lnTo>
                    <a:pt x="1948" y="3291"/>
                  </a:lnTo>
                  <a:cubicBezTo>
                    <a:pt x="1948" y="3199"/>
                    <a:pt x="2040" y="3199"/>
                    <a:pt x="2040" y="3106"/>
                  </a:cubicBezTo>
                  <a:cubicBezTo>
                    <a:pt x="2133" y="2990"/>
                    <a:pt x="2319" y="2990"/>
                    <a:pt x="2434" y="2990"/>
                  </a:cubicBezTo>
                  <a:close/>
                  <a:moveTo>
                    <a:pt x="5702" y="394"/>
                  </a:moveTo>
                  <a:cubicBezTo>
                    <a:pt x="5795" y="394"/>
                    <a:pt x="5911" y="487"/>
                    <a:pt x="5911" y="673"/>
                  </a:cubicBezTo>
                  <a:lnTo>
                    <a:pt x="5911" y="3291"/>
                  </a:lnTo>
                  <a:lnTo>
                    <a:pt x="4752" y="3291"/>
                  </a:lnTo>
                  <a:lnTo>
                    <a:pt x="4752" y="3199"/>
                  </a:lnTo>
                  <a:cubicBezTo>
                    <a:pt x="4752" y="3106"/>
                    <a:pt x="4636" y="2897"/>
                    <a:pt x="4543" y="2805"/>
                  </a:cubicBezTo>
                  <a:cubicBezTo>
                    <a:pt x="4358" y="2712"/>
                    <a:pt x="4173" y="2619"/>
                    <a:pt x="3871" y="2619"/>
                  </a:cubicBezTo>
                  <a:lnTo>
                    <a:pt x="2434" y="2619"/>
                  </a:lnTo>
                  <a:cubicBezTo>
                    <a:pt x="2226" y="2619"/>
                    <a:pt x="1948" y="2712"/>
                    <a:pt x="1855" y="2805"/>
                  </a:cubicBezTo>
                  <a:cubicBezTo>
                    <a:pt x="1646" y="2897"/>
                    <a:pt x="1554" y="3106"/>
                    <a:pt x="1554" y="3199"/>
                  </a:cubicBezTo>
                  <a:lnTo>
                    <a:pt x="1554" y="3291"/>
                  </a:lnTo>
                  <a:lnTo>
                    <a:pt x="488" y="3291"/>
                  </a:lnTo>
                  <a:lnTo>
                    <a:pt x="488" y="673"/>
                  </a:lnTo>
                  <a:cubicBezTo>
                    <a:pt x="488" y="487"/>
                    <a:pt x="580" y="394"/>
                    <a:pt x="696" y="394"/>
                  </a:cubicBezTo>
                  <a:close/>
                  <a:moveTo>
                    <a:pt x="5911" y="3685"/>
                  </a:moveTo>
                  <a:lnTo>
                    <a:pt x="5911" y="4056"/>
                  </a:lnTo>
                  <a:cubicBezTo>
                    <a:pt x="5911" y="4149"/>
                    <a:pt x="5795" y="4265"/>
                    <a:pt x="5702" y="4265"/>
                  </a:cubicBezTo>
                  <a:lnTo>
                    <a:pt x="696" y="4265"/>
                  </a:lnTo>
                  <a:cubicBezTo>
                    <a:pt x="580" y="4265"/>
                    <a:pt x="488" y="4149"/>
                    <a:pt x="488" y="4056"/>
                  </a:cubicBezTo>
                  <a:lnTo>
                    <a:pt x="488" y="3685"/>
                  </a:lnTo>
                  <a:close/>
                  <a:moveTo>
                    <a:pt x="3871" y="4728"/>
                  </a:moveTo>
                  <a:lnTo>
                    <a:pt x="3964" y="5308"/>
                  </a:lnTo>
                  <a:lnTo>
                    <a:pt x="2319" y="5308"/>
                  </a:lnTo>
                  <a:lnTo>
                    <a:pt x="2434" y="4728"/>
                  </a:lnTo>
                  <a:close/>
                  <a:moveTo>
                    <a:pt x="696" y="0"/>
                  </a:moveTo>
                  <a:cubicBezTo>
                    <a:pt x="302" y="0"/>
                    <a:pt x="1" y="302"/>
                    <a:pt x="1" y="673"/>
                  </a:cubicBezTo>
                  <a:lnTo>
                    <a:pt x="1" y="4056"/>
                  </a:lnTo>
                  <a:cubicBezTo>
                    <a:pt x="1" y="4450"/>
                    <a:pt x="302" y="4728"/>
                    <a:pt x="696" y="4728"/>
                  </a:cubicBezTo>
                  <a:lnTo>
                    <a:pt x="2040" y="4728"/>
                  </a:lnTo>
                  <a:lnTo>
                    <a:pt x="1948" y="5308"/>
                  </a:lnTo>
                  <a:lnTo>
                    <a:pt x="1855" y="5308"/>
                  </a:lnTo>
                  <a:cubicBezTo>
                    <a:pt x="1739" y="5308"/>
                    <a:pt x="1646" y="5423"/>
                    <a:pt x="1646" y="5516"/>
                  </a:cubicBezTo>
                  <a:cubicBezTo>
                    <a:pt x="1646" y="5609"/>
                    <a:pt x="1739" y="5702"/>
                    <a:pt x="1855" y="5702"/>
                  </a:cubicBezTo>
                  <a:lnTo>
                    <a:pt x="4451" y="5702"/>
                  </a:lnTo>
                  <a:cubicBezTo>
                    <a:pt x="4543" y="5702"/>
                    <a:pt x="4636" y="5609"/>
                    <a:pt x="4636" y="5516"/>
                  </a:cubicBezTo>
                  <a:cubicBezTo>
                    <a:pt x="4636" y="5423"/>
                    <a:pt x="4543" y="5308"/>
                    <a:pt x="4451" y="5308"/>
                  </a:cubicBezTo>
                  <a:lnTo>
                    <a:pt x="4358" y="4728"/>
                  </a:lnTo>
                  <a:lnTo>
                    <a:pt x="5702" y="4728"/>
                  </a:lnTo>
                  <a:cubicBezTo>
                    <a:pt x="6003" y="4728"/>
                    <a:pt x="6281" y="4450"/>
                    <a:pt x="6281" y="4056"/>
                  </a:cubicBezTo>
                  <a:lnTo>
                    <a:pt x="6281" y="673"/>
                  </a:lnTo>
                  <a:cubicBezTo>
                    <a:pt x="6281" y="302"/>
                    <a:pt x="6003" y="0"/>
                    <a:pt x="57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0" name="Google Shape;1640;p51"/>
            <p:cNvSpPr/>
            <p:nvPr/>
          </p:nvSpPr>
          <p:spPr>
            <a:xfrm>
              <a:off x="8041325" y="2266375"/>
              <a:ext cx="33625" cy="38250"/>
            </a:xfrm>
            <a:custGeom>
              <a:avLst/>
              <a:gdLst/>
              <a:ahLst/>
              <a:cxnLst/>
              <a:rect l="l" t="t" r="r" b="b"/>
              <a:pathLst>
                <a:path w="1345" h="1530" extrusionOk="0">
                  <a:moveTo>
                    <a:pt x="858" y="371"/>
                  </a:moveTo>
                  <a:lnTo>
                    <a:pt x="950" y="487"/>
                  </a:lnTo>
                  <a:lnTo>
                    <a:pt x="950" y="950"/>
                  </a:lnTo>
                  <a:lnTo>
                    <a:pt x="858" y="950"/>
                  </a:lnTo>
                  <a:lnTo>
                    <a:pt x="672" y="1159"/>
                  </a:lnTo>
                  <a:lnTo>
                    <a:pt x="579" y="1159"/>
                  </a:lnTo>
                  <a:lnTo>
                    <a:pt x="371" y="950"/>
                  </a:lnTo>
                  <a:lnTo>
                    <a:pt x="371" y="487"/>
                  </a:lnTo>
                  <a:cubicBezTo>
                    <a:pt x="371" y="487"/>
                    <a:pt x="371" y="371"/>
                    <a:pt x="487" y="371"/>
                  </a:cubicBezTo>
                  <a:close/>
                  <a:moveTo>
                    <a:pt x="487" y="0"/>
                  </a:moveTo>
                  <a:cubicBezTo>
                    <a:pt x="185" y="0"/>
                    <a:pt x="0" y="185"/>
                    <a:pt x="0" y="487"/>
                  </a:cubicBezTo>
                  <a:lnTo>
                    <a:pt x="0" y="950"/>
                  </a:lnTo>
                  <a:cubicBezTo>
                    <a:pt x="0" y="1159"/>
                    <a:pt x="0" y="1252"/>
                    <a:pt x="185" y="1344"/>
                  </a:cubicBezTo>
                  <a:lnTo>
                    <a:pt x="371" y="1437"/>
                  </a:lnTo>
                  <a:cubicBezTo>
                    <a:pt x="487" y="1530"/>
                    <a:pt x="579" y="1530"/>
                    <a:pt x="672" y="1530"/>
                  </a:cubicBezTo>
                  <a:cubicBezTo>
                    <a:pt x="765" y="1530"/>
                    <a:pt x="765" y="1530"/>
                    <a:pt x="858" y="1437"/>
                  </a:cubicBezTo>
                  <a:lnTo>
                    <a:pt x="1159" y="1344"/>
                  </a:lnTo>
                  <a:cubicBezTo>
                    <a:pt x="1252" y="1252"/>
                    <a:pt x="1344" y="1159"/>
                    <a:pt x="1344" y="950"/>
                  </a:cubicBezTo>
                  <a:lnTo>
                    <a:pt x="1344" y="487"/>
                  </a:lnTo>
                  <a:cubicBezTo>
                    <a:pt x="1344" y="185"/>
                    <a:pt x="1159" y="0"/>
                    <a:pt x="8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1" name="Google Shape;1641;p51"/>
            <p:cNvSpPr/>
            <p:nvPr/>
          </p:nvSpPr>
          <p:spPr>
            <a:xfrm>
              <a:off x="7884300" y="2039250"/>
              <a:ext cx="154725" cy="142550"/>
            </a:xfrm>
            <a:custGeom>
              <a:avLst/>
              <a:gdLst/>
              <a:ahLst/>
              <a:cxnLst/>
              <a:rect l="l" t="t" r="r" b="b"/>
              <a:pathLst>
                <a:path w="6189" h="5702" extrusionOk="0">
                  <a:moveTo>
                    <a:pt x="3871" y="2990"/>
                  </a:moveTo>
                  <a:cubicBezTo>
                    <a:pt x="3964" y="2990"/>
                    <a:pt x="4056" y="2990"/>
                    <a:pt x="4149" y="3083"/>
                  </a:cubicBezTo>
                  <a:cubicBezTo>
                    <a:pt x="4242" y="3199"/>
                    <a:pt x="4242" y="3199"/>
                    <a:pt x="4242" y="3291"/>
                  </a:cubicBezTo>
                  <a:lnTo>
                    <a:pt x="1924" y="3291"/>
                  </a:lnTo>
                  <a:cubicBezTo>
                    <a:pt x="1924" y="3199"/>
                    <a:pt x="1924" y="3199"/>
                    <a:pt x="2017" y="3083"/>
                  </a:cubicBezTo>
                  <a:cubicBezTo>
                    <a:pt x="2133" y="2990"/>
                    <a:pt x="2225" y="2990"/>
                    <a:pt x="2318" y="2990"/>
                  </a:cubicBezTo>
                  <a:close/>
                  <a:moveTo>
                    <a:pt x="5794" y="3662"/>
                  </a:moveTo>
                  <a:lnTo>
                    <a:pt x="5794" y="4056"/>
                  </a:lnTo>
                  <a:cubicBezTo>
                    <a:pt x="5794" y="4149"/>
                    <a:pt x="5702" y="4241"/>
                    <a:pt x="5609" y="4241"/>
                  </a:cubicBezTo>
                  <a:lnTo>
                    <a:pt x="580" y="4241"/>
                  </a:lnTo>
                  <a:cubicBezTo>
                    <a:pt x="487" y="4241"/>
                    <a:pt x="395" y="4149"/>
                    <a:pt x="395" y="4056"/>
                  </a:cubicBezTo>
                  <a:lnTo>
                    <a:pt x="395" y="3662"/>
                  </a:lnTo>
                  <a:close/>
                  <a:moveTo>
                    <a:pt x="3871" y="4635"/>
                  </a:moveTo>
                  <a:lnTo>
                    <a:pt x="3964" y="5308"/>
                  </a:lnTo>
                  <a:lnTo>
                    <a:pt x="2225" y="5308"/>
                  </a:lnTo>
                  <a:lnTo>
                    <a:pt x="2318" y="4635"/>
                  </a:lnTo>
                  <a:close/>
                  <a:moveTo>
                    <a:pt x="580" y="0"/>
                  </a:moveTo>
                  <a:cubicBezTo>
                    <a:pt x="279" y="0"/>
                    <a:pt x="1" y="302"/>
                    <a:pt x="1" y="580"/>
                  </a:cubicBezTo>
                  <a:lnTo>
                    <a:pt x="1" y="4056"/>
                  </a:lnTo>
                  <a:cubicBezTo>
                    <a:pt x="1" y="4450"/>
                    <a:pt x="279" y="4635"/>
                    <a:pt x="580" y="4635"/>
                  </a:cubicBezTo>
                  <a:lnTo>
                    <a:pt x="1924" y="4635"/>
                  </a:lnTo>
                  <a:lnTo>
                    <a:pt x="1831" y="5308"/>
                  </a:lnTo>
                  <a:cubicBezTo>
                    <a:pt x="1646" y="5308"/>
                    <a:pt x="1553" y="5400"/>
                    <a:pt x="1553" y="5516"/>
                  </a:cubicBezTo>
                  <a:cubicBezTo>
                    <a:pt x="1553" y="5609"/>
                    <a:pt x="1646" y="5702"/>
                    <a:pt x="1831" y="5702"/>
                  </a:cubicBezTo>
                  <a:lnTo>
                    <a:pt x="4334" y="5702"/>
                  </a:lnTo>
                  <a:cubicBezTo>
                    <a:pt x="4543" y="5702"/>
                    <a:pt x="4636" y="5609"/>
                    <a:pt x="4636" y="5516"/>
                  </a:cubicBezTo>
                  <a:cubicBezTo>
                    <a:pt x="4636" y="5400"/>
                    <a:pt x="4543" y="5308"/>
                    <a:pt x="4334" y="5308"/>
                  </a:cubicBezTo>
                  <a:lnTo>
                    <a:pt x="4242" y="4635"/>
                  </a:lnTo>
                  <a:lnTo>
                    <a:pt x="5609" y="4635"/>
                  </a:lnTo>
                  <a:cubicBezTo>
                    <a:pt x="5887" y="4635"/>
                    <a:pt x="6188" y="4450"/>
                    <a:pt x="6188" y="4056"/>
                  </a:cubicBezTo>
                  <a:lnTo>
                    <a:pt x="6188" y="2133"/>
                  </a:lnTo>
                  <a:cubicBezTo>
                    <a:pt x="6188" y="2040"/>
                    <a:pt x="6073" y="1924"/>
                    <a:pt x="5980" y="1924"/>
                  </a:cubicBezTo>
                  <a:cubicBezTo>
                    <a:pt x="5887" y="1924"/>
                    <a:pt x="5794" y="2040"/>
                    <a:pt x="5794" y="2133"/>
                  </a:cubicBezTo>
                  <a:lnTo>
                    <a:pt x="5794" y="3291"/>
                  </a:lnTo>
                  <a:lnTo>
                    <a:pt x="4728" y="3291"/>
                  </a:lnTo>
                  <a:lnTo>
                    <a:pt x="4728" y="3199"/>
                  </a:lnTo>
                  <a:cubicBezTo>
                    <a:pt x="4636" y="3083"/>
                    <a:pt x="4543" y="2897"/>
                    <a:pt x="4450" y="2805"/>
                  </a:cubicBezTo>
                  <a:cubicBezTo>
                    <a:pt x="4242" y="2619"/>
                    <a:pt x="4056" y="2503"/>
                    <a:pt x="3871" y="2503"/>
                  </a:cubicBezTo>
                  <a:lnTo>
                    <a:pt x="2318" y="2503"/>
                  </a:lnTo>
                  <a:cubicBezTo>
                    <a:pt x="2133" y="2503"/>
                    <a:pt x="1924" y="2619"/>
                    <a:pt x="1739" y="2805"/>
                  </a:cubicBezTo>
                  <a:cubicBezTo>
                    <a:pt x="1646" y="2897"/>
                    <a:pt x="1553" y="3083"/>
                    <a:pt x="1437" y="3199"/>
                  </a:cubicBezTo>
                  <a:lnTo>
                    <a:pt x="1437" y="3291"/>
                  </a:lnTo>
                  <a:lnTo>
                    <a:pt x="395" y="3291"/>
                  </a:lnTo>
                  <a:lnTo>
                    <a:pt x="395" y="580"/>
                  </a:lnTo>
                  <a:cubicBezTo>
                    <a:pt x="395" y="487"/>
                    <a:pt x="487" y="394"/>
                    <a:pt x="580" y="394"/>
                  </a:cubicBezTo>
                  <a:lnTo>
                    <a:pt x="5609" y="394"/>
                  </a:lnTo>
                  <a:cubicBezTo>
                    <a:pt x="5702" y="394"/>
                    <a:pt x="5794" y="487"/>
                    <a:pt x="5794" y="580"/>
                  </a:cubicBezTo>
                  <a:lnTo>
                    <a:pt x="5794" y="1252"/>
                  </a:lnTo>
                  <a:cubicBezTo>
                    <a:pt x="5794" y="1345"/>
                    <a:pt x="5887" y="1460"/>
                    <a:pt x="5980" y="1460"/>
                  </a:cubicBezTo>
                  <a:cubicBezTo>
                    <a:pt x="6073" y="1460"/>
                    <a:pt x="6188" y="1345"/>
                    <a:pt x="6188" y="1252"/>
                  </a:cubicBezTo>
                  <a:lnTo>
                    <a:pt x="6188" y="580"/>
                  </a:lnTo>
                  <a:cubicBezTo>
                    <a:pt x="6188" y="302"/>
                    <a:pt x="5887" y="0"/>
                    <a:pt x="56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2" name="Google Shape;1642;p51"/>
            <p:cNvSpPr/>
            <p:nvPr/>
          </p:nvSpPr>
          <p:spPr>
            <a:xfrm>
              <a:off x="7944550" y="2061275"/>
              <a:ext cx="33625" cy="38250"/>
            </a:xfrm>
            <a:custGeom>
              <a:avLst/>
              <a:gdLst/>
              <a:ahLst/>
              <a:cxnLst/>
              <a:rect l="l" t="t" r="r" b="b"/>
              <a:pathLst>
                <a:path w="1345" h="1530" extrusionOk="0">
                  <a:moveTo>
                    <a:pt x="881" y="371"/>
                  </a:moveTo>
                  <a:cubicBezTo>
                    <a:pt x="881" y="371"/>
                    <a:pt x="974" y="371"/>
                    <a:pt x="974" y="464"/>
                  </a:cubicBezTo>
                  <a:lnTo>
                    <a:pt x="974" y="950"/>
                  </a:lnTo>
                  <a:lnTo>
                    <a:pt x="673" y="1159"/>
                  </a:lnTo>
                  <a:lnTo>
                    <a:pt x="395" y="950"/>
                  </a:lnTo>
                  <a:lnTo>
                    <a:pt x="395" y="464"/>
                  </a:lnTo>
                  <a:cubicBezTo>
                    <a:pt x="395" y="371"/>
                    <a:pt x="488" y="371"/>
                    <a:pt x="488" y="371"/>
                  </a:cubicBezTo>
                  <a:close/>
                  <a:moveTo>
                    <a:pt x="488" y="0"/>
                  </a:moveTo>
                  <a:cubicBezTo>
                    <a:pt x="186" y="0"/>
                    <a:pt x="1" y="185"/>
                    <a:pt x="1" y="464"/>
                  </a:cubicBezTo>
                  <a:lnTo>
                    <a:pt x="1" y="950"/>
                  </a:lnTo>
                  <a:cubicBezTo>
                    <a:pt x="1" y="1043"/>
                    <a:pt x="94" y="1252"/>
                    <a:pt x="186" y="1344"/>
                  </a:cubicBezTo>
                  <a:lnTo>
                    <a:pt x="488" y="1437"/>
                  </a:lnTo>
                  <a:cubicBezTo>
                    <a:pt x="488" y="1530"/>
                    <a:pt x="580" y="1530"/>
                    <a:pt x="673" y="1530"/>
                  </a:cubicBezTo>
                  <a:cubicBezTo>
                    <a:pt x="766" y="1530"/>
                    <a:pt x="881" y="1530"/>
                    <a:pt x="974" y="1437"/>
                  </a:cubicBezTo>
                  <a:lnTo>
                    <a:pt x="1160" y="1344"/>
                  </a:lnTo>
                  <a:cubicBezTo>
                    <a:pt x="1252" y="1252"/>
                    <a:pt x="1345" y="1043"/>
                    <a:pt x="1345" y="950"/>
                  </a:cubicBezTo>
                  <a:lnTo>
                    <a:pt x="1345" y="464"/>
                  </a:lnTo>
                  <a:cubicBezTo>
                    <a:pt x="1345" y="185"/>
                    <a:pt x="1160" y="0"/>
                    <a:pt x="8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3" name="Google Shape;1643;p51"/>
            <p:cNvSpPr/>
            <p:nvPr/>
          </p:nvSpPr>
          <p:spPr>
            <a:xfrm>
              <a:off x="7787550" y="2244350"/>
              <a:ext cx="157025" cy="142550"/>
            </a:xfrm>
            <a:custGeom>
              <a:avLst/>
              <a:gdLst/>
              <a:ahLst/>
              <a:cxnLst/>
              <a:rect l="l" t="t" r="r" b="b"/>
              <a:pathLst>
                <a:path w="6281" h="5702" extrusionOk="0">
                  <a:moveTo>
                    <a:pt x="5609" y="394"/>
                  </a:moveTo>
                  <a:cubicBezTo>
                    <a:pt x="5701" y="394"/>
                    <a:pt x="5794" y="487"/>
                    <a:pt x="5794" y="673"/>
                  </a:cubicBezTo>
                  <a:lnTo>
                    <a:pt x="5794" y="3291"/>
                  </a:lnTo>
                  <a:lnTo>
                    <a:pt x="4728" y="3291"/>
                  </a:lnTo>
                  <a:lnTo>
                    <a:pt x="4728" y="3199"/>
                  </a:lnTo>
                  <a:cubicBezTo>
                    <a:pt x="4728" y="3106"/>
                    <a:pt x="4635" y="2897"/>
                    <a:pt x="4450" y="2805"/>
                  </a:cubicBezTo>
                  <a:cubicBezTo>
                    <a:pt x="4357" y="2712"/>
                    <a:pt x="4056" y="2619"/>
                    <a:pt x="3871" y="2619"/>
                  </a:cubicBezTo>
                  <a:lnTo>
                    <a:pt x="2411" y="2619"/>
                  </a:lnTo>
                  <a:cubicBezTo>
                    <a:pt x="2132" y="2619"/>
                    <a:pt x="1947" y="2712"/>
                    <a:pt x="1738" y="2805"/>
                  </a:cubicBezTo>
                  <a:cubicBezTo>
                    <a:pt x="1646" y="2897"/>
                    <a:pt x="1553" y="3106"/>
                    <a:pt x="1553" y="3199"/>
                  </a:cubicBezTo>
                  <a:lnTo>
                    <a:pt x="1553" y="3291"/>
                  </a:lnTo>
                  <a:lnTo>
                    <a:pt x="394" y="3291"/>
                  </a:lnTo>
                  <a:lnTo>
                    <a:pt x="394" y="673"/>
                  </a:lnTo>
                  <a:cubicBezTo>
                    <a:pt x="394" y="487"/>
                    <a:pt x="487" y="394"/>
                    <a:pt x="580" y="394"/>
                  </a:cubicBezTo>
                  <a:close/>
                  <a:moveTo>
                    <a:pt x="3871" y="2990"/>
                  </a:moveTo>
                  <a:cubicBezTo>
                    <a:pt x="3963" y="2990"/>
                    <a:pt x="4149" y="2990"/>
                    <a:pt x="4265" y="3106"/>
                  </a:cubicBezTo>
                  <a:cubicBezTo>
                    <a:pt x="4265" y="3199"/>
                    <a:pt x="4357" y="3199"/>
                    <a:pt x="4357" y="3291"/>
                  </a:cubicBezTo>
                  <a:lnTo>
                    <a:pt x="2990" y="3291"/>
                  </a:lnTo>
                  <a:cubicBezTo>
                    <a:pt x="2897" y="3291"/>
                    <a:pt x="2805" y="3384"/>
                    <a:pt x="2805" y="3477"/>
                  </a:cubicBezTo>
                  <a:cubicBezTo>
                    <a:pt x="2805" y="3569"/>
                    <a:pt x="2897" y="3685"/>
                    <a:pt x="2990" y="3685"/>
                  </a:cubicBezTo>
                  <a:lnTo>
                    <a:pt x="5794" y="3685"/>
                  </a:lnTo>
                  <a:lnTo>
                    <a:pt x="5794" y="4056"/>
                  </a:lnTo>
                  <a:cubicBezTo>
                    <a:pt x="5794" y="4149"/>
                    <a:pt x="5701" y="4265"/>
                    <a:pt x="5609" y="4265"/>
                  </a:cubicBezTo>
                  <a:lnTo>
                    <a:pt x="580" y="4265"/>
                  </a:lnTo>
                  <a:cubicBezTo>
                    <a:pt x="487" y="4265"/>
                    <a:pt x="394" y="4149"/>
                    <a:pt x="394" y="4056"/>
                  </a:cubicBezTo>
                  <a:lnTo>
                    <a:pt x="394" y="3685"/>
                  </a:lnTo>
                  <a:lnTo>
                    <a:pt x="2132" y="3685"/>
                  </a:lnTo>
                  <a:cubicBezTo>
                    <a:pt x="2225" y="3685"/>
                    <a:pt x="2318" y="3569"/>
                    <a:pt x="2318" y="3477"/>
                  </a:cubicBezTo>
                  <a:cubicBezTo>
                    <a:pt x="2318" y="3384"/>
                    <a:pt x="2225" y="3291"/>
                    <a:pt x="2132" y="3291"/>
                  </a:cubicBezTo>
                  <a:lnTo>
                    <a:pt x="1947" y="3291"/>
                  </a:lnTo>
                  <a:cubicBezTo>
                    <a:pt x="1947" y="3199"/>
                    <a:pt x="1947" y="3199"/>
                    <a:pt x="2040" y="3106"/>
                  </a:cubicBezTo>
                  <a:cubicBezTo>
                    <a:pt x="2132" y="2990"/>
                    <a:pt x="2225" y="2990"/>
                    <a:pt x="2411" y="2990"/>
                  </a:cubicBezTo>
                  <a:close/>
                  <a:moveTo>
                    <a:pt x="3871" y="4728"/>
                  </a:moveTo>
                  <a:lnTo>
                    <a:pt x="3963" y="5308"/>
                  </a:lnTo>
                  <a:lnTo>
                    <a:pt x="2318" y="5308"/>
                  </a:lnTo>
                  <a:lnTo>
                    <a:pt x="2411" y="4728"/>
                  </a:lnTo>
                  <a:close/>
                  <a:moveTo>
                    <a:pt x="580" y="0"/>
                  </a:moveTo>
                  <a:cubicBezTo>
                    <a:pt x="302" y="0"/>
                    <a:pt x="0" y="302"/>
                    <a:pt x="0" y="673"/>
                  </a:cubicBezTo>
                  <a:lnTo>
                    <a:pt x="0" y="4056"/>
                  </a:lnTo>
                  <a:cubicBezTo>
                    <a:pt x="0" y="4450"/>
                    <a:pt x="302" y="4728"/>
                    <a:pt x="580" y="4728"/>
                  </a:cubicBezTo>
                  <a:lnTo>
                    <a:pt x="1947" y="4728"/>
                  </a:lnTo>
                  <a:lnTo>
                    <a:pt x="1831" y="5308"/>
                  </a:lnTo>
                  <a:cubicBezTo>
                    <a:pt x="1738" y="5308"/>
                    <a:pt x="1646" y="5423"/>
                    <a:pt x="1646" y="5516"/>
                  </a:cubicBezTo>
                  <a:cubicBezTo>
                    <a:pt x="1646" y="5609"/>
                    <a:pt x="1738" y="5702"/>
                    <a:pt x="1831" y="5702"/>
                  </a:cubicBezTo>
                  <a:lnTo>
                    <a:pt x="4450" y="5702"/>
                  </a:lnTo>
                  <a:cubicBezTo>
                    <a:pt x="4543" y="5702"/>
                    <a:pt x="4635" y="5609"/>
                    <a:pt x="4635" y="5516"/>
                  </a:cubicBezTo>
                  <a:cubicBezTo>
                    <a:pt x="4635" y="5423"/>
                    <a:pt x="4543" y="5308"/>
                    <a:pt x="4450" y="5308"/>
                  </a:cubicBezTo>
                  <a:lnTo>
                    <a:pt x="4357" y="5308"/>
                  </a:lnTo>
                  <a:lnTo>
                    <a:pt x="4265" y="4728"/>
                  </a:lnTo>
                  <a:lnTo>
                    <a:pt x="5609" y="4728"/>
                  </a:lnTo>
                  <a:cubicBezTo>
                    <a:pt x="6003" y="4728"/>
                    <a:pt x="6281" y="4450"/>
                    <a:pt x="6281" y="4056"/>
                  </a:cubicBezTo>
                  <a:lnTo>
                    <a:pt x="6281" y="673"/>
                  </a:lnTo>
                  <a:cubicBezTo>
                    <a:pt x="6281" y="302"/>
                    <a:pt x="6003" y="0"/>
                    <a:pt x="56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4" name="Google Shape;1644;p51"/>
            <p:cNvSpPr/>
            <p:nvPr/>
          </p:nvSpPr>
          <p:spPr>
            <a:xfrm>
              <a:off x="7847800" y="2266375"/>
              <a:ext cx="34200" cy="38250"/>
            </a:xfrm>
            <a:custGeom>
              <a:avLst/>
              <a:gdLst/>
              <a:ahLst/>
              <a:cxnLst/>
              <a:rect l="l" t="t" r="r" b="b"/>
              <a:pathLst>
                <a:path w="1368" h="1530" extrusionOk="0">
                  <a:moveTo>
                    <a:pt x="881" y="371"/>
                  </a:moveTo>
                  <a:cubicBezTo>
                    <a:pt x="974" y="371"/>
                    <a:pt x="974" y="487"/>
                    <a:pt x="974" y="487"/>
                  </a:cubicBezTo>
                  <a:lnTo>
                    <a:pt x="974" y="950"/>
                  </a:lnTo>
                  <a:lnTo>
                    <a:pt x="789" y="1159"/>
                  </a:lnTo>
                  <a:lnTo>
                    <a:pt x="696" y="1159"/>
                  </a:lnTo>
                  <a:lnTo>
                    <a:pt x="487" y="950"/>
                  </a:lnTo>
                  <a:lnTo>
                    <a:pt x="395" y="950"/>
                  </a:lnTo>
                  <a:lnTo>
                    <a:pt x="395" y="487"/>
                  </a:lnTo>
                  <a:lnTo>
                    <a:pt x="487" y="371"/>
                  </a:lnTo>
                  <a:close/>
                  <a:moveTo>
                    <a:pt x="487" y="0"/>
                  </a:moveTo>
                  <a:cubicBezTo>
                    <a:pt x="209" y="0"/>
                    <a:pt x="1" y="185"/>
                    <a:pt x="1" y="487"/>
                  </a:cubicBezTo>
                  <a:lnTo>
                    <a:pt x="1" y="950"/>
                  </a:lnTo>
                  <a:cubicBezTo>
                    <a:pt x="1" y="1159"/>
                    <a:pt x="116" y="1252"/>
                    <a:pt x="209" y="1344"/>
                  </a:cubicBezTo>
                  <a:lnTo>
                    <a:pt x="487" y="1437"/>
                  </a:lnTo>
                  <a:cubicBezTo>
                    <a:pt x="580" y="1530"/>
                    <a:pt x="580" y="1530"/>
                    <a:pt x="696" y="1530"/>
                  </a:cubicBezTo>
                  <a:cubicBezTo>
                    <a:pt x="789" y="1530"/>
                    <a:pt x="881" y="1530"/>
                    <a:pt x="974" y="1437"/>
                  </a:cubicBezTo>
                  <a:lnTo>
                    <a:pt x="1159" y="1344"/>
                  </a:lnTo>
                  <a:cubicBezTo>
                    <a:pt x="1368" y="1252"/>
                    <a:pt x="1368" y="1159"/>
                    <a:pt x="1368" y="950"/>
                  </a:cubicBezTo>
                  <a:lnTo>
                    <a:pt x="1368" y="487"/>
                  </a:lnTo>
                  <a:cubicBezTo>
                    <a:pt x="1368" y="185"/>
                    <a:pt x="1159" y="0"/>
                    <a:pt x="8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45" name="Google Shape;1645;p51"/>
          <p:cNvGrpSpPr/>
          <p:nvPr/>
        </p:nvGrpSpPr>
        <p:grpSpPr>
          <a:xfrm>
            <a:off x="6717593" y="1824494"/>
            <a:ext cx="327950" cy="347650"/>
            <a:chOff x="5547675" y="1488850"/>
            <a:chExt cx="327950" cy="347650"/>
          </a:xfrm>
        </p:grpSpPr>
        <p:sp>
          <p:nvSpPr>
            <p:cNvPr id="1646" name="Google Shape;1646;p51"/>
            <p:cNvSpPr/>
            <p:nvPr/>
          </p:nvSpPr>
          <p:spPr>
            <a:xfrm>
              <a:off x="5660650" y="1534600"/>
              <a:ext cx="101400" cy="301900"/>
            </a:xfrm>
            <a:custGeom>
              <a:avLst/>
              <a:gdLst/>
              <a:ahLst/>
              <a:cxnLst/>
              <a:rect l="l" t="t" r="r" b="b"/>
              <a:pathLst>
                <a:path w="4056" h="12076" extrusionOk="0">
                  <a:moveTo>
                    <a:pt x="3291" y="6675"/>
                  </a:moveTo>
                  <a:lnTo>
                    <a:pt x="3291" y="7741"/>
                  </a:lnTo>
                  <a:lnTo>
                    <a:pt x="394" y="7741"/>
                  </a:lnTo>
                  <a:lnTo>
                    <a:pt x="394" y="6675"/>
                  </a:lnTo>
                  <a:close/>
                  <a:moveTo>
                    <a:pt x="2040" y="1"/>
                  </a:moveTo>
                  <a:cubicBezTo>
                    <a:pt x="1854" y="1"/>
                    <a:pt x="1553" y="209"/>
                    <a:pt x="1553" y="488"/>
                  </a:cubicBezTo>
                  <a:cubicBezTo>
                    <a:pt x="1460" y="395"/>
                    <a:pt x="1368" y="395"/>
                    <a:pt x="1368" y="395"/>
                  </a:cubicBezTo>
                  <a:cubicBezTo>
                    <a:pt x="974" y="395"/>
                    <a:pt x="788" y="673"/>
                    <a:pt x="788" y="974"/>
                  </a:cubicBezTo>
                  <a:lnTo>
                    <a:pt x="788" y="1252"/>
                  </a:lnTo>
                  <a:lnTo>
                    <a:pt x="580" y="1252"/>
                  </a:lnTo>
                  <a:cubicBezTo>
                    <a:pt x="209" y="1252"/>
                    <a:pt x="0" y="1554"/>
                    <a:pt x="0" y="1832"/>
                  </a:cubicBezTo>
                  <a:lnTo>
                    <a:pt x="0" y="5215"/>
                  </a:lnTo>
                  <a:cubicBezTo>
                    <a:pt x="0" y="5424"/>
                    <a:pt x="116" y="5609"/>
                    <a:pt x="209" y="5795"/>
                  </a:cubicBezTo>
                  <a:cubicBezTo>
                    <a:pt x="302" y="5887"/>
                    <a:pt x="394" y="6096"/>
                    <a:pt x="394" y="6189"/>
                  </a:cubicBezTo>
                  <a:lnTo>
                    <a:pt x="394" y="6281"/>
                  </a:lnTo>
                  <a:cubicBezTo>
                    <a:pt x="209" y="6281"/>
                    <a:pt x="0" y="6467"/>
                    <a:pt x="0" y="6675"/>
                  </a:cubicBezTo>
                  <a:lnTo>
                    <a:pt x="0" y="11890"/>
                  </a:lnTo>
                  <a:cubicBezTo>
                    <a:pt x="0" y="11982"/>
                    <a:pt x="116" y="12075"/>
                    <a:pt x="209" y="12075"/>
                  </a:cubicBezTo>
                  <a:cubicBezTo>
                    <a:pt x="302" y="12075"/>
                    <a:pt x="394" y="11982"/>
                    <a:pt x="394" y="11890"/>
                  </a:cubicBezTo>
                  <a:lnTo>
                    <a:pt x="394" y="8112"/>
                  </a:lnTo>
                  <a:lnTo>
                    <a:pt x="3291" y="8112"/>
                  </a:lnTo>
                  <a:lnTo>
                    <a:pt x="3291" y="11890"/>
                  </a:lnTo>
                  <a:cubicBezTo>
                    <a:pt x="3291" y="11982"/>
                    <a:pt x="3384" y="12075"/>
                    <a:pt x="3477" y="12075"/>
                  </a:cubicBezTo>
                  <a:cubicBezTo>
                    <a:pt x="3592" y="12075"/>
                    <a:pt x="3685" y="11982"/>
                    <a:pt x="3685" y="11890"/>
                  </a:cubicBezTo>
                  <a:lnTo>
                    <a:pt x="3685" y="6675"/>
                  </a:lnTo>
                  <a:cubicBezTo>
                    <a:pt x="3685" y="6467"/>
                    <a:pt x="3592" y="6281"/>
                    <a:pt x="3384" y="6281"/>
                  </a:cubicBezTo>
                  <a:cubicBezTo>
                    <a:pt x="3384" y="6096"/>
                    <a:pt x="3384" y="6003"/>
                    <a:pt x="3477" y="5887"/>
                  </a:cubicBezTo>
                  <a:lnTo>
                    <a:pt x="3871" y="5517"/>
                  </a:lnTo>
                  <a:cubicBezTo>
                    <a:pt x="3963" y="5308"/>
                    <a:pt x="4056" y="5123"/>
                    <a:pt x="4056" y="4844"/>
                  </a:cubicBezTo>
                  <a:lnTo>
                    <a:pt x="4056" y="4729"/>
                  </a:lnTo>
                  <a:cubicBezTo>
                    <a:pt x="4056" y="4636"/>
                    <a:pt x="4056" y="4543"/>
                    <a:pt x="3871" y="4543"/>
                  </a:cubicBezTo>
                  <a:cubicBezTo>
                    <a:pt x="3778" y="4543"/>
                    <a:pt x="3685" y="4636"/>
                    <a:pt x="3685" y="4729"/>
                  </a:cubicBezTo>
                  <a:lnTo>
                    <a:pt x="3685" y="4844"/>
                  </a:lnTo>
                  <a:cubicBezTo>
                    <a:pt x="3685" y="5030"/>
                    <a:pt x="3685" y="5123"/>
                    <a:pt x="3592" y="5215"/>
                  </a:cubicBezTo>
                  <a:lnTo>
                    <a:pt x="3198" y="5609"/>
                  </a:lnTo>
                  <a:cubicBezTo>
                    <a:pt x="3013" y="5795"/>
                    <a:pt x="2897" y="6003"/>
                    <a:pt x="2897" y="6281"/>
                  </a:cubicBezTo>
                  <a:lnTo>
                    <a:pt x="788" y="6281"/>
                  </a:lnTo>
                  <a:lnTo>
                    <a:pt x="788" y="6189"/>
                  </a:lnTo>
                  <a:cubicBezTo>
                    <a:pt x="788" y="6003"/>
                    <a:pt x="696" y="5702"/>
                    <a:pt x="487" y="5517"/>
                  </a:cubicBezTo>
                  <a:cubicBezTo>
                    <a:pt x="394" y="5424"/>
                    <a:pt x="394" y="5308"/>
                    <a:pt x="394" y="5215"/>
                  </a:cubicBezTo>
                  <a:lnTo>
                    <a:pt x="394" y="1832"/>
                  </a:lnTo>
                  <a:cubicBezTo>
                    <a:pt x="394" y="1739"/>
                    <a:pt x="487" y="1646"/>
                    <a:pt x="580" y="1646"/>
                  </a:cubicBezTo>
                  <a:cubicBezTo>
                    <a:pt x="696" y="1646"/>
                    <a:pt x="788" y="1739"/>
                    <a:pt x="788" y="1832"/>
                  </a:cubicBezTo>
                  <a:lnTo>
                    <a:pt x="788" y="3570"/>
                  </a:lnTo>
                  <a:cubicBezTo>
                    <a:pt x="788" y="3778"/>
                    <a:pt x="788" y="3778"/>
                    <a:pt x="974" y="3778"/>
                  </a:cubicBezTo>
                  <a:cubicBezTo>
                    <a:pt x="1066" y="3778"/>
                    <a:pt x="1159" y="3778"/>
                    <a:pt x="1159" y="3570"/>
                  </a:cubicBezTo>
                  <a:lnTo>
                    <a:pt x="1159" y="974"/>
                  </a:lnTo>
                  <a:cubicBezTo>
                    <a:pt x="1159" y="881"/>
                    <a:pt x="1275" y="789"/>
                    <a:pt x="1368" y="789"/>
                  </a:cubicBezTo>
                  <a:cubicBezTo>
                    <a:pt x="1368" y="789"/>
                    <a:pt x="1460" y="881"/>
                    <a:pt x="1460" y="974"/>
                  </a:cubicBezTo>
                  <a:lnTo>
                    <a:pt x="1460" y="3570"/>
                  </a:lnTo>
                  <a:cubicBezTo>
                    <a:pt x="1460" y="3778"/>
                    <a:pt x="1553" y="3778"/>
                    <a:pt x="1646" y="3778"/>
                  </a:cubicBezTo>
                  <a:lnTo>
                    <a:pt x="1738" y="3778"/>
                  </a:lnTo>
                  <a:cubicBezTo>
                    <a:pt x="1854" y="3778"/>
                    <a:pt x="1947" y="3686"/>
                    <a:pt x="1947" y="3570"/>
                  </a:cubicBezTo>
                  <a:lnTo>
                    <a:pt x="1947" y="974"/>
                  </a:lnTo>
                  <a:lnTo>
                    <a:pt x="1947" y="580"/>
                  </a:lnTo>
                  <a:cubicBezTo>
                    <a:pt x="1947" y="488"/>
                    <a:pt x="1947" y="488"/>
                    <a:pt x="2040" y="488"/>
                  </a:cubicBezTo>
                  <a:cubicBezTo>
                    <a:pt x="2132" y="488"/>
                    <a:pt x="2225" y="488"/>
                    <a:pt x="2225" y="580"/>
                  </a:cubicBezTo>
                  <a:lnTo>
                    <a:pt x="2225" y="3570"/>
                  </a:lnTo>
                  <a:cubicBezTo>
                    <a:pt x="2225" y="3778"/>
                    <a:pt x="2318" y="3778"/>
                    <a:pt x="2434" y="3778"/>
                  </a:cubicBezTo>
                  <a:cubicBezTo>
                    <a:pt x="2526" y="3778"/>
                    <a:pt x="2619" y="3778"/>
                    <a:pt x="2619" y="3570"/>
                  </a:cubicBezTo>
                  <a:lnTo>
                    <a:pt x="2619" y="974"/>
                  </a:lnTo>
                  <a:cubicBezTo>
                    <a:pt x="2619" y="881"/>
                    <a:pt x="2712" y="789"/>
                    <a:pt x="2804" y="789"/>
                  </a:cubicBezTo>
                  <a:cubicBezTo>
                    <a:pt x="2897" y="789"/>
                    <a:pt x="3013" y="881"/>
                    <a:pt x="3013" y="974"/>
                  </a:cubicBezTo>
                  <a:lnTo>
                    <a:pt x="3013" y="3964"/>
                  </a:lnTo>
                  <a:cubicBezTo>
                    <a:pt x="3013" y="4056"/>
                    <a:pt x="3106" y="4149"/>
                    <a:pt x="3198" y="4149"/>
                  </a:cubicBezTo>
                  <a:cubicBezTo>
                    <a:pt x="3291" y="4149"/>
                    <a:pt x="3384" y="4056"/>
                    <a:pt x="3384" y="3964"/>
                  </a:cubicBezTo>
                  <a:lnTo>
                    <a:pt x="3384" y="3199"/>
                  </a:lnTo>
                  <a:lnTo>
                    <a:pt x="3384" y="2898"/>
                  </a:lnTo>
                  <a:cubicBezTo>
                    <a:pt x="3592" y="2990"/>
                    <a:pt x="3685" y="3106"/>
                    <a:pt x="3685" y="3292"/>
                  </a:cubicBezTo>
                  <a:lnTo>
                    <a:pt x="3685" y="3964"/>
                  </a:lnTo>
                  <a:cubicBezTo>
                    <a:pt x="3685" y="4056"/>
                    <a:pt x="3778" y="4149"/>
                    <a:pt x="3871" y="4149"/>
                  </a:cubicBezTo>
                  <a:cubicBezTo>
                    <a:pt x="4056" y="4149"/>
                    <a:pt x="4056" y="4056"/>
                    <a:pt x="4056" y="3964"/>
                  </a:cubicBezTo>
                  <a:lnTo>
                    <a:pt x="4056" y="3292"/>
                  </a:lnTo>
                  <a:cubicBezTo>
                    <a:pt x="4056" y="2898"/>
                    <a:pt x="3778" y="2527"/>
                    <a:pt x="3384" y="2411"/>
                  </a:cubicBezTo>
                  <a:lnTo>
                    <a:pt x="3384" y="974"/>
                  </a:lnTo>
                  <a:cubicBezTo>
                    <a:pt x="3384" y="673"/>
                    <a:pt x="3198" y="395"/>
                    <a:pt x="2804" y="395"/>
                  </a:cubicBezTo>
                  <a:cubicBezTo>
                    <a:pt x="2712" y="395"/>
                    <a:pt x="2712" y="395"/>
                    <a:pt x="2619" y="488"/>
                  </a:cubicBezTo>
                  <a:cubicBezTo>
                    <a:pt x="2526" y="209"/>
                    <a:pt x="2318" y="1"/>
                    <a:pt x="20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7" name="Google Shape;1647;p51"/>
            <p:cNvSpPr/>
            <p:nvPr/>
          </p:nvSpPr>
          <p:spPr>
            <a:xfrm>
              <a:off x="5726125" y="1710750"/>
              <a:ext cx="9875" cy="7550"/>
            </a:xfrm>
            <a:custGeom>
              <a:avLst/>
              <a:gdLst/>
              <a:ahLst/>
              <a:cxnLst/>
              <a:rect l="l" t="t" r="r" b="b"/>
              <a:pathLst>
                <a:path w="395" h="302" extrusionOk="0">
                  <a:moveTo>
                    <a:pt x="185" y="0"/>
                  </a:moveTo>
                  <a:cubicBezTo>
                    <a:pt x="93" y="0"/>
                    <a:pt x="0" y="0"/>
                    <a:pt x="0" y="116"/>
                  </a:cubicBezTo>
                  <a:cubicBezTo>
                    <a:pt x="0" y="209"/>
                    <a:pt x="93" y="301"/>
                    <a:pt x="185" y="301"/>
                  </a:cubicBezTo>
                  <a:cubicBezTo>
                    <a:pt x="278" y="301"/>
                    <a:pt x="394" y="209"/>
                    <a:pt x="394" y="116"/>
                  </a:cubicBezTo>
                  <a:cubicBezTo>
                    <a:pt x="394" y="0"/>
                    <a:pt x="278" y="0"/>
                    <a:pt x="1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8" name="Google Shape;1648;p51"/>
            <p:cNvSpPr/>
            <p:nvPr/>
          </p:nvSpPr>
          <p:spPr>
            <a:xfrm>
              <a:off x="5547675" y="1587900"/>
              <a:ext cx="103725" cy="248600"/>
            </a:xfrm>
            <a:custGeom>
              <a:avLst/>
              <a:gdLst/>
              <a:ahLst/>
              <a:cxnLst/>
              <a:rect l="l" t="t" r="r" b="b"/>
              <a:pathLst>
                <a:path w="4149" h="9944" extrusionOk="0">
                  <a:moveTo>
                    <a:pt x="2109" y="395"/>
                  </a:moveTo>
                  <a:cubicBezTo>
                    <a:pt x="2202" y="395"/>
                    <a:pt x="2202" y="488"/>
                    <a:pt x="2202" y="580"/>
                  </a:cubicBezTo>
                  <a:lnTo>
                    <a:pt x="2202" y="3570"/>
                  </a:lnTo>
                  <a:cubicBezTo>
                    <a:pt x="2202" y="3663"/>
                    <a:pt x="2318" y="3755"/>
                    <a:pt x="2503" y="3755"/>
                  </a:cubicBezTo>
                  <a:cubicBezTo>
                    <a:pt x="2596" y="3755"/>
                    <a:pt x="2688" y="3663"/>
                    <a:pt x="2688" y="3570"/>
                  </a:cubicBezTo>
                  <a:lnTo>
                    <a:pt x="2688" y="974"/>
                  </a:lnTo>
                  <a:cubicBezTo>
                    <a:pt x="2688" y="858"/>
                    <a:pt x="2688" y="766"/>
                    <a:pt x="2781" y="766"/>
                  </a:cubicBezTo>
                  <a:cubicBezTo>
                    <a:pt x="2897" y="766"/>
                    <a:pt x="2990" y="858"/>
                    <a:pt x="2990" y="974"/>
                  </a:cubicBezTo>
                  <a:lnTo>
                    <a:pt x="2990" y="3871"/>
                  </a:lnTo>
                  <a:cubicBezTo>
                    <a:pt x="2990" y="3964"/>
                    <a:pt x="3082" y="4057"/>
                    <a:pt x="3175" y="4057"/>
                  </a:cubicBezTo>
                  <a:cubicBezTo>
                    <a:pt x="3360" y="4057"/>
                    <a:pt x="3476" y="3964"/>
                    <a:pt x="3476" y="3871"/>
                  </a:cubicBezTo>
                  <a:lnTo>
                    <a:pt x="3476" y="3176"/>
                  </a:lnTo>
                  <a:lnTo>
                    <a:pt x="3476" y="3083"/>
                  </a:lnTo>
                  <a:lnTo>
                    <a:pt x="3476" y="2805"/>
                  </a:lnTo>
                  <a:cubicBezTo>
                    <a:pt x="3569" y="2898"/>
                    <a:pt x="3754" y="3083"/>
                    <a:pt x="3754" y="3292"/>
                  </a:cubicBezTo>
                  <a:lnTo>
                    <a:pt x="3754" y="4821"/>
                  </a:lnTo>
                  <a:cubicBezTo>
                    <a:pt x="3754" y="4914"/>
                    <a:pt x="3662" y="5123"/>
                    <a:pt x="3569" y="5215"/>
                  </a:cubicBezTo>
                  <a:lnTo>
                    <a:pt x="3268" y="5493"/>
                  </a:lnTo>
                  <a:cubicBezTo>
                    <a:pt x="3082" y="5702"/>
                    <a:pt x="2990" y="5887"/>
                    <a:pt x="2990" y="6189"/>
                  </a:cubicBezTo>
                  <a:lnTo>
                    <a:pt x="765" y="6189"/>
                  </a:lnTo>
                  <a:lnTo>
                    <a:pt x="765" y="6073"/>
                  </a:lnTo>
                  <a:cubicBezTo>
                    <a:pt x="765" y="5887"/>
                    <a:pt x="672" y="5702"/>
                    <a:pt x="579" y="5493"/>
                  </a:cubicBezTo>
                  <a:cubicBezTo>
                    <a:pt x="464" y="5401"/>
                    <a:pt x="371" y="5215"/>
                    <a:pt x="371" y="5123"/>
                  </a:cubicBezTo>
                  <a:lnTo>
                    <a:pt x="371" y="1739"/>
                  </a:lnTo>
                  <a:cubicBezTo>
                    <a:pt x="371" y="1646"/>
                    <a:pt x="464" y="1646"/>
                    <a:pt x="579" y="1646"/>
                  </a:cubicBezTo>
                  <a:cubicBezTo>
                    <a:pt x="672" y="1646"/>
                    <a:pt x="765" y="1646"/>
                    <a:pt x="765" y="1739"/>
                  </a:cubicBezTo>
                  <a:lnTo>
                    <a:pt x="765" y="3570"/>
                  </a:lnTo>
                  <a:cubicBezTo>
                    <a:pt x="765" y="3663"/>
                    <a:pt x="858" y="3755"/>
                    <a:pt x="950" y="3755"/>
                  </a:cubicBezTo>
                  <a:cubicBezTo>
                    <a:pt x="1043" y="3755"/>
                    <a:pt x="1159" y="3663"/>
                    <a:pt x="1159" y="3570"/>
                  </a:cubicBezTo>
                  <a:lnTo>
                    <a:pt x="1159" y="974"/>
                  </a:lnTo>
                  <a:cubicBezTo>
                    <a:pt x="1159" y="858"/>
                    <a:pt x="1252" y="766"/>
                    <a:pt x="1344" y="766"/>
                  </a:cubicBezTo>
                  <a:cubicBezTo>
                    <a:pt x="1437" y="766"/>
                    <a:pt x="1437" y="766"/>
                    <a:pt x="1530" y="858"/>
                  </a:cubicBezTo>
                  <a:lnTo>
                    <a:pt x="1530" y="3570"/>
                  </a:lnTo>
                  <a:cubicBezTo>
                    <a:pt x="1530" y="3663"/>
                    <a:pt x="1622" y="3755"/>
                    <a:pt x="1738" y="3755"/>
                  </a:cubicBezTo>
                  <a:lnTo>
                    <a:pt x="1831" y="3663"/>
                  </a:lnTo>
                  <a:lnTo>
                    <a:pt x="1924" y="3570"/>
                  </a:lnTo>
                  <a:lnTo>
                    <a:pt x="1924" y="974"/>
                  </a:lnTo>
                  <a:lnTo>
                    <a:pt x="1924" y="858"/>
                  </a:lnTo>
                  <a:lnTo>
                    <a:pt x="1924" y="580"/>
                  </a:lnTo>
                  <a:cubicBezTo>
                    <a:pt x="1924" y="488"/>
                    <a:pt x="2016" y="395"/>
                    <a:pt x="2109" y="395"/>
                  </a:cubicBezTo>
                  <a:close/>
                  <a:moveTo>
                    <a:pt x="2109" y="1"/>
                  </a:moveTo>
                  <a:cubicBezTo>
                    <a:pt x="1831" y="1"/>
                    <a:pt x="1622" y="94"/>
                    <a:pt x="1530" y="395"/>
                  </a:cubicBezTo>
                  <a:cubicBezTo>
                    <a:pt x="1437" y="395"/>
                    <a:pt x="1437" y="279"/>
                    <a:pt x="1344" y="279"/>
                  </a:cubicBezTo>
                  <a:cubicBezTo>
                    <a:pt x="950" y="279"/>
                    <a:pt x="765" y="580"/>
                    <a:pt x="765" y="974"/>
                  </a:cubicBezTo>
                  <a:lnTo>
                    <a:pt x="765" y="1252"/>
                  </a:lnTo>
                  <a:cubicBezTo>
                    <a:pt x="672" y="1252"/>
                    <a:pt x="672" y="1160"/>
                    <a:pt x="579" y="1160"/>
                  </a:cubicBezTo>
                  <a:cubicBezTo>
                    <a:pt x="278" y="1160"/>
                    <a:pt x="0" y="1438"/>
                    <a:pt x="0" y="1739"/>
                  </a:cubicBezTo>
                  <a:lnTo>
                    <a:pt x="0" y="5123"/>
                  </a:lnTo>
                  <a:cubicBezTo>
                    <a:pt x="0" y="5308"/>
                    <a:pt x="93" y="5609"/>
                    <a:pt x="185" y="5702"/>
                  </a:cubicBezTo>
                  <a:cubicBezTo>
                    <a:pt x="278" y="5887"/>
                    <a:pt x="371" y="5980"/>
                    <a:pt x="371" y="6073"/>
                  </a:cubicBezTo>
                  <a:lnTo>
                    <a:pt x="371" y="6189"/>
                  </a:lnTo>
                  <a:cubicBezTo>
                    <a:pt x="185" y="6281"/>
                    <a:pt x="0" y="6374"/>
                    <a:pt x="0" y="6560"/>
                  </a:cubicBezTo>
                  <a:lnTo>
                    <a:pt x="0" y="9758"/>
                  </a:lnTo>
                  <a:cubicBezTo>
                    <a:pt x="0" y="9850"/>
                    <a:pt x="93" y="9943"/>
                    <a:pt x="185" y="9943"/>
                  </a:cubicBezTo>
                  <a:cubicBezTo>
                    <a:pt x="371" y="9943"/>
                    <a:pt x="464" y="9850"/>
                    <a:pt x="464" y="9758"/>
                  </a:cubicBezTo>
                  <a:lnTo>
                    <a:pt x="464" y="8020"/>
                  </a:lnTo>
                  <a:lnTo>
                    <a:pt x="765" y="8020"/>
                  </a:lnTo>
                  <a:cubicBezTo>
                    <a:pt x="858" y="8020"/>
                    <a:pt x="950" y="7927"/>
                    <a:pt x="950" y="7811"/>
                  </a:cubicBezTo>
                  <a:cubicBezTo>
                    <a:pt x="950" y="7718"/>
                    <a:pt x="858" y="7626"/>
                    <a:pt x="765" y="7626"/>
                  </a:cubicBezTo>
                  <a:lnTo>
                    <a:pt x="464" y="7626"/>
                  </a:lnTo>
                  <a:lnTo>
                    <a:pt x="464" y="6652"/>
                  </a:lnTo>
                  <a:lnTo>
                    <a:pt x="3268" y="6652"/>
                  </a:lnTo>
                  <a:lnTo>
                    <a:pt x="3268" y="7626"/>
                  </a:lnTo>
                  <a:lnTo>
                    <a:pt x="1622" y="7626"/>
                  </a:lnTo>
                  <a:cubicBezTo>
                    <a:pt x="1530" y="7626"/>
                    <a:pt x="1437" y="7718"/>
                    <a:pt x="1437" y="7811"/>
                  </a:cubicBezTo>
                  <a:cubicBezTo>
                    <a:pt x="1437" y="7927"/>
                    <a:pt x="1530" y="8020"/>
                    <a:pt x="1622" y="8020"/>
                  </a:cubicBezTo>
                  <a:lnTo>
                    <a:pt x="3268" y="8020"/>
                  </a:lnTo>
                  <a:lnTo>
                    <a:pt x="3268" y="9758"/>
                  </a:lnTo>
                  <a:cubicBezTo>
                    <a:pt x="3268" y="9850"/>
                    <a:pt x="3360" y="9943"/>
                    <a:pt x="3476" y="9943"/>
                  </a:cubicBezTo>
                  <a:cubicBezTo>
                    <a:pt x="3662" y="9943"/>
                    <a:pt x="3754" y="9850"/>
                    <a:pt x="3754" y="9758"/>
                  </a:cubicBezTo>
                  <a:lnTo>
                    <a:pt x="3754" y="6560"/>
                  </a:lnTo>
                  <a:cubicBezTo>
                    <a:pt x="3754" y="6374"/>
                    <a:pt x="3569" y="6281"/>
                    <a:pt x="3360" y="6189"/>
                  </a:cubicBezTo>
                  <a:cubicBezTo>
                    <a:pt x="3360" y="6073"/>
                    <a:pt x="3360" y="5887"/>
                    <a:pt x="3569" y="5795"/>
                  </a:cubicBezTo>
                  <a:lnTo>
                    <a:pt x="3847" y="5493"/>
                  </a:lnTo>
                  <a:cubicBezTo>
                    <a:pt x="4056" y="5308"/>
                    <a:pt x="4148" y="5030"/>
                    <a:pt x="4148" y="4821"/>
                  </a:cubicBezTo>
                  <a:lnTo>
                    <a:pt x="4148" y="3292"/>
                  </a:lnTo>
                  <a:cubicBezTo>
                    <a:pt x="4148" y="2805"/>
                    <a:pt x="3847" y="2504"/>
                    <a:pt x="3476" y="2411"/>
                  </a:cubicBezTo>
                  <a:lnTo>
                    <a:pt x="3476" y="974"/>
                  </a:lnTo>
                  <a:cubicBezTo>
                    <a:pt x="3476" y="580"/>
                    <a:pt x="3175" y="279"/>
                    <a:pt x="2781" y="279"/>
                  </a:cubicBezTo>
                  <a:cubicBezTo>
                    <a:pt x="2781" y="279"/>
                    <a:pt x="2688" y="395"/>
                    <a:pt x="2596" y="395"/>
                  </a:cubicBezTo>
                  <a:cubicBezTo>
                    <a:pt x="2596" y="94"/>
                    <a:pt x="2318" y="1"/>
                    <a:pt x="2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49" name="Google Shape;1649;p51"/>
            <p:cNvSpPr/>
            <p:nvPr/>
          </p:nvSpPr>
          <p:spPr>
            <a:xfrm>
              <a:off x="5614875" y="1761725"/>
              <a:ext cx="7550" cy="6975"/>
            </a:xfrm>
            <a:custGeom>
              <a:avLst/>
              <a:gdLst/>
              <a:ahLst/>
              <a:cxnLst/>
              <a:rect l="l" t="t" r="r" b="b"/>
              <a:pathLst>
                <a:path w="302" h="279" extrusionOk="0">
                  <a:moveTo>
                    <a:pt x="93" y="1"/>
                  </a:moveTo>
                  <a:cubicBezTo>
                    <a:pt x="93" y="1"/>
                    <a:pt x="0" y="93"/>
                    <a:pt x="0" y="186"/>
                  </a:cubicBezTo>
                  <a:cubicBezTo>
                    <a:pt x="0" y="279"/>
                    <a:pt x="93" y="279"/>
                    <a:pt x="93" y="279"/>
                  </a:cubicBezTo>
                  <a:cubicBezTo>
                    <a:pt x="209" y="279"/>
                    <a:pt x="302" y="279"/>
                    <a:pt x="302" y="186"/>
                  </a:cubicBezTo>
                  <a:cubicBezTo>
                    <a:pt x="302" y="93"/>
                    <a:pt x="209" y="1"/>
                    <a:pt x="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0" name="Google Shape;1650;p51"/>
            <p:cNvSpPr/>
            <p:nvPr/>
          </p:nvSpPr>
          <p:spPr>
            <a:xfrm>
              <a:off x="5771875" y="1488850"/>
              <a:ext cx="103750" cy="347650"/>
            </a:xfrm>
            <a:custGeom>
              <a:avLst/>
              <a:gdLst/>
              <a:ahLst/>
              <a:cxnLst/>
              <a:rect l="l" t="t" r="r" b="b"/>
              <a:pathLst>
                <a:path w="4150" h="13905" extrusionOk="0">
                  <a:moveTo>
                    <a:pt x="2133" y="394"/>
                  </a:moveTo>
                  <a:cubicBezTo>
                    <a:pt x="2226" y="394"/>
                    <a:pt x="2318" y="487"/>
                    <a:pt x="2318" y="579"/>
                  </a:cubicBezTo>
                  <a:lnTo>
                    <a:pt x="2318" y="3569"/>
                  </a:lnTo>
                  <a:cubicBezTo>
                    <a:pt x="2318" y="3662"/>
                    <a:pt x="2411" y="3778"/>
                    <a:pt x="2504" y="3778"/>
                  </a:cubicBezTo>
                  <a:cubicBezTo>
                    <a:pt x="2620" y="3778"/>
                    <a:pt x="2712" y="3662"/>
                    <a:pt x="2712" y="3569"/>
                  </a:cubicBezTo>
                  <a:lnTo>
                    <a:pt x="2712" y="973"/>
                  </a:lnTo>
                  <a:cubicBezTo>
                    <a:pt x="2712" y="881"/>
                    <a:pt x="2805" y="765"/>
                    <a:pt x="2898" y="765"/>
                  </a:cubicBezTo>
                  <a:cubicBezTo>
                    <a:pt x="2990" y="765"/>
                    <a:pt x="3083" y="881"/>
                    <a:pt x="3083" y="973"/>
                  </a:cubicBezTo>
                  <a:lnTo>
                    <a:pt x="3083" y="3870"/>
                  </a:lnTo>
                  <a:cubicBezTo>
                    <a:pt x="3083" y="3963"/>
                    <a:pt x="3199" y="4056"/>
                    <a:pt x="3292" y="4056"/>
                  </a:cubicBezTo>
                  <a:cubicBezTo>
                    <a:pt x="3384" y="4056"/>
                    <a:pt x="3477" y="3963"/>
                    <a:pt x="3477" y="3870"/>
                  </a:cubicBezTo>
                  <a:lnTo>
                    <a:pt x="3477" y="2804"/>
                  </a:lnTo>
                  <a:cubicBezTo>
                    <a:pt x="3663" y="2897"/>
                    <a:pt x="3778" y="3082"/>
                    <a:pt x="3778" y="3291"/>
                  </a:cubicBezTo>
                  <a:lnTo>
                    <a:pt x="3778" y="4820"/>
                  </a:lnTo>
                  <a:cubicBezTo>
                    <a:pt x="3778" y="5029"/>
                    <a:pt x="3663" y="5122"/>
                    <a:pt x="3570" y="5214"/>
                  </a:cubicBezTo>
                  <a:lnTo>
                    <a:pt x="3292" y="5516"/>
                  </a:lnTo>
                  <a:cubicBezTo>
                    <a:pt x="3083" y="5701"/>
                    <a:pt x="2990" y="5979"/>
                    <a:pt x="2990" y="6280"/>
                  </a:cubicBezTo>
                  <a:lnTo>
                    <a:pt x="882" y="6280"/>
                  </a:lnTo>
                  <a:lnTo>
                    <a:pt x="882" y="6188"/>
                  </a:lnTo>
                  <a:cubicBezTo>
                    <a:pt x="882" y="5886"/>
                    <a:pt x="766" y="5701"/>
                    <a:pt x="580" y="5516"/>
                  </a:cubicBezTo>
                  <a:cubicBezTo>
                    <a:pt x="488" y="5400"/>
                    <a:pt x="488" y="5307"/>
                    <a:pt x="488" y="5122"/>
                  </a:cubicBezTo>
                  <a:lnTo>
                    <a:pt x="488" y="1831"/>
                  </a:lnTo>
                  <a:cubicBezTo>
                    <a:pt x="488" y="1738"/>
                    <a:pt x="488" y="1645"/>
                    <a:pt x="580" y="1645"/>
                  </a:cubicBezTo>
                  <a:cubicBezTo>
                    <a:pt x="673" y="1645"/>
                    <a:pt x="766" y="1738"/>
                    <a:pt x="766" y="1831"/>
                  </a:cubicBezTo>
                  <a:lnTo>
                    <a:pt x="766" y="3569"/>
                  </a:lnTo>
                  <a:cubicBezTo>
                    <a:pt x="766" y="3662"/>
                    <a:pt x="882" y="3778"/>
                    <a:pt x="974" y="3778"/>
                  </a:cubicBezTo>
                  <a:cubicBezTo>
                    <a:pt x="1160" y="3778"/>
                    <a:pt x="1160" y="3662"/>
                    <a:pt x="1160" y="3569"/>
                  </a:cubicBezTo>
                  <a:lnTo>
                    <a:pt x="1160" y="973"/>
                  </a:lnTo>
                  <a:cubicBezTo>
                    <a:pt x="1160" y="881"/>
                    <a:pt x="1252" y="765"/>
                    <a:pt x="1345" y="765"/>
                  </a:cubicBezTo>
                  <a:cubicBezTo>
                    <a:pt x="1461" y="765"/>
                    <a:pt x="1554" y="881"/>
                    <a:pt x="1554" y="973"/>
                  </a:cubicBezTo>
                  <a:lnTo>
                    <a:pt x="1554" y="3569"/>
                  </a:lnTo>
                  <a:cubicBezTo>
                    <a:pt x="1554" y="3662"/>
                    <a:pt x="1646" y="3778"/>
                    <a:pt x="1739" y="3778"/>
                  </a:cubicBezTo>
                  <a:lnTo>
                    <a:pt x="1832" y="3778"/>
                  </a:lnTo>
                  <a:cubicBezTo>
                    <a:pt x="1924" y="3662"/>
                    <a:pt x="1924" y="3662"/>
                    <a:pt x="1924" y="3569"/>
                  </a:cubicBezTo>
                  <a:lnTo>
                    <a:pt x="1924" y="973"/>
                  </a:lnTo>
                  <a:lnTo>
                    <a:pt x="1924" y="881"/>
                  </a:lnTo>
                  <a:lnTo>
                    <a:pt x="1924" y="579"/>
                  </a:lnTo>
                  <a:cubicBezTo>
                    <a:pt x="1924" y="487"/>
                    <a:pt x="2040" y="394"/>
                    <a:pt x="2133" y="394"/>
                  </a:cubicBezTo>
                  <a:close/>
                  <a:moveTo>
                    <a:pt x="3384" y="6674"/>
                  </a:moveTo>
                  <a:lnTo>
                    <a:pt x="3384" y="7625"/>
                  </a:lnTo>
                  <a:lnTo>
                    <a:pt x="488" y="7625"/>
                  </a:lnTo>
                  <a:lnTo>
                    <a:pt x="488" y="6674"/>
                  </a:lnTo>
                  <a:close/>
                  <a:moveTo>
                    <a:pt x="2133" y="0"/>
                  </a:moveTo>
                  <a:cubicBezTo>
                    <a:pt x="1832" y="0"/>
                    <a:pt x="1646" y="185"/>
                    <a:pt x="1554" y="394"/>
                  </a:cubicBezTo>
                  <a:lnTo>
                    <a:pt x="1345" y="394"/>
                  </a:lnTo>
                  <a:cubicBezTo>
                    <a:pt x="1067" y="394"/>
                    <a:pt x="766" y="672"/>
                    <a:pt x="766" y="973"/>
                  </a:cubicBezTo>
                  <a:lnTo>
                    <a:pt x="766" y="1251"/>
                  </a:lnTo>
                  <a:lnTo>
                    <a:pt x="580" y="1251"/>
                  </a:lnTo>
                  <a:cubicBezTo>
                    <a:pt x="302" y="1251"/>
                    <a:pt x="1" y="1553"/>
                    <a:pt x="1" y="1831"/>
                  </a:cubicBezTo>
                  <a:lnTo>
                    <a:pt x="1" y="5122"/>
                  </a:lnTo>
                  <a:cubicBezTo>
                    <a:pt x="1" y="5400"/>
                    <a:pt x="94" y="5608"/>
                    <a:pt x="302" y="5794"/>
                  </a:cubicBezTo>
                  <a:cubicBezTo>
                    <a:pt x="395" y="5886"/>
                    <a:pt x="395" y="5979"/>
                    <a:pt x="395" y="6188"/>
                  </a:cubicBezTo>
                  <a:lnTo>
                    <a:pt x="395" y="6280"/>
                  </a:lnTo>
                  <a:cubicBezTo>
                    <a:pt x="186" y="6280"/>
                    <a:pt x="94" y="6466"/>
                    <a:pt x="94" y="6674"/>
                  </a:cubicBezTo>
                  <a:lnTo>
                    <a:pt x="94" y="13720"/>
                  </a:lnTo>
                  <a:cubicBezTo>
                    <a:pt x="94" y="13812"/>
                    <a:pt x="186" y="13905"/>
                    <a:pt x="302" y="13905"/>
                  </a:cubicBezTo>
                  <a:cubicBezTo>
                    <a:pt x="395" y="13905"/>
                    <a:pt x="488" y="13812"/>
                    <a:pt x="488" y="13720"/>
                  </a:cubicBezTo>
                  <a:lnTo>
                    <a:pt x="488" y="8019"/>
                  </a:lnTo>
                  <a:lnTo>
                    <a:pt x="3384" y="8019"/>
                  </a:lnTo>
                  <a:lnTo>
                    <a:pt x="3384" y="10429"/>
                  </a:lnTo>
                  <a:cubicBezTo>
                    <a:pt x="3384" y="10522"/>
                    <a:pt x="3477" y="10614"/>
                    <a:pt x="3570" y="10614"/>
                  </a:cubicBezTo>
                  <a:cubicBezTo>
                    <a:pt x="3663" y="10614"/>
                    <a:pt x="3778" y="10522"/>
                    <a:pt x="3778" y="10429"/>
                  </a:cubicBezTo>
                  <a:lnTo>
                    <a:pt x="3778" y="6674"/>
                  </a:lnTo>
                  <a:cubicBezTo>
                    <a:pt x="3778" y="6466"/>
                    <a:pt x="3570" y="6280"/>
                    <a:pt x="3384" y="6280"/>
                  </a:cubicBezTo>
                  <a:cubicBezTo>
                    <a:pt x="3384" y="6095"/>
                    <a:pt x="3477" y="5886"/>
                    <a:pt x="3570" y="5794"/>
                  </a:cubicBezTo>
                  <a:lnTo>
                    <a:pt x="3871" y="5516"/>
                  </a:lnTo>
                  <a:cubicBezTo>
                    <a:pt x="4057" y="5307"/>
                    <a:pt x="4149" y="5122"/>
                    <a:pt x="4149" y="4820"/>
                  </a:cubicBezTo>
                  <a:lnTo>
                    <a:pt x="4149" y="3291"/>
                  </a:lnTo>
                  <a:cubicBezTo>
                    <a:pt x="4149" y="2897"/>
                    <a:pt x="3871" y="2503"/>
                    <a:pt x="3477" y="2410"/>
                  </a:cubicBezTo>
                  <a:lnTo>
                    <a:pt x="3477" y="973"/>
                  </a:lnTo>
                  <a:cubicBezTo>
                    <a:pt x="3477" y="672"/>
                    <a:pt x="3199" y="394"/>
                    <a:pt x="2898" y="394"/>
                  </a:cubicBezTo>
                  <a:lnTo>
                    <a:pt x="2712" y="394"/>
                  </a:lnTo>
                  <a:cubicBezTo>
                    <a:pt x="2620" y="185"/>
                    <a:pt x="2411" y="0"/>
                    <a:pt x="21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1" name="Google Shape;1651;p51"/>
            <p:cNvSpPr/>
            <p:nvPr/>
          </p:nvSpPr>
          <p:spPr>
            <a:xfrm>
              <a:off x="5856475" y="1764050"/>
              <a:ext cx="9875" cy="72450"/>
            </a:xfrm>
            <a:custGeom>
              <a:avLst/>
              <a:gdLst/>
              <a:ahLst/>
              <a:cxnLst/>
              <a:rect l="l" t="t" r="r" b="b"/>
              <a:pathLst>
                <a:path w="395" h="2898" extrusionOk="0">
                  <a:moveTo>
                    <a:pt x="186" y="0"/>
                  </a:moveTo>
                  <a:cubicBezTo>
                    <a:pt x="93" y="0"/>
                    <a:pt x="0" y="93"/>
                    <a:pt x="0" y="186"/>
                  </a:cubicBezTo>
                  <a:lnTo>
                    <a:pt x="0" y="2712"/>
                  </a:lnTo>
                  <a:cubicBezTo>
                    <a:pt x="0" y="2804"/>
                    <a:pt x="93" y="2897"/>
                    <a:pt x="186" y="2897"/>
                  </a:cubicBezTo>
                  <a:cubicBezTo>
                    <a:pt x="279" y="2897"/>
                    <a:pt x="394" y="2804"/>
                    <a:pt x="394" y="2712"/>
                  </a:cubicBezTo>
                  <a:lnTo>
                    <a:pt x="394" y="186"/>
                  </a:lnTo>
                  <a:cubicBezTo>
                    <a:pt x="394" y="93"/>
                    <a:pt x="279"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2" name="Google Shape;1652;p51"/>
            <p:cNvSpPr/>
            <p:nvPr/>
          </p:nvSpPr>
          <p:spPr>
            <a:xfrm>
              <a:off x="5839675" y="1662650"/>
              <a:ext cx="9300" cy="9875"/>
            </a:xfrm>
            <a:custGeom>
              <a:avLst/>
              <a:gdLst/>
              <a:ahLst/>
              <a:cxnLst/>
              <a:rect l="l" t="t" r="r" b="b"/>
              <a:pathLst>
                <a:path w="372" h="395" extrusionOk="0">
                  <a:moveTo>
                    <a:pt x="186" y="1"/>
                  </a:moveTo>
                  <a:cubicBezTo>
                    <a:pt x="93" y="1"/>
                    <a:pt x="0" y="93"/>
                    <a:pt x="0" y="186"/>
                  </a:cubicBezTo>
                  <a:cubicBezTo>
                    <a:pt x="0" y="302"/>
                    <a:pt x="93" y="395"/>
                    <a:pt x="186" y="395"/>
                  </a:cubicBezTo>
                  <a:cubicBezTo>
                    <a:pt x="278" y="395"/>
                    <a:pt x="371" y="302"/>
                    <a:pt x="371" y="186"/>
                  </a:cubicBezTo>
                  <a:cubicBezTo>
                    <a:pt x="371" y="93"/>
                    <a:pt x="278"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53" name="Google Shape;1653;p51"/>
          <p:cNvGrpSpPr/>
          <p:nvPr/>
        </p:nvGrpSpPr>
        <p:grpSpPr>
          <a:xfrm>
            <a:off x="4293418" y="3557369"/>
            <a:ext cx="318675" cy="347650"/>
            <a:chOff x="6295650" y="1488850"/>
            <a:chExt cx="318675" cy="347650"/>
          </a:xfrm>
        </p:grpSpPr>
        <p:sp>
          <p:nvSpPr>
            <p:cNvPr id="1654" name="Google Shape;1654;p51"/>
            <p:cNvSpPr/>
            <p:nvPr/>
          </p:nvSpPr>
          <p:spPr>
            <a:xfrm>
              <a:off x="6295650" y="1488850"/>
              <a:ext cx="318675" cy="347650"/>
            </a:xfrm>
            <a:custGeom>
              <a:avLst/>
              <a:gdLst/>
              <a:ahLst/>
              <a:cxnLst/>
              <a:rect l="l" t="t" r="r" b="b"/>
              <a:pathLst>
                <a:path w="12747" h="13905" extrusionOk="0">
                  <a:moveTo>
                    <a:pt x="3291" y="394"/>
                  </a:moveTo>
                  <a:cubicBezTo>
                    <a:pt x="3871" y="394"/>
                    <a:pt x="4357" y="881"/>
                    <a:pt x="4450" y="1460"/>
                  </a:cubicBezTo>
                  <a:cubicBezTo>
                    <a:pt x="4450" y="1553"/>
                    <a:pt x="4543" y="1738"/>
                    <a:pt x="4728" y="1738"/>
                  </a:cubicBezTo>
                  <a:lnTo>
                    <a:pt x="6188" y="1738"/>
                  </a:lnTo>
                  <a:lnTo>
                    <a:pt x="6188" y="3082"/>
                  </a:lnTo>
                  <a:cubicBezTo>
                    <a:pt x="5794" y="3082"/>
                    <a:pt x="5423" y="3291"/>
                    <a:pt x="5215" y="3662"/>
                  </a:cubicBezTo>
                  <a:cubicBezTo>
                    <a:pt x="5215" y="3569"/>
                    <a:pt x="5122" y="3476"/>
                    <a:pt x="5029" y="3476"/>
                  </a:cubicBezTo>
                  <a:cubicBezTo>
                    <a:pt x="4937" y="3476"/>
                    <a:pt x="4844" y="3569"/>
                    <a:pt x="4844" y="3662"/>
                  </a:cubicBezTo>
                  <a:cubicBezTo>
                    <a:pt x="4728" y="3778"/>
                    <a:pt x="4844" y="3870"/>
                    <a:pt x="5029" y="3870"/>
                  </a:cubicBezTo>
                  <a:cubicBezTo>
                    <a:pt x="4937" y="4056"/>
                    <a:pt x="4844" y="4357"/>
                    <a:pt x="4844" y="4542"/>
                  </a:cubicBezTo>
                  <a:cubicBezTo>
                    <a:pt x="4844" y="5307"/>
                    <a:pt x="5423" y="5886"/>
                    <a:pt x="6188" y="6095"/>
                  </a:cubicBezTo>
                  <a:lnTo>
                    <a:pt x="6188" y="7439"/>
                  </a:lnTo>
                  <a:lnTo>
                    <a:pt x="5215" y="7439"/>
                  </a:lnTo>
                  <a:cubicBezTo>
                    <a:pt x="5029" y="7439"/>
                    <a:pt x="4937" y="7532"/>
                    <a:pt x="4937" y="7625"/>
                  </a:cubicBezTo>
                  <a:cubicBezTo>
                    <a:pt x="4937" y="7717"/>
                    <a:pt x="5029" y="7833"/>
                    <a:pt x="5215" y="7833"/>
                  </a:cubicBezTo>
                  <a:lnTo>
                    <a:pt x="6188" y="7833"/>
                  </a:lnTo>
                  <a:lnTo>
                    <a:pt x="6188" y="9270"/>
                  </a:lnTo>
                  <a:cubicBezTo>
                    <a:pt x="6188" y="9455"/>
                    <a:pt x="6281" y="9571"/>
                    <a:pt x="6466" y="9571"/>
                  </a:cubicBezTo>
                  <a:lnTo>
                    <a:pt x="6582" y="9571"/>
                  </a:lnTo>
                  <a:cubicBezTo>
                    <a:pt x="7046" y="9664"/>
                    <a:pt x="7439" y="10151"/>
                    <a:pt x="7439" y="10614"/>
                  </a:cubicBezTo>
                  <a:cubicBezTo>
                    <a:pt x="7439" y="11194"/>
                    <a:pt x="7046" y="11680"/>
                    <a:pt x="6582" y="11680"/>
                  </a:cubicBezTo>
                  <a:cubicBezTo>
                    <a:pt x="6582" y="11680"/>
                    <a:pt x="6582" y="11773"/>
                    <a:pt x="6466" y="11773"/>
                  </a:cubicBezTo>
                  <a:cubicBezTo>
                    <a:pt x="6281" y="11773"/>
                    <a:pt x="6188" y="11889"/>
                    <a:pt x="6188" y="11982"/>
                  </a:cubicBezTo>
                  <a:lnTo>
                    <a:pt x="6188" y="12074"/>
                  </a:lnTo>
                  <a:lnTo>
                    <a:pt x="6188" y="13418"/>
                  </a:lnTo>
                  <a:cubicBezTo>
                    <a:pt x="6188" y="13418"/>
                    <a:pt x="6188" y="13511"/>
                    <a:pt x="6095" y="13511"/>
                  </a:cubicBezTo>
                  <a:lnTo>
                    <a:pt x="4844" y="13511"/>
                  </a:lnTo>
                  <a:cubicBezTo>
                    <a:pt x="4728" y="12746"/>
                    <a:pt x="4056" y="12167"/>
                    <a:pt x="3291" y="12167"/>
                  </a:cubicBezTo>
                  <a:cubicBezTo>
                    <a:pt x="2526" y="12167"/>
                    <a:pt x="1947" y="12746"/>
                    <a:pt x="1831" y="13511"/>
                  </a:cubicBezTo>
                  <a:lnTo>
                    <a:pt x="487" y="13511"/>
                  </a:lnTo>
                  <a:lnTo>
                    <a:pt x="487" y="13418"/>
                  </a:lnTo>
                  <a:lnTo>
                    <a:pt x="487" y="7926"/>
                  </a:lnTo>
                  <a:lnTo>
                    <a:pt x="487" y="7833"/>
                  </a:lnTo>
                  <a:lnTo>
                    <a:pt x="2990" y="7833"/>
                  </a:lnTo>
                  <a:cubicBezTo>
                    <a:pt x="2990" y="7926"/>
                    <a:pt x="3106" y="7926"/>
                    <a:pt x="3106" y="7926"/>
                  </a:cubicBezTo>
                  <a:cubicBezTo>
                    <a:pt x="3198" y="7926"/>
                    <a:pt x="3198" y="7833"/>
                    <a:pt x="3291" y="7833"/>
                  </a:cubicBezTo>
                  <a:lnTo>
                    <a:pt x="4264" y="7833"/>
                  </a:lnTo>
                  <a:cubicBezTo>
                    <a:pt x="4357" y="7833"/>
                    <a:pt x="4450" y="7717"/>
                    <a:pt x="4450" y="7625"/>
                  </a:cubicBezTo>
                  <a:cubicBezTo>
                    <a:pt x="4450" y="7532"/>
                    <a:pt x="4357" y="7439"/>
                    <a:pt x="4264" y="7439"/>
                  </a:cubicBezTo>
                  <a:lnTo>
                    <a:pt x="487" y="7439"/>
                  </a:lnTo>
                  <a:lnTo>
                    <a:pt x="487" y="7347"/>
                  </a:lnTo>
                  <a:lnTo>
                    <a:pt x="487" y="1738"/>
                  </a:lnTo>
                  <a:lnTo>
                    <a:pt x="1947" y="1738"/>
                  </a:lnTo>
                  <a:cubicBezTo>
                    <a:pt x="2132" y="1738"/>
                    <a:pt x="2225" y="1553"/>
                    <a:pt x="2225" y="1460"/>
                  </a:cubicBezTo>
                  <a:cubicBezTo>
                    <a:pt x="2225" y="881"/>
                    <a:pt x="2712" y="394"/>
                    <a:pt x="3291" y="394"/>
                  </a:cubicBezTo>
                  <a:close/>
                  <a:moveTo>
                    <a:pt x="9479" y="6466"/>
                  </a:moveTo>
                  <a:cubicBezTo>
                    <a:pt x="9664" y="6466"/>
                    <a:pt x="9850" y="6559"/>
                    <a:pt x="10058" y="6674"/>
                  </a:cubicBezTo>
                  <a:cubicBezTo>
                    <a:pt x="10058" y="6767"/>
                    <a:pt x="10151" y="6767"/>
                    <a:pt x="10151" y="6767"/>
                  </a:cubicBezTo>
                  <a:cubicBezTo>
                    <a:pt x="10336" y="6953"/>
                    <a:pt x="10522" y="7254"/>
                    <a:pt x="10522" y="7532"/>
                  </a:cubicBezTo>
                  <a:cubicBezTo>
                    <a:pt x="10522" y="7717"/>
                    <a:pt x="10730" y="7833"/>
                    <a:pt x="10823" y="7833"/>
                  </a:cubicBezTo>
                  <a:lnTo>
                    <a:pt x="12260" y="7833"/>
                  </a:lnTo>
                  <a:lnTo>
                    <a:pt x="12260" y="7926"/>
                  </a:lnTo>
                  <a:lnTo>
                    <a:pt x="12260" y="13418"/>
                  </a:lnTo>
                  <a:lnTo>
                    <a:pt x="12260" y="13511"/>
                  </a:lnTo>
                  <a:lnTo>
                    <a:pt x="6675" y="13511"/>
                  </a:lnTo>
                  <a:cubicBezTo>
                    <a:pt x="6582" y="13511"/>
                    <a:pt x="6582" y="13418"/>
                    <a:pt x="6582" y="13418"/>
                  </a:cubicBezTo>
                  <a:lnTo>
                    <a:pt x="6582" y="12167"/>
                  </a:lnTo>
                  <a:cubicBezTo>
                    <a:pt x="7046" y="12074"/>
                    <a:pt x="7347" y="11889"/>
                    <a:pt x="7625" y="11495"/>
                  </a:cubicBezTo>
                  <a:cubicBezTo>
                    <a:pt x="7625" y="11588"/>
                    <a:pt x="7625" y="11588"/>
                    <a:pt x="7741" y="11588"/>
                  </a:cubicBezTo>
                  <a:lnTo>
                    <a:pt x="7833" y="11588"/>
                  </a:lnTo>
                  <a:cubicBezTo>
                    <a:pt x="7833" y="11588"/>
                    <a:pt x="7926" y="11588"/>
                    <a:pt x="7926" y="11495"/>
                  </a:cubicBezTo>
                  <a:cubicBezTo>
                    <a:pt x="8019" y="11402"/>
                    <a:pt x="8019" y="11309"/>
                    <a:pt x="7926" y="11194"/>
                  </a:cubicBezTo>
                  <a:lnTo>
                    <a:pt x="7741" y="11194"/>
                  </a:lnTo>
                  <a:cubicBezTo>
                    <a:pt x="7833" y="11008"/>
                    <a:pt x="7926" y="10823"/>
                    <a:pt x="7926" y="10614"/>
                  </a:cubicBezTo>
                  <a:cubicBezTo>
                    <a:pt x="7926" y="9849"/>
                    <a:pt x="7347" y="9270"/>
                    <a:pt x="6582" y="9177"/>
                  </a:cubicBezTo>
                  <a:lnTo>
                    <a:pt x="6582" y="7833"/>
                  </a:lnTo>
                  <a:lnTo>
                    <a:pt x="8019" y="7833"/>
                  </a:lnTo>
                  <a:cubicBezTo>
                    <a:pt x="8204" y="7833"/>
                    <a:pt x="8320" y="7717"/>
                    <a:pt x="8320" y="7532"/>
                  </a:cubicBezTo>
                  <a:cubicBezTo>
                    <a:pt x="8413" y="6953"/>
                    <a:pt x="8900" y="6466"/>
                    <a:pt x="9479" y="6466"/>
                  </a:cubicBezTo>
                  <a:close/>
                  <a:moveTo>
                    <a:pt x="3291" y="0"/>
                  </a:moveTo>
                  <a:cubicBezTo>
                    <a:pt x="2526" y="0"/>
                    <a:pt x="1947" y="579"/>
                    <a:pt x="1831" y="1251"/>
                  </a:cubicBezTo>
                  <a:lnTo>
                    <a:pt x="487" y="1251"/>
                  </a:lnTo>
                  <a:cubicBezTo>
                    <a:pt x="302" y="1251"/>
                    <a:pt x="0" y="1553"/>
                    <a:pt x="0" y="1738"/>
                  </a:cubicBezTo>
                  <a:lnTo>
                    <a:pt x="0" y="13418"/>
                  </a:lnTo>
                  <a:cubicBezTo>
                    <a:pt x="0" y="13720"/>
                    <a:pt x="302" y="13905"/>
                    <a:pt x="487" y="13905"/>
                  </a:cubicBezTo>
                  <a:lnTo>
                    <a:pt x="1947" y="13905"/>
                  </a:lnTo>
                  <a:cubicBezTo>
                    <a:pt x="2132" y="13905"/>
                    <a:pt x="2225" y="13812"/>
                    <a:pt x="2225" y="13627"/>
                  </a:cubicBezTo>
                  <a:cubicBezTo>
                    <a:pt x="2225" y="13048"/>
                    <a:pt x="2712" y="12654"/>
                    <a:pt x="3291" y="12654"/>
                  </a:cubicBezTo>
                  <a:cubicBezTo>
                    <a:pt x="3871" y="12654"/>
                    <a:pt x="4357" y="13048"/>
                    <a:pt x="4450" y="13627"/>
                  </a:cubicBezTo>
                  <a:cubicBezTo>
                    <a:pt x="4450" y="13812"/>
                    <a:pt x="4543" y="13905"/>
                    <a:pt x="4728" y="13905"/>
                  </a:cubicBezTo>
                  <a:lnTo>
                    <a:pt x="12260" y="13905"/>
                  </a:lnTo>
                  <a:cubicBezTo>
                    <a:pt x="12468" y="13905"/>
                    <a:pt x="12747" y="13720"/>
                    <a:pt x="12747" y="13418"/>
                  </a:cubicBezTo>
                  <a:lnTo>
                    <a:pt x="12747" y="3291"/>
                  </a:lnTo>
                  <a:cubicBezTo>
                    <a:pt x="12747" y="3198"/>
                    <a:pt x="12654" y="3082"/>
                    <a:pt x="12468" y="3082"/>
                  </a:cubicBezTo>
                  <a:cubicBezTo>
                    <a:pt x="12376" y="3082"/>
                    <a:pt x="12260" y="3198"/>
                    <a:pt x="12260" y="3291"/>
                  </a:cubicBezTo>
                  <a:lnTo>
                    <a:pt x="12260" y="7347"/>
                  </a:lnTo>
                  <a:lnTo>
                    <a:pt x="12260" y="7439"/>
                  </a:lnTo>
                  <a:lnTo>
                    <a:pt x="10916" y="7439"/>
                  </a:lnTo>
                  <a:cubicBezTo>
                    <a:pt x="10823" y="6674"/>
                    <a:pt x="10244" y="6095"/>
                    <a:pt x="9479" y="6095"/>
                  </a:cubicBezTo>
                  <a:cubicBezTo>
                    <a:pt x="8691" y="6095"/>
                    <a:pt x="8019" y="6674"/>
                    <a:pt x="7926" y="7439"/>
                  </a:cubicBezTo>
                  <a:lnTo>
                    <a:pt x="6582" y="7439"/>
                  </a:lnTo>
                  <a:lnTo>
                    <a:pt x="6582" y="5886"/>
                  </a:lnTo>
                  <a:cubicBezTo>
                    <a:pt x="6582" y="5794"/>
                    <a:pt x="6466" y="5608"/>
                    <a:pt x="6281" y="5608"/>
                  </a:cubicBezTo>
                  <a:cubicBezTo>
                    <a:pt x="5701" y="5608"/>
                    <a:pt x="5307" y="5122"/>
                    <a:pt x="5307" y="4542"/>
                  </a:cubicBezTo>
                  <a:cubicBezTo>
                    <a:pt x="5307" y="4241"/>
                    <a:pt x="5423" y="3963"/>
                    <a:pt x="5609" y="3778"/>
                  </a:cubicBezTo>
                  <a:cubicBezTo>
                    <a:pt x="5609" y="3870"/>
                    <a:pt x="5701" y="3963"/>
                    <a:pt x="5794" y="3963"/>
                  </a:cubicBezTo>
                  <a:cubicBezTo>
                    <a:pt x="5887" y="3963"/>
                    <a:pt x="6003" y="3870"/>
                    <a:pt x="6003" y="3778"/>
                  </a:cubicBezTo>
                  <a:cubicBezTo>
                    <a:pt x="6003" y="3662"/>
                    <a:pt x="6003" y="3569"/>
                    <a:pt x="5887" y="3569"/>
                  </a:cubicBezTo>
                  <a:cubicBezTo>
                    <a:pt x="6003" y="3476"/>
                    <a:pt x="6095" y="3476"/>
                    <a:pt x="6281" y="3476"/>
                  </a:cubicBezTo>
                  <a:cubicBezTo>
                    <a:pt x="6466" y="3476"/>
                    <a:pt x="6582" y="3384"/>
                    <a:pt x="6582" y="3198"/>
                  </a:cubicBezTo>
                  <a:lnTo>
                    <a:pt x="6582" y="1738"/>
                  </a:lnTo>
                  <a:lnTo>
                    <a:pt x="7926" y="1738"/>
                  </a:lnTo>
                  <a:cubicBezTo>
                    <a:pt x="8019" y="2410"/>
                    <a:pt x="8691" y="2990"/>
                    <a:pt x="9479" y="2990"/>
                  </a:cubicBezTo>
                  <a:cubicBezTo>
                    <a:pt x="10244" y="2990"/>
                    <a:pt x="10823" y="2410"/>
                    <a:pt x="10916" y="1738"/>
                  </a:cubicBezTo>
                  <a:lnTo>
                    <a:pt x="12260" y="1738"/>
                  </a:lnTo>
                  <a:lnTo>
                    <a:pt x="12260" y="2503"/>
                  </a:lnTo>
                  <a:cubicBezTo>
                    <a:pt x="12260" y="2619"/>
                    <a:pt x="12376" y="2711"/>
                    <a:pt x="12468" y="2711"/>
                  </a:cubicBezTo>
                  <a:cubicBezTo>
                    <a:pt x="12654" y="2711"/>
                    <a:pt x="12747" y="2619"/>
                    <a:pt x="12747" y="2503"/>
                  </a:cubicBezTo>
                  <a:lnTo>
                    <a:pt x="12747" y="1738"/>
                  </a:lnTo>
                  <a:cubicBezTo>
                    <a:pt x="12747" y="1553"/>
                    <a:pt x="12468" y="1251"/>
                    <a:pt x="12260" y="1251"/>
                  </a:cubicBezTo>
                  <a:lnTo>
                    <a:pt x="10823" y="1251"/>
                  </a:lnTo>
                  <a:cubicBezTo>
                    <a:pt x="10638" y="1251"/>
                    <a:pt x="10522" y="1460"/>
                    <a:pt x="10522" y="1553"/>
                  </a:cubicBezTo>
                  <a:cubicBezTo>
                    <a:pt x="10522" y="2132"/>
                    <a:pt x="10058" y="2619"/>
                    <a:pt x="9479" y="2619"/>
                  </a:cubicBezTo>
                  <a:cubicBezTo>
                    <a:pt x="8900" y="2619"/>
                    <a:pt x="8413" y="2132"/>
                    <a:pt x="8320" y="1553"/>
                  </a:cubicBezTo>
                  <a:cubicBezTo>
                    <a:pt x="8320" y="1460"/>
                    <a:pt x="8204" y="1251"/>
                    <a:pt x="8019" y="1251"/>
                  </a:cubicBezTo>
                  <a:lnTo>
                    <a:pt x="4844" y="1251"/>
                  </a:lnTo>
                  <a:cubicBezTo>
                    <a:pt x="4728" y="579"/>
                    <a:pt x="4056" y="0"/>
                    <a:pt x="32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5" name="Google Shape;1655;p51"/>
            <p:cNvSpPr/>
            <p:nvPr/>
          </p:nvSpPr>
          <p:spPr>
            <a:xfrm>
              <a:off x="6334450" y="1722900"/>
              <a:ext cx="9875" cy="9875"/>
            </a:xfrm>
            <a:custGeom>
              <a:avLst/>
              <a:gdLst/>
              <a:ahLst/>
              <a:cxnLst/>
              <a:rect l="l" t="t" r="r" b="b"/>
              <a:pathLst>
                <a:path w="395" h="395" extrusionOk="0">
                  <a:moveTo>
                    <a:pt x="186" y="1"/>
                  </a:moveTo>
                  <a:cubicBezTo>
                    <a:pt x="94" y="1"/>
                    <a:pt x="1" y="93"/>
                    <a:pt x="1" y="209"/>
                  </a:cubicBezTo>
                  <a:cubicBezTo>
                    <a:pt x="1" y="302"/>
                    <a:pt x="94" y="395"/>
                    <a:pt x="186" y="395"/>
                  </a:cubicBezTo>
                  <a:cubicBezTo>
                    <a:pt x="395" y="395"/>
                    <a:pt x="395" y="302"/>
                    <a:pt x="395" y="209"/>
                  </a:cubicBezTo>
                  <a:cubicBezTo>
                    <a:pt x="395" y="93"/>
                    <a:pt x="279"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6" name="Google Shape;1656;p51"/>
            <p:cNvSpPr/>
            <p:nvPr/>
          </p:nvSpPr>
          <p:spPr>
            <a:xfrm>
              <a:off x="6394725" y="1575750"/>
              <a:ext cx="9875" cy="9875"/>
            </a:xfrm>
            <a:custGeom>
              <a:avLst/>
              <a:gdLst/>
              <a:ahLst/>
              <a:cxnLst/>
              <a:rect l="l" t="t" r="r" b="b"/>
              <a:pathLst>
                <a:path w="395" h="395" extrusionOk="0">
                  <a:moveTo>
                    <a:pt x="186" y="0"/>
                  </a:moveTo>
                  <a:cubicBezTo>
                    <a:pt x="93" y="0"/>
                    <a:pt x="0" y="93"/>
                    <a:pt x="0" y="186"/>
                  </a:cubicBezTo>
                  <a:cubicBezTo>
                    <a:pt x="0" y="302"/>
                    <a:pt x="93" y="394"/>
                    <a:pt x="186" y="394"/>
                  </a:cubicBezTo>
                  <a:cubicBezTo>
                    <a:pt x="394" y="394"/>
                    <a:pt x="394" y="302"/>
                    <a:pt x="394" y="186"/>
                  </a:cubicBezTo>
                  <a:cubicBezTo>
                    <a:pt x="394" y="93"/>
                    <a:pt x="301"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7" name="Google Shape;1657;p51"/>
            <p:cNvSpPr/>
            <p:nvPr/>
          </p:nvSpPr>
          <p:spPr>
            <a:xfrm>
              <a:off x="6336775" y="1703775"/>
              <a:ext cx="12200" cy="9875"/>
            </a:xfrm>
            <a:custGeom>
              <a:avLst/>
              <a:gdLst/>
              <a:ahLst/>
              <a:cxnLst/>
              <a:rect l="l" t="t" r="r" b="b"/>
              <a:pathLst>
                <a:path w="488" h="395" extrusionOk="0">
                  <a:moveTo>
                    <a:pt x="395" y="1"/>
                  </a:moveTo>
                  <a:cubicBezTo>
                    <a:pt x="302" y="1"/>
                    <a:pt x="186" y="1"/>
                    <a:pt x="93" y="94"/>
                  </a:cubicBezTo>
                  <a:cubicBezTo>
                    <a:pt x="1" y="186"/>
                    <a:pt x="93" y="279"/>
                    <a:pt x="186" y="395"/>
                  </a:cubicBezTo>
                  <a:lnTo>
                    <a:pt x="302" y="395"/>
                  </a:lnTo>
                  <a:cubicBezTo>
                    <a:pt x="302" y="395"/>
                    <a:pt x="395" y="395"/>
                    <a:pt x="487" y="279"/>
                  </a:cubicBezTo>
                  <a:cubicBezTo>
                    <a:pt x="487" y="186"/>
                    <a:pt x="487" y="94"/>
                    <a:pt x="3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8" name="Google Shape;1658;p51"/>
            <p:cNvSpPr/>
            <p:nvPr/>
          </p:nvSpPr>
          <p:spPr>
            <a:xfrm>
              <a:off x="6353575" y="1689875"/>
              <a:ext cx="9875" cy="9300"/>
            </a:xfrm>
            <a:custGeom>
              <a:avLst/>
              <a:gdLst/>
              <a:ahLst/>
              <a:cxnLst/>
              <a:rect l="l" t="t" r="r" b="b"/>
              <a:pathLst>
                <a:path w="395" h="372" extrusionOk="0">
                  <a:moveTo>
                    <a:pt x="253" y="1"/>
                  </a:moveTo>
                  <a:cubicBezTo>
                    <a:pt x="204" y="1"/>
                    <a:pt x="151" y="24"/>
                    <a:pt x="93" y="70"/>
                  </a:cubicBezTo>
                  <a:cubicBezTo>
                    <a:pt x="1" y="70"/>
                    <a:pt x="1" y="256"/>
                    <a:pt x="1" y="372"/>
                  </a:cubicBezTo>
                  <a:lnTo>
                    <a:pt x="302" y="372"/>
                  </a:lnTo>
                  <a:cubicBezTo>
                    <a:pt x="395" y="256"/>
                    <a:pt x="395" y="163"/>
                    <a:pt x="395" y="70"/>
                  </a:cubicBezTo>
                  <a:cubicBezTo>
                    <a:pt x="348" y="24"/>
                    <a:pt x="302" y="1"/>
                    <a:pt x="2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59" name="Google Shape;1659;p51"/>
            <p:cNvSpPr/>
            <p:nvPr/>
          </p:nvSpPr>
          <p:spPr>
            <a:xfrm>
              <a:off x="6344300" y="1740425"/>
              <a:ext cx="9300" cy="11475"/>
            </a:xfrm>
            <a:custGeom>
              <a:avLst/>
              <a:gdLst/>
              <a:ahLst/>
              <a:cxnLst/>
              <a:rect l="l" t="t" r="r" b="b"/>
              <a:pathLst>
                <a:path w="372" h="459" extrusionOk="0">
                  <a:moveTo>
                    <a:pt x="186" y="1"/>
                  </a:moveTo>
                  <a:cubicBezTo>
                    <a:pt x="140" y="1"/>
                    <a:pt x="94" y="30"/>
                    <a:pt x="94" y="88"/>
                  </a:cubicBezTo>
                  <a:cubicBezTo>
                    <a:pt x="1" y="180"/>
                    <a:pt x="1" y="273"/>
                    <a:pt x="1" y="366"/>
                  </a:cubicBezTo>
                  <a:cubicBezTo>
                    <a:pt x="94" y="366"/>
                    <a:pt x="94" y="459"/>
                    <a:pt x="186" y="459"/>
                  </a:cubicBezTo>
                  <a:cubicBezTo>
                    <a:pt x="186" y="459"/>
                    <a:pt x="279" y="459"/>
                    <a:pt x="279" y="366"/>
                  </a:cubicBezTo>
                  <a:cubicBezTo>
                    <a:pt x="372" y="273"/>
                    <a:pt x="372" y="180"/>
                    <a:pt x="372" y="88"/>
                  </a:cubicBezTo>
                  <a:lnTo>
                    <a:pt x="279" y="88"/>
                  </a:lnTo>
                  <a:cubicBezTo>
                    <a:pt x="279" y="30"/>
                    <a:pt x="233"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0" name="Google Shape;1660;p51"/>
            <p:cNvSpPr/>
            <p:nvPr/>
          </p:nvSpPr>
          <p:spPr>
            <a:xfrm>
              <a:off x="6358800" y="1753250"/>
              <a:ext cx="11600" cy="10825"/>
            </a:xfrm>
            <a:custGeom>
              <a:avLst/>
              <a:gdLst/>
              <a:ahLst/>
              <a:cxnLst/>
              <a:rect l="l" t="t" r="r" b="b"/>
              <a:pathLst>
                <a:path w="462" h="432" extrusionOk="0">
                  <a:moveTo>
                    <a:pt x="201" y="0"/>
                  </a:moveTo>
                  <a:cubicBezTo>
                    <a:pt x="140" y="0"/>
                    <a:pt x="93" y="71"/>
                    <a:pt x="93" y="154"/>
                  </a:cubicBezTo>
                  <a:cubicBezTo>
                    <a:pt x="0" y="247"/>
                    <a:pt x="0" y="340"/>
                    <a:pt x="93" y="432"/>
                  </a:cubicBezTo>
                  <a:lnTo>
                    <a:pt x="186" y="432"/>
                  </a:lnTo>
                  <a:cubicBezTo>
                    <a:pt x="278" y="432"/>
                    <a:pt x="371" y="432"/>
                    <a:pt x="371" y="340"/>
                  </a:cubicBezTo>
                  <a:cubicBezTo>
                    <a:pt x="464" y="247"/>
                    <a:pt x="371" y="154"/>
                    <a:pt x="278" y="38"/>
                  </a:cubicBezTo>
                  <a:cubicBezTo>
                    <a:pt x="252" y="12"/>
                    <a:pt x="225" y="0"/>
                    <a:pt x="2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1" name="Google Shape;1661;p51"/>
            <p:cNvSpPr/>
            <p:nvPr/>
          </p:nvSpPr>
          <p:spPr>
            <a:xfrm>
              <a:off x="6377925" y="1759400"/>
              <a:ext cx="12175" cy="9300"/>
            </a:xfrm>
            <a:custGeom>
              <a:avLst/>
              <a:gdLst/>
              <a:ahLst/>
              <a:cxnLst/>
              <a:rect l="l" t="t" r="r" b="b"/>
              <a:pathLst>
                <a:path w="487" h="372" extrusionOk="0">
                  <a:moveTo>
                    <a:pt x="186" y="1"/>
                  </a:moveTo>
                  <a:cubicBezTo>
                    <a:pt x="93" y="1"/>
                    <a:pt x="0" y="94"/>
                    <a:pt x="0" y="186"/>
                  </a:cubicBezTo>
                  <a:cubicBezTo>
                    <a:pt x="93" y="279"/>
                    <a:pt x="93" y="372"/>
                    <a:pt x="278" y="372"/>
                  </a:cubicBezTo>
                  <a:cubicBezTo>
                    <a:pt x="394" y="372"/>
                    <a:pt x="487" y="279"/>
                    <a:pt x="487" y="186"/>
                  </a:cubicBezTo>
                  <a:cubicBezTo>
                    <a:pt x="487" y="1"/>
                    <a:pt x="278"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2" name="Google Shape;1662;p51"/>
            <p:cNvSpPr/>
            <p:nvPr/>
          </p:nvSpPr>
          <p:spPr>
            <a:xfrm>
              <a:off x="6413825" y="1739700"/>
              <a:ext cx="12200" cy="9875"/>
            </a:xfrm>
            <a:custGeom>
              <a:avLst/>
              <a:gdLst/>
              <a:ahLst/>
              <a:cxnLst/>
              <a:rect l="l" t="t" r="r" b="b"/>
              <a:pathLst>
                <a:path w="488" h="395" extrusionOk="0">
                  <a:moveTo>
                    <a:pt x="210" y="1"/>
                  </a:moveTo>
                  <a:cubicBezTo>
                    <a:pt x="1" y="117"/>
                    <a:pt x="1" y="209"/>
                    <a:pt x="1" y="302"/>
                  </a:cubicBezTo>
                  <a:cubicBezTo>
                    <a:pt x="117" y="395"/>
                    <a:pt x="210" y="395"/>
                    <a:pt x="210" y="395"/>
                  </a:cubicBezTo>
                  <a:lnTo>
                    <a:pt x="302" y="395"/>
                  </a:lnTo>
                  <a:cubicBezTo>
                    <a:pt x="395" y="395"/>
                    <a:pt x="488" y="209"/>
                    <a:pt x="395" y="117"/>
                  </a:cubicBezTo>
                  <a:cubicBezTo>
                    <a:pt x="395" y="1"/>
                    <a:pt x="302" y="1"/>
                    <a:pt x="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3" name="Google Shape;1663;p51"/>
            <p:cNvSpPr/>
            <p:nvPr/>
          </p:nvSpPr>
          <p:spPr>
            <a:xfrm>
              <a:off x="6397025" y="1750150"/>
              <a:ext cx="12200" cy="11600"/>
            </a:xfrm>
            <a:custGeom>
              <a:avLst/>
              <a:gdLst/>
              <a:ahLst/>
              <a:cxnLst/>
              <a:rect l="l" t="t" r="r" b="b"/>
              <a:pathLst>
                <a:path w="488" h="462" extrusionOk="0">
                  <a:moveTo>
                    <a:pt x="253" y="0"/>
                  </a:moveTo>
                  <a:cubicBezTo>
                    <a:pt x="204" y="0"/>
                    <a:pt x="152" y="23"/>
                    <a:pt x="94" y="70"/>
                  </a:cubicBezTo>
                  <a:cubicBezTo>
                    <a:pt x="1" y="70"/>
                    <a:pt x="1" y="278"/>
                    <a:pt x="1" y="371"/>
                  </a:cubicBezTo>
                  <a:cubicBezTo>
                    <a:pt x="94" y="371"/>
                    <a:pt x="209" y="464"/>
                    <a:pt x="209" y="464"/>
                  </a:cubicBezTo>
                  <a:cubicBezTo>
                    <a:pt x="302" y="464"/>
                    <a:pt x="302" y="464"/>
                    <a:pt x="302" y="371"/>
                  </a:cubicBezTo>
                  <a:cubicBezTo>
                    <a:pt x="395" y="371"/>
                    <a:pt x="488" y="162"/>
                    <a:pt x="395" y="70"/>
                  </a:cubicBezTo>
                  <a:cubicBezTo>
                    <a:pt x="349" y="23"/>
                    <a:pt x="302" y="0"/>
                    <a:pt x="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4" name="Google Shape;1664;p51"/>
            <p:cNvSpPr/>
            <p:nvPr/>
          </p:nvSpPr>
          <p:spPr>
            <a:xfrm>
              <a:off x="6452650" y="1745500"/>
              <a:ext cx="12200" cy="8725"/>
            </a:xfrm>
            <a:custGeom>
              <a:avLst/>
              <a:gdLst/>
              <a:ahLst/>
              <a:cxnLst/>
              <a:rect l="l" t="t" r="r" b="b"/>
              <a:pathLst>
                <a:path w="488" h="349" extrusionOk="0">
                  <a:moveTo>
                    <a:pt x="209" y="1"/>
                  </a:moveTo>
                  <a:cubicBezTo>
                    <a:pt x="146" y="1"/>
                    <a:pt x="93" y="24"/>
                    <a:pt x="93" y="70"/>
                  </a:cubicBezTo>
                  <a:cubicBezTo>
                    <a:pt x="1" y="163"/>
                    <a:pt x="1" y="256"/>
                    <a:pt x="93" y="348"/>
                  </a:cubicBezTo>
                  <a:lnTo>
                    <a:pt x="186" y="348"/>
                  </a:lnTo>
                  <a:cubicBezTo>
                    <a:pt x="302" y="348"/>
                    <a:pt x="302" y="348"/>
                    <a:pt x="395" y="256"/>
                  </a:cubicBezTo>
                  <a:cubicBezTo>
                    <a:pt x="487" y="256"/>
                    <a:pt x="395" y="70"/>
                    <a:pt x="395" y="70"/>
                  </a:cubicBezTo>
                  <a:cubicBezTo>
                    <a:pt x="348" y="24"/>
                    <a:pt x="273" y="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5" name="Google Shape;1665;p51"/>
            <p:cNvSpPr/>
            <p:nvPr/>
          </p:nvSpPr>
          <p:spPr>
            <a:xfrm>
              <a:off x="6346625" y="1624550"/>
              <a:ext cx="12200" cy="9150"/>
            </a:xfrm>
            <a:custGeom>
              <a:avLst/>
              <a:gdLst/>
              <a:ahLst/>
              <a:cxnLst/>
              <a:rect l="l" t="t" r="r" b="b"/>
              <a:pathLst>
                <a:path w="488" h="366" extrusionOk="0">
                  <a:moveTo>
                    <a:pt x="232" y="1"/>
                  </a:moveTo>
                  <a:cubicBezTo>
                    <a:pt x="186" y="1"/>
                    <a:pt x="140" y="30"/>
                    <a:pt x="93" y="88"/>
                  </a:cubicBezTo>
                  <a:cubicBezTo>
                    <a:pt x="1" y="88"/>
                    <a:pt x="1" y="180"/>
                    <a:pt x="1" y="273"/>
                  </a:cubicBezTo>
                  <a:cubicBezTo>
                    <a:pt x="93" y="366"/>
                    <a:pt x="93" y="366"/>
                    <a:pt x="186" y="366"/>
                  </a:cubicBezTo>
                  <a:lnTo>
                    <a:pt x="279" y="366"/>
                  </a:lnTo>
                  <a:cubicBezTo>
                    <a:pt x="371" y="273"/>
                    <a:pt x="487" y="180"/>
                    <a:pt x="371" y="88"/>
                  </a:cubicBezTo>
                  <a:cubicBezTo>
                    <a:pt x="325" y="30"/>
                    <a:pt x="279"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6" name="Google Shape;1666;p51"/>
            <p:cNvSpPr/>
            <p:nvPr/>
          </p:nvSpPr>
          <p:spPr>
            <a:xfrm>
              <a:off x="6344300" y="1604725"/>
              <a:ext cx="9300" cy="9875"/>
            </a:xfrm>
            <a:custGeom>
              <a:avLst/>
              <a:gdLst/>
              <a:ahLst/>
              <a:cxnLst/>
              <a:rect l="l" t="t" r="r" b="b"/>
              <a:pathLst>
                <a:path w="372" h="395" extrusionOk="0">
                  <a:moveTo>
                    <a:pt x="279" y="0"/>
                  </a:moveTo>
                  <a:cubicBezTo>
                    <a:pt x="186" y="0"/>
                    <a:pt x="94" y="0"/>
                    <a:pt x="1" y="93"/>
                  </a:cubicBezTo>
                  <a:cubicBezTo>
                    <a:pt x="1" y="301"/>
                    <a:pt x="1" y="394"/>
                    <a:pt x="94" y="394"/>
                  </a:cubicBezTo>
                  <a:lnTo>
                    <a:pt x="186" y="394"/>
                  </a:lnTo>
                  <a:cubicBezTo>
                    <a:pt x="279" y="394"/>
                    <a:pt x="372" y="394"/>
                    <a:pt x="372" y="301"/>
                  </a:cubicBezTo>
                  <a:cubicBezTo>
                    <a:pt x="372" y="185"/>
                    <a:pt x="372" y="93"/>
                    <a:pt x="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7" name="Google Shape;1667;p51"/>
            <p:cNvSpPr/>
            <p:nvPr/>
          </p:nvSpPr>
          <p:spPr>
            <a:xfrm>
              <a:off x="6375600" y="1580375"/>
              <a:ext cx="12200" cy="9875"/>
            </a:xfrm>
            <a:custGeom>
              <a:avLst/>
              <a:gdLst/>
              <a:ahLst/>
              <a:cxnLst/>
              <a:rect l="l" t="t" r="r" b="b"/>
              <a:pathLst>
                <a:path w="488" h="395" extrusionOk="0">
                  <a:moveTo>
                    <a:pt x="93" y="1"/>
                  </a:moveTo>
                  <a:cubicBezTo>
                    <a:pt x="0" y="117"/>
                    <a:pt x="0" y="209"/>
                    <a:pt x="0" y="302"/>
                  </a:cubicBezTo>
                  <a:cubicBezTo>
                    <a:pt x="93" y="395"/>
                    <a:pt x="93" y="395"/>
                    <a:pt x="186" y="395"/>
                  </a:cubicBezTo>
                  <a:lnTo>
                    <a:pt x="279" y="395"/>
                  </a:lnTo>
                  <a:cubicBezTo>
                    <a:pt x="371" y="395"/>
                    <a:pt x="487" y="209"/>
                    <a:pt x="371" y="117"/>
                  </a:cubicBezTo>
                  <a:cubicBezTo>
                    <a:pt x="371" y="1"/>
                    <a:pt x="186" y="1"/>
                    <a:pt x="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8" name="Google Shape;1668;p51"/>
            <p:cNvSpPr/>
            <p:nvPr/>
          </p:nvSpPr>
          <p:spPr>
            <a:xfrm>
              <a:off x="6467150" y="1757675"/>
              <a:ext cx="12175" cy="11025"/>
            </a:xfrm>
            <a:custGeom>
              <a:avLst/>
              <a:gdLst/>
              <a:ahLst/>
              <a:cxnLst/>
              <a:rect l="l" t="t" r="r" b="b"/>
              <a:pathLst>
                <a:path w="487" h="441" extrusionOk="0">
                  <a:moveTo>
                    <a:pt x="243" y="0"/>
                  </a:moveTo>
                  <a:cubicBezTo>
                    <a:pt x="191" y="0"/>
                    <a:pt x="139" y="23"/>
                    <a:pt x="93" y="70"/>
                  </a:cubicBezTo>
                  <a:cubicBezTo>
                    <a:pt x="0" y="163"/>
                    <a:pt x="0" y="348"/>
                    <a:pt x="93" y="348"/>
                  </a:cubicBezTo>
                  <a:cubicBezTo>
                    <a:pt x="186" y="441"/>
                    <a:pt x="186" y="441"/>
                    <a:pt x="301" y="441"/>
                  </a:cubicBezTo>
                  <a:cubicBezTo>
                    <a:pt x="301" y="441"/>
                    <a:pt x="394" y="441"/>
                    <a:pt x="394" y="348"/>
                  </a:cubicBezTo>
                  <a:cubicBezTo>
                    <a:pt x="487" y="255"/>
                    <a:pt x="487" y="163"/>
                    <a:pt x="394" y="70"/>
                  </a:cubicBezTo>
                  <a:cubicBezTo>
                    <a:pt x="348" y="23"/>
                    <a:pt x="296" y="0"/>
                    <a:pt x="2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9" name="Google Shape;1669;p51"/>
            <p:cNvSpPr/>
            <p:nvPr/>
          </p:nvSpPr>
          <p:spPr>
            <a:xfrm>
              <a:off x="6370375" y="1655700"/>
              <a:ext cx="12200" cy="11600"/>
            </a:xfrm>
            <a:custGeom>
              <a:avLst/>
              <a:gdLst/>
              <a:ahLst/>
              <a:cxnLst/>
              <a:rect l="l" t="t" r="r" b="b"/>
              <a:pathLst>
                <a:path w="488" h="462" extrusionOk="0">
                  <a:moveTo>
                    <a:pt x="209" y="0"/>
                  </a:moveTo>
                  <a:cubicBezTo>
                    <a:pt x="117" y="93"/>
                    <a:pt x="1" y="186"/>
                    <a:pt x="1" y="279"/>
                  </a:cubicBezTo>
                  <a:cubicBezTo>
                    <a:pt x="117" y="371"/>
                    <a:pt x="209" y="464"/>
                    <a:pt x="302" y="464"/>
                  </a:cubicBezTo>
                  <a:cubicBezTo>
                    <a:pt x="395" y="371"/>
                    <a:pt x="488" y="279"/>
                    <a:pt x="488" y="186"/>
                  </a:cubicBezTo>
                  <a:cubicBezTo>
                    <a:pt x="395" y="93"/>
                    <a:pt x="302"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0" name="Google Shape;1670;p51"/>
            <p:cNvSpPr/>
            <p:nvPr/>
          </p:nvSpPr>
          <p:spPr>
            <a:xfrm>
              <a:off x="6355900" y="1590225"/>
              <a:ext cx="12200" cy="9875"/>
            </a:xfrm>
            <a:custGeom>
              <a:avLst/>
              <a:gdLst/>
              <a:ahLst/>
              <a:cxnLst/>
              <a:rect l="l" t="t" r="r" b="b"/>
              <a:pathLst>
                <a:path w="488" h="395" extrusionOk="0">
                  <a:moveTo>
                    <a:pt x="116" y="1"/>
                  </a:moveTo>
                  <a:cubicBezTo>
                    <a:pt x="0" y="93"/>
                    <a:pt x="0" y="186"/>
                    <a:pt x="116" y="302"/>
                  </a:cubicBezTo>
                  <a:cubicBezTo>
                    <a:pt x="116" y="395"/>
                    <a:pt x="209" y="395"/>
                    <a:pt x="302" y="395"/>
                  </a:cubicBezTo>
                  <a:lnTo>
                    <a:pt x="394" y="395"/>
                  </a:lnTo>
                  <a:cubicBezTo>
                    <a:pt x="487" y="302"/>
                    <a:pt x="487" y="186"/>
                    <a:pt x="394" y="93"/>
                  </a:cubicBezTo>
                  <a:cubicBezTo>
                    <a:pt x="394" y="1"/>
                    <a:pt x="209" y="1"/>
                    <a:pt x="1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1" name="Google Shape;1671;p51"/>
            <p:cNvSpPr/>
            <p:nvPr/>
          </p:nvSpPr>
          <p:spPr>
            <a:xfrm>
              <a:off x="6358800" y="1639050"/>
              <a:ext cx="11600" cy="11450"/>
            </a:xfrm>
            <a:custGeom>
              <a:avLst/>
              <a:gdLst/>
              <a:ahLst/>
              <a:cxnLst/>
              <a:rect l="l" t="t" r="r" b="b"/>
              <a:pathLst>
                <a:path w="462" h="458" extrusionOk="0">
                  <a:moveTo>
                    <a:pt x="267" y="0"/>
                  </a:moveTo>
                  <a:cubicBezTo>
                    <a:pt x="209" y="0"/>
                    <a:pt x="139" y="29"/>
                    <a:pt x="93" y="87"/>
                  </a:cubicBezTo>
                  <a:cubicBezTo>
                    <a:pt x="93" y="180"/>
                    <a:pt x="0" y="272"/>
                    <a:pt x="93" y="365"/>
                  </a:cubicBezTo>
                  <a:cubicBezTo>
                    <a:pt x="186" y="365"/>
                    <a:pt x="186" y="458"/>
                    <a:pt x="278" y="458"/>
                  </a:cubicBezTo>
                  <a:lnTo>
                    <a:pt x="371" y="365"/>
                  </a:lnTo>
                  <a:cubicBezTo>
                    <a:pt x="464" y="272"/>
                    <a:pt x="464" y="180"/>
                    <a:pt x="371" y="87"/>
                  </a:cubicBezTo>
                  <a:cubicBezTo>
                    <a:pt x="371" y="29"/>
                    <a:pt x="325" y="0"/>
                    <a:pt x="2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2" name="Google Shape;1672;p51"/>
            <p:cNvSpPr/>
            <p:nvPr/>
          </p:nvSpPr>
          <p:spPr>
            <a:xfrm>
              <a:off x="6454975" y="1578050"/>
              <a:ext cx="12200" cy="12200"/>
            </a:xfrm>
            <a:custGeom>
              <a:avLst/>
              <a:gdLst/>
              <a:ahLst/>
              <a:cxnLst/>
              <a:rect l="l" t="t" r="r" b="b"/>
              <a:pathLst>
                <a:path w="488" h="488" extrusionOk="0">
                  <a:moveTo>
                    <a:pt x="302" y="1"/>
                  </a:moveTo>
                  <a:cubicBezTo>
                    <a:pt x="209" y="1"/>
                    <a:pt x="93" y="94"/>
                    <a:pt x="0" y="210"/>
                  </a:cubicBezTo>
                  <a:cubicBezTo>
                    <a:pt x="0" y="395"/>
                    <a:pt x="93" y="488"/>
                    <a:pt x="209" y="488"/>
                  </a:cubicBezTo>
                  <a:lnTo>
                    <a:pt x="302" y="488"/>
                  </a:lnTo>
                  <a:cubicBezTo>
                    <a:pt x="394" y="488"/>
                    <a:pt x="487" y="395"/>
                    <a:pt x="487" y="302"/>
                  </a:cubicBezTo>
                  <a:cubicBezTo>
                    <a:pt x="487" y="210"/>
                    <a:pt x="394" y="94"/>
                    <a:pt x="3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3" name="Google Shape;1673;p51"/>
            <p:cNvSpPr/>
            <p:nvPr/>
          </p:nvSpPr>
          <p:spPr>
            <a:xfrm>
              <a:off x="6549400" y="1629050"/>
              <a:ext cx="9300" cy="9300"/>
            </a:xfrm>
            <a:custGeom>
              <a:avLst/>
              <a:gdLst/>
              <a:ahLst/>
              <a:cxnLst/>
              <a:rect l="l" t="t" r="r" b="b"/>
              <a:pathLst>
                <a:path w="372" h="372" extrusionOk="0">
                  <a:moveTo>
                    <a:pt x="186" y="0"/>
                  </a:moveTo>
                  <a:cubicBezTo>
                    <a:pt x="94" y="0"/>
                    <a:pt x="1" y="93"/>
                    <a:pt x="1" y="186"/>
                  </a:cubicBezTo>
                  <a:cubicBezTo>
                    <a:pt x="1" y="278"/>
                    <a:pt x="94" y="371"/>
                    <a:pt x="186" y="371"/>
                  </a:cubicBezTo>
                  <a:cubicBezTo>
                    <a:pt x="279" y="371"/>
                    <a:pt x="372" y="278"/>
                    <a:pt x="372" y="186"/>
                  </a:cubicBezTo>
                  <a:cubicBezTo>
                    <a:pt x="372" y="93"/>
                    <a:pt x="279"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4" name="Google Shape;1674;p51"/>
            <p:cNvSpPr/>
            <p:nvPr/>
          </p:nvSpPr>
          <p:spPr>
            <a:xfrm>
              <a:off x="6544200" y="1608400"/>
              <a:ext cx="12200" cy="10825"/>
            </a:xfrm>
            <a:custGeom>
              <a:avLst/>
              <a:gdLst/>
              <a:ahLst/>
              <a:cxnLst/>
              <a:rect l="l" t="t" r="r" b="b"/>
              <a:pathLst>
                <a:path w="488" h="432" extrusionOk="0">
                  <a:moveTo>
                    <a:pt x="286" y="1"/>
                  </a:moveTo>
                  <a:cubicBezTo>
                    <a:pt x="262" y="1"/>
                    <a:pt x="235" y="12"/>
                    <a:pt x="209" y="38"/>
                  </a:cubicBezTo>
                  <a:cubicBezTo>
                    <a:pt x="116" y="38"/>
                    <a:pt x="0" y="154"/>
                    <a:pt x="0" y="247"/>
                  </a:cubicBezTo>
                  <a:lnTo>
                    <a:pt x="209" y="432"/>
                  </a:lnTo>
                  <a:lnTo>
                    <a:pt x="302" y="432"/>
                  </a:lnTo>
                  <a:cubicBezTo>
                    <a:pt x="394" y="340"/>
                    <a:pt x="487" y="247"/>
                    <a:pt x="394" y="154"/>
                  </a:cubicBezTo>
                  <a:cubicBezTo>
                    <a:pt x="394" y="72"/>
                    <a:pt x="347" y="1"/>
                    <a:pt x="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5" name="Google Shape;1675;p51"/>
            <p:cNvSpPr/>
            <p:nvPr/>
          </p:nvSpPr>
          <p:spPr>
            <a:xfrm>
              <a:off x="6522750" y="1782225"/>
              <a:ext cx="12200" cy="10800"/>
            </a:xfrm>
            <a:custGeom>
              <a:avLst/>
              <a:gdLst/>
              <a:ahLst/>
              <a:cxnLst/>
              <a:rect l="l" t="t" r="r" b="b"/>
              <a:pathLst>
                <a:path w="488" h="432" extrusionOk="0">
                  <a:moveTo>
                    <a:pt x="200" y="0"/>
                  </a:moveTo>
                  <a:cubicBezTo>
                    <a:pt x="133" y="0"/>
                    <a:pt x="67" y="71"/>
                    <a:pt x="1" y="154"/>
                  </a:cubicBezTo>
                  <a:cubicBezTo>
                    <a:pt x="1" y="339"/>
                    <a:pt x="94" y="432"/>
                    <a:pt x="186" y="432"/>
                  </a:cubicBezTo>
                  <a:lnTo>
                    <a:pt x="279" y="432"/>
                  </a:lnTo>
                  <a:cubicBezTo>
                    <a:pt x="395" y="432"/>
                    <a:pt x="488" y="339"/>
                    <a:pt x="488" y="247"/>
                  </a:cubicBezTo>
                  <a:cubicBezTo>
                    <a:pt x="488" y="154"/>
                    <a:pt x="395" y="38"/>
                    <a:pt x="279" y="38"/>
                  </a:cubicBezTo>
                  <a:cubicBezTo>
                    <a:pt x="253" y="12"/>
                    <a:pt x="226" y="0"/>
                    <a:pt x="2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6" name="Google Shape;1676;p51"/>
            <p:cNvSpPr/>
            <p:nvPr/>
          </p:nvSpPr>
          <p:spPr>
            <a:xfrm>
              <a:off x="6503650" y="1777575"/>
              <a:ext cx="11600" cy="10825"/>
            </a:xfrm>
            <a:custGeom>
              <a:avLst/>
              <a:gdLst/>
              <a:ahLst/>
              <a:cxnLst/>
              <a:rect l="l" t="t" r="r" b="b"/>
              <a:pathLst>
                <a:path w="462" h="432" extrusionOk="0">
                  <a:moveTo>
                    <a:pt x="197" y="0"/>
                  </a:moveTo>
                  <a:cubicBezTo>
                    <a:pt x="131" y="0"/>
                    <a:pt x="66" y="66"/>
                    <a:pt x="0" y="131"/>
                  </a:cubicBezTo>
                  <a:cubicBezTo>
                    <a:pt x="0" y="224"/>
                    <a:pt x="93" y="340"/>
                    <a:pt x="186" y="433"/>
                  </a:cubicBezTo>
                  <a:cubicBezTo>
                    <a:pt x="278" y="433"/>
                    <a:pt x="371" y="340"/>
                    <a:pt x="371" y="224"/>
                  </a:cubicBezTo>
                  <a:cubicBezTo>
                    <a:pt x="464" y="131"/>
                    <a:pt x="371" y="39"/>
                    <a:pt x="278" y="39"/>
                  </a:cubicBezTo>
                  <a:cubicBezTo>
                    <a:pt x="251" y="11"/>
                    <a:pt x="224" y="0"/>
                    <a:pt x="1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7" name="Google Shape;1677;p51"/>
            <p:cNvSpPr/>
            <p:nvPr/>
          </p:nvSpPr>
          <p:spPr>
            <a:xfrm>
              <a:off x="6534925" y="1590800"/>
              <a:ext cx="9300" cy="11625"/>
            </a:xfrm>
            <a:custGeom>
              <a:avLst/>
              <a:gdLst/>
              <a:ahLst/>
              <a:cxnLst/>
              <a:rect l="l" t="t" r="r" b="b"/>
              <a:pathLst>
                <a:path w="372" h="465" extrusionOk="0">
                  <a:moveTo>
                    <a:pt x="198" y="1"/>
                  </a:moveTo>
                  <a:cubicBezTo>
                    <a:pt x="140" y="1"/>
                    <a:pt x="93" y="24"/>
                    <a:pt x="93" y="70"/>
                  </a:cubicBezTo>
                  <a:cubicBezTo>
                    <a:pt x="1" y="163"/>
                    <a:pt x="1" y="279"/>
                    <a:pt x="93" y="372"/>
                  </a:cubicBezTo>
                  <a:lnTo>
                    <a:pt x="186" y="464"/>
                  </a:lnTo>
                  <a:cubicBezTo>
                    <a:pt x="279" y="464"/>
                    <a:pt x="279" y="372"/>
                    <a:pt x="371" y="372"/>
                  </a:cubicBezTo>
                  <a:lnTo>
                    <a:pt x="371" y="70"/>
                  </a:lnTo>
                  <a:cubicBezTo>
                    <a:pt x="325" y="24"/>
                    <a:pt x="256" y="1"/>
                    <a:pt x="1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8" name="Google Shape;1678;p51"/>
            <p:cNvSpPr/>
            <p:nvPr/>
          </p:nvSpPr>
          <p:spPr>
            <a:xfrm>
              <a:off x="6515225" y="1580375"/>
              <a:ext cx="12200" cy="12200"/>
            </a:xfrm>
            <a:custGeom>
              <a:avLst/>
              <a:gdLst/>
              <a:ahLst/>
              <a:cxnLst/>
              <a:rect l="l" t="t" r="r" b="b"/>
              <a:pathLst>
                <a:path w="488" h="488" extrusionOk="0">
                  <a:moveTo>
                    <a:pt x="302" y="1"/>
                  </a:moveTo>
                  <a:cubicBezTo>
                    <a:pt x="209" y="1"/>
                    <a:pt x="209" y="117"/>
                    <a:pt x="117" y="117"/>
                  </a:cubicBezTo>
                  <a:cubicBezTo>
                    <a:pt x="1" y="209"/>
                    <a:pt x="1" y="302"/>
                    <a:pt x="117" y="395"/>
                  </a:cubicBezTo>
                  <a:cubicBezTo>
                    <a:pt x="209" y="395"/>
                    <a:pt x="209" y="487"/>
                    <a:pt x="302" y="487"/>
                  </a:cubicBezTo>
                  <a:lnTo>
                    <a:pt x="395" y="395"/>
                  </a:lnTo>
                  <a:cubicBezTo>
                    <a:pt x="487" y="395"/>
                    <a:pt x="487" y="302"/>
                    <a:pt x="487" y="302"/>
                  </a:cubicBezTo>
                  <a:cubicBezTo>
                    <a:pt x="487" y="209"/>
                    <a:pt x="395" y="117"/>
                    <a:pt x="3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9" name="Google Shape;1679;p51"/>
            <p:cNvSpPr/>
            <p:nvPr/>
          </p:nvSpPr>
          <p:spPr>
            <a:xfrm>
              <a:off x="6477000" y="1580375"/>
              <a:ext cx="9275" cy="9875"/>
            </a:xfrm>
            <a:custGeom>
              <a:avLst/>
              <a:gdLst/>
              <a:ahLst/>
              <a:cxnLst/>
              <a:rect l="l" t="t" r="r" b="b"/>
              <a:pathLst>
                <a:path w="371" h="395" extrusionOk="0">
                  <a:moveTo>
                    <a:pt x="185" y="1"/>
                  </a:moveTo>
                  <a:cubicBezTo>
                    <a:pt x="93" y="1"/>
                    <a:pt x="0" y="117"/>
                    <a:pt x="0" y="209"/>
                  </a:cubicBezTo>
                  <a:cubicBezTo>
                    <a:pt x="0" y="302"/>
                    <a:pt x="93" y="395"/>
                    <a:pt x="185" y="395"/>
                  </a:cubicBezTo>
                  <a:cubicBezTo>
                    <a:pt x="278" y="395"/>
                    <a:pt x="371" y="302"/>
                    <a:pt x="371" y="209"/>
                  </a:cubicBezTo>
                  <a:cubicBezTo>
                    <a:pt x="371" y="117"/>
                    <a:pt x="278" y="1"/>
                    <a:pt x="1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0" name="Google Shape;1680;p51"/>
            <p:cNvSpPr/>
            <p:nvPr/>
          </p:nvSpPr>
          <p:spPr>
            <a:xfrm>
              <a:off x="6496100" y="1580375"/>
              <a:ext cx="9875" cy="9875"/>
            </a:xfrm>
            <a:custGeom>
              <a:avLst/>
              <a:gdLst/>
              <a:ahLst/>
              <a:cxnLst/>
              <a:rect l="l" t="t" r="r" b="b"/>
              <a:pathLst>
                <a:path w="395" h="395" extrusionOk="0">
                  <a:moveTo>
                    <a:pt x="186" y="1"/>
                  </a:moveTo>
                  <a:cubicBezTo>
                    <a:pt x="94" y="1"/>
                    <a:pt x="1" y="117"/>
                    <a:pt x="1" y="209"/>
                  </a:cubicBezTo>
                  <a:cubicBezTo>
                    <a:pt x="1" y="302"/>
                    <a:pt x="94" y="395"/>
                    <a:pt x="186" y="395"/>
                  </a:cubicBezTo>
                  <a:cubicBezTo>
                    <a:pt x="395" y="395"/>
                    <a:pt x="395" y="302"/>
                    <a:pt x="395" y="209"/>
                  </a:cubicBezTo>
                  <a:cubicBezTo>
                    <a:pt x="395" y="117"/>
                    <a:pt x="395" y="1"/>
                    <a:pt x="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1" name="Google Shape;1681;p51"/>
            <p:cNvSpPr/>
            <p:nvPr/>
          </p:nvSpPr>
          <p:spPr>
            <a:xfrm>
              <a:off x="6527400" y="1684675"/>
              <a:ext cx="9875" cy="9300"/>
            </a:xfrm>
            <a:custGeom>
              <a:avLst/>
              <a:gdLst/>
              <a:ahLst/>
              <a:cxnLst/>
              <a:rect l="l" t="t" r="r" b="b"/>
              <a:pathLst>
                <a:path w="395" h="372" extrusionOk="0">
                  <a:moveTo>
                    <a:pt x="209" y="0"/>
                  </a:moveTo>
                  <a:cubicBezTo>
                    <a:pt x="93" y="0"/>
                    <a:pt x="0" y="93"/>
                    <a:pt x="0" y="186"/>
                  </a:cubicBezTo>
                  <a:cubicBezTo>
                    <a:pt x="0" y="278"/>
                    <a:pt x="0" y="371"/>
                    <a:pt x="209" y="371"/>
                  </a:cubicBezTo>
                  <a:cubicBezTo>
                    <a:pt x="302" y="371"/>
                    <a:pt x="394" y="278"/>
                    <a:pt x="394" y="186"/>
                  </a:cubicBezTo>
                  <a:cubicBezTo>
                    <a:pt x="394" y="93"/>
                    <a:pt x="302"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2" name="Google Shape;1682;p51"/>
            <p:cNvSpPr/>
            <p:nvPr/>
          </p:nvSpPr>
          <p:spPr>
            <a:xfrm>
              <a:off x="6541875" y="1776800"/>
              <a:ext cx="12200" cy="9275"/>
            </a:xfrm>
            <a:custGeom>
              <a:avLst/>
              <a:gdLst/>
              <a:ahLst/>
              <a:cxnLst/>
              <a:rect l="l" t="t" r="r" b="b"/>
              <a:pathLst>
                <a:path w="488" h="371" extrusionOk="0">
                  <a:moveTo>
                    <a:pt x="253" y="0"/>
                  </a:moveTo>
                  <a:cubicBezTo>
                    <a:pt x="203" y="0"/>
                    <a:pt x="151" y="23"/>
                    <a:pt x="93" y="70"/>
                  </a:cubicBezTo>
                  <a:cubicBezTo>
                    <a:pt x="1" y="70"/>
                    <a:pt x="1" y="255"/>
                    <a:pt x="93" y="371"/>
                  </a:cubicBezTo>
                  <a:lnTo>
                    <a:pt x="395" y="371"/>
                  </a:lnTo>
                  <a:cubicBezTo>
                    <a:pt x="487" y="255"/>
                    <a:pt x="487" y="70"/>
                    <a:pt x="395" y="70"/>
                  </a:cubicBezTo>
                  <a:cubicBezTo>
                    <a:pt x="348" y="23"/>
                    <a:pt x="302" y="0"/>
                    <a:pt x="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3" name="Google Shape;1683;p51"/>
            <p:cNvSpPr/>
            <p:nvPr/>
          </p:nvSpPr>
          <p:spPr>
            <a:xfrm>
              <a:off x="6433525" y="1736425"/>
              <a:ext cx="12200" cy="10850"/>
            </a:xfrm>
            <a:custGeom>
              <a:avLst/>
              <a:gdLst/>
              <a:ahLst/>
              <a:cxnLst/>
              <a:rect l="l" t="t" r="r" b="b"/>
              <a:pathLst>
                <a:path w="488" h="432" extrusionOk="0">
                  <a:moveTo>
                    <a:pt x="200" y="1"/>
                  </a:moveTo>
                  <a:cubicBezTo>
                    <a:pt x="140" y="1"/>
                    <a:pt x="94" y="66"/>
                    <a:pt x="94" y="132"/>
                  </a:cubicBezTo>
                  <a:cubicBezTo>
                    <a:pt x="1" y="340"/>
                    <a:pt x="94" y="433"/>
                    <a:pt x="186" y="433"/>
                  </a:cubicBezTo>
                  <a:lnTo>
                    <a:pt x="279" y="433"/>
                  </a:lnTo>
                  <a:cubicBezTo>
                    <a:pt x="372" y="433"/>
                    <a:pt x="488" y="340"/>
                    <a:pt x="488" y="248"/>
                  </a:cubicBezTo>
                  <a:cubicBezTo>
                    <a:pt x="488" y="132"/>
                    <a:pt x="372" y="39"/>
                    <a:pt x="279" y="39"/>
                  </a:cubicBezTo>
                  <a:cubicBezTo>
                    <a:pt x="252" y="12"/>
                    <a:pt x="225" y="1"/>
                    <a:pt x="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4" name="Google Shape;1684;p51"/>
            <p:cNvSpPr/>
            <p:nvPr/>
          </p:nvSpPr>
          <p:spPr>
            <a:xfrm>
              <a:off x="6529725" y="1703775"/>
              <a:ext cx="12175" cy="9875"/>
            </a:xfrm>
            <a:custGeom>
              <a:avLst/>
              <a:gdLst/>
              <a:ahLst/>
              <a:cxnLst/>
              <a:rect l="l" t="t" r="r" b="b"/>
              <a:pathLst>
                <a:path w="487" h="395" extrusionOk="0">
                  <a:moveTo>
                    <a:pt x="209" y="1"/>
                  </a:moveTo>
                  <a:cubicBezTo>
                    <a:pt x="116" y="94"/>
                    <a:pt x="0" y="186"/>
                    <a:pt x="116" y="279"/>
                  </a:cubicBezTo>
                  <a:cubicBezTo>
                    <a:pt x="116" y="395"/>
                    <a:pt x="209" y="395"/>
                    <a:pt x="301" y="395"/>
                  </a:cubicBezTo>
                  <a:lnTo>
                    <a:pt x="394" y="395"/>
                  </a:lnTo>
                  <a:cubicBezTo>
                    <a:pt x="487" y="279"/>
                    <a:pt x="487" y="186"/>
                    <a:pt x="394" y="94"/>
                  </a:cubicBezTo>
                  <a:cubicBezTo>
                    <a:pt x="394" y="1"/>
                    <a:pt x="301" y="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5" name="Google Shape;1685;p51"/>
            <p:cNvSpPr/>
            <p:nvPr/>
          </p:nvSpPr>
          <p:spPr>
            <a:xfrm>
              <a:off x="6534925" y="1665550"/>
              <a:ext cx="12200" cy="11600"/>
            </a:xfrm>
            <a:custGeom>
              <a:avLst/>
              <a:gdLst/>
              <a:ahLst/>
              <a:cxnLst/>
              <a:rect l="l" t="t" r="r" b="b"/>
              <a:pathLst>
                <a:path w="488" h="462" extrusionOk="0">
                  <a:moveTo>
                    <a:pt x="232" y="0"/>
                  </a:moveTo>
                  <a:cubicBezTo>
                    <a:pt x="186" y="0"/>
                    <a:pt x="140" y="24"/>
                    <a:pt x="93" y="70"/>
                  </a:cubicBezTo>
                  <a:cubicBezTo>
                    <a:pt x="1" y="186"/>
                    <a:pt x="1" y="279"/>
                    <a:pt x="93" y="371"/>
                  </a:cubicBezTo>
                  <a:cubicBezTo>
                    <a:pt x="186" y="371"/>
                    <a:pt x="186" y="464"/>
                    <a:pt x="186" y="464"/>
                  </a:cubicBezTo>
                  <a:cubicBezTo>
                    <a:pt x="279" y="464"/>
                    <a:pt x="371" y="371"/>
                    <a:pt x="371" y="371"/>
                  </a:cubicBezTo>
                  <a:cubicBezTo>
                    <a:pt x="487" y="279"/>
                    <a:pt x="487" y="186"/>
                    <a:pt x="371" y="70"/>
                  </a:cubicBezTo>
                  <a:cubicBezTo>
                    <a:pt x="325" y="24"/>
                    <a:pt x="279"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6" name="Google Shape;1686;p51"/>
            <p:cNvSpPr/>
            <p:nvPr/>
          </p:nvSpPr>
          <p:spPr>
            <a:xfrm>
              <a:off x="6551725" y="1737400"/>
              <a:ext cx="12200" cy="9875"/>
            </a:xfrm>
            <a:custGeom>
              <a:avLst/>
              <a:gdLst/>
              <a:ahLst/>
              <a:cxnLst/>
              <a:rect l="l" t="t" r="r" b="b"/>
              <a:pathLst>
                <a:path w="488" h="395" extrusionOk="0">
                  <a:moveTo>
                    <a:pt x="186" y="0"/>
                  </a:moveTo>
                  <a:cubicBezTo>
                    <a:pt x="93" y="0"/>
                    <a:pt x="1" y="209"/>
                    <a:pt x="1" y="301"/>
                  </a:cubicBezTo>
                  <a:cubicBezTo>
                    <a:pt x="93" y="394"/>
                    <a:pt x="93" y="394"/>
                    <a:pt x="186" y="394"/>
                  </a:cubicBezTo>
                  <a:lnTo>
                    <a:pt x="279" y="394"/>
                  </a:lnTo>
                  <a:cubicBezTo>
                    <a:pt x="395" y="394"/>
                    <a:pt x="487" y="301"/>
                    <a:pt x="395" y="209"/>
                  </a:cubicBezTo>
                  <a:cubicBezTo>
                    <a:pt x="395" y="93"/>
                    <a:pt x="279" y="0"/>
                    <a:pt x="1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7" name="Google Shape;1687;p51"/>
            <p:cNvSpPr/>
            <p:nvPr/>
          </p:nvSpPr>
          <p:spPr>
            <a:xfrm>
              <a:off x="6551725" y="1758450"/>
              <a:ext cx="9875" cy="10250"/>
            </a:xfrm>
            <a:custGeom>
              <a:avLst/>
              <a:gdLst/>
              <a:ahLst/>
              <a:cxnLst/>
              <a:rect l="l" t="t" r="r" b="b"/>
              <a:pathLst>
                <a:path w="395" h="410" extrusionOk="0">
                  <a:moveTo>
                    <a:pt x="270" y="0"/>
                  </a:moveTo>
                  <a:cubicBezTo>
                    <a:pt x="242" y="0"/>
                    <a:pt x="213" y="12"/>
                    <a:pt x="186" y="39"/>
                  </a:cubicBezTo>
                  <a:cubicBezTo>
                    <a:pt x="93" y="39"/>
                    <a:pt x="1" y="132"/>
                    <a:pt x="1" y="224"/>
                  </a:cubicBezTo>
                  <a:cubicBezTo>
                    <a:pt x="1" y="317"/>
                    <a:pt x="93" y="410"/>
                    <a:pt x="186" y="410"/>
                  </a:cubicBezTo>
                  <a:cubicBezTo>
                    <a:pt x="279" y="410"/>
                    <a:pt x="395" y="317"/>
                    <a:pt x="395" y="224"/>
                  </a:cubicBezTo>
                  <a:lnTo>
                    <a:pt x="395" y="132"/>
                  </a:lnTo>
                  <a:cubicBezTo>
                    <a:pt x="395" y="66"/>
                    <a:pt x="337" y="0"/>
                    <a:pt x="2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8" name="Google Shape;1688;p51"/>
            <p:cNvSpPr/>
            <p:nvPr/>
          </p:nvSpPr>
          <p:spPr>
            <a:xfrm>
              <a:off x="6541875" y="1719550"/>
              <a:ext cx="12200" cy="10925"/>
            </a:xfrm>
            <a:custGeom>
              <a:avLst/>
              <a:gdLst/>
              <a:ahLst/>
              <a:cxnLst/>
              <a:rect l="l" t="t" r="r" b="b"/>
              <a:pathLst>
                <a:path w="488" h="437" extrusionOk="0">
                  <a:moveTo>
                    <a:pt x="223" y="1"/>
                  </a:moveTo>
                  <a:cubicBezTo>
                    <a:pt x="178" y="1"/>
                    <a:pt x="132" y="11"/>
                    <a:pt x="93" y="42"/>
                  </a:cubicBezTo>
                  <a:cubicBezTo>
                    <a:pt x="93" y="135"/>
                    <a:pt x="1" y="227"/>
                    <a:pt x="93" y="343"/>
                  </a:cubicBezTo>
                  <a:cubicBezTo>
                    <a:pt x="93" y="436"/>
                    <a:pt x="209" y="436"/>
                    <a:pt x="302" y="436"/>
                  </a:cubicBezTo>
                  <a:cubicBezTo>
                    <a:pt x="302" y="436"/>
                    <a:pt x="395" y="436"/>
                    <a:pt x="395" y="343"/>
                  </a:cubicBezTo>
                  <a:cubicBezTo>
                    <a:pt x="487" y="343"/>
                    <a:pt x="487" y="135"/>
                    <a:pt x="395" y="42"/>
                  </a:cubicBezTo>
                  <a:cubicBezTo>
                    <a:pt x="395" y="42"/>
                    <a:pt x="312" y="1"/>
                    <a:pt x="2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8" name="组合 7">
            <a:extLst>
              <a:ext uri="{FF2B5EF4-FFF2-40B4-BE49-F238E27FC236}">
                <a16:creationId xmlns:a16="http://schemas.microsoft.com/office/drawing/2014/main" id="{D6BCFC5F-6751-490C-4BC5-BF7731BB74C6}"/>
              </a:ext>
            </a:extLst>
          </p:cNvPr>
          <p:cNvGrpSpPr/>
          <p:nvPr/>
        </p:nvGrpSpPr>
        <p:grpSpPr>
          <a:xfrm>
            <a:off x="1845468" y="1902369"/>
            <a:ext cx="347650" cy="227125"/>
            <a:chOff x="1830600" y="1500925"/>
            <a:chExt cx="347650" cy="227125"/>
          </a:xfrm>
        </p:grpSpPr>
        <p:sp>
          <p:nvSpPr>
            <p:cNvPr id="1690" name="Google Shape;1690;p51"/>
            <p:cNvSpPr/>
            <p:nvPr/>
          </p:nvSpPr>
          <p:spPr>
            <a:xfrm>
              <a:off x="2011350" y="1500925"/>
              <a:ext cx="166900" cy="210325"/>
            </a:xfrm>
            <a:custGeom>
              <a:avLst/>
              <a:gdLst/>
              <a:ahLst/>
              <a:cxnLst/>
              <a:rect l="l" t="t" r="r" b="b"/>
              <a:pathLst>
                <a:path w="6676" h="8413" extrusionOk="0">
                  <a:moveTo>
                    <a:pt x="5887" y="394"/>
                  </a:moveTo>
                  <a:lnTo>
                    <a:pt x="6096" y="487"/>
                  </a:lnTo>
                  <a:cubicBezTo>
                    <a:pt x="6189" y="487"/>
                    <a:pt x="6189" y="672"/>
                    <a:pt x="6189" y="788"/>
                  </a:cubicBezTo>
                  <a:lnTo>
                    <a:pt x="6096" y="1159"/>
                  </a:lnTo>
                  <a:lnTo>
                    <a:pt x="5980" y="1252"/>
                  </a:lnTo>
                  <a:cubicBezTo>
                    <a:pt x="5934" y="1310"/>
                    <a:pt x="5887" y="1339"/>
                    <a:pt x="5853" y="1339"/>
                  </a:cubicBezTo>
                  <a:cubicBezTo>
                    <a:pt x="5818" y="1339"/>
                    <a:pt x="5795" y="1310"/>
                    <a:pt x="5795" y="1252"/>
                  </a:cubicBezTo>
                  <a:lnTo>
                    <a:pt x="5609" y="1252"/>
                  </a:lnTo>
                  <a:cubicBezTo>
                    <a:pt x="5516" y="1159"/>
                    <a:pt x="5516" y="1066"/>
                    <a:pt x="5516" y="974"/>
                  </a:cubicBezTo>
                  <a:lnTo>
                    <a:pt x="5609" y="580"/>
                  </a:lnTo>
                  <a:cubicBezTo>
                    <a:pt x="5702" y="487"/>
                    <a:pt x="5702" y="487"/>
                    <a:pt x="5702" y="394"/>
                  </a:cubicBezTo>
                  <a:close/>
                  <a:moveTo>
                    <a:pt x="5702" y="1831"/>
                  </a:moveTo>
                  <a:cubicBezTo>
                    <a:pt x="5887" y="1831"/>
                    <a:pt x="5980" y="1831"/>
                    <a:pt x="6096" y="1947"/>
                  </a:cubicBezTo>
                  <a:cubicBezTo>
                    <a:pt x="6189" y="2040"/>
                    <a:pt x="6281" y="2132"/>
                    <a:pt x="6281" y="2225"/>
                  </a:cubicBezTo>
                  <a:lnTo>
                    <a:pt x="6281" y="3963"/>
                  </a:lnTo>
                  <a:lnTo>
                    <a:pt x="5215" y="3963"/>
                  </a:lnTo>
                  <a:lnTo>
                    <a:pt x="5215" y="2619"/>
                  </a:lnTo>
                  <a:lnTo>
                    <a:pt x="5401" y="2619"/>
                  </a:lnTo>
                  <a:cubicBezTo>
                    <a:pt x="5516" y="2619"/>
                    <a:pt x="5609" y="2526"/>
                    <a:pt x="5609" y="2410"/>
                  </a:cubicBezTo>
                  <a:cubicBezTo>
                    <a:pt x="5609" y="2318"/>
                    <a:pt x="5516" y="2225"/>
                    <a:pt x="5401" y="2225"/>
                  </a:cubicBezTo>
                  <a:lnTo>
                    <a:pt x="2990" y="2225"/>
                  </a:lnTo>
                  <a:cubicBezTo>
                    <a:pt x="2898" y="2225"/>
                    <a:pt x="2805" y="2225"/>
                    <a:pt x="2712" y="2132"/>
                  </a:cubicBezTo>
                  <a:cubicBezTo>
                    <a:pt x="2712" y="2132"/>
                    <a:pt x="2712" y="2040"/>
                    <a:pt x="2620" y="2040"/>
                  </a:cubicBezTo>
                  <a:lnTo>
                    <a:pt x="5702" y="1831"/>
                  </a:lnTo>
                  <a:close/>
                  <a:moveTo>
                    <a:pt x="4636" y="4937"/>
                  </a:moveTo>
                  <a:lnTo>
                    <a:pt x="4450" y="5701"/>
                  </a:lnTo>
                  <a:cubicBezTo>
                    <a:pt x="4358" y="5794"/>
                    <a:pt x="4358" y="5887"/>
                    <a:pt x="4450" y="6095"/>
                  </a:cubicBezTo>
                  <a:lnTo>
                    <a:pt x="4358" y="6095"/>
                  </a:lnTo>
                  <a:cubicBezTo>
                    <a:pt x="4242" y="6188"/>
                    <a:pt x="4242" y="6373"/>
                    <a:pt x="4358" y="6466"/>
                  </a:cubicBezTo>
                  <a:lnTo>
                    <a:pt x="4636" y="8019"/>
                  </a:lnTo>
                  <a:lnTo>
                    <a:pt x="4543" y="8019"/>
                  </a:lnTo>
                  <a:lnTo>
                    <a:pt x="3778" y="6095"/>
                  </a:lnTo>
                  <a:lnTo>
                    <a:pt x="3778" y="6003"/>
                  </a:lnTo>
                  <a:cubicBezTo>
                    <a:pt x="3662" y="6003"/>
                    <a:pt x="3778" y="5887"/>
                    <a:pt x="3778" y="5794"/>
                  </a:cubicBezTo>
                  <a:lnTo>
                    <a:pt x="4636" y="4937"/>
                  </a:lnTo>
                  <a:close/>
                  <a:moveTo>
                    <a:pt x="6189" y="4357"/>
                  </a:moveTo>
                  <a:lnTo>
                    <a:pt x="5516" y="5794"/>
                  </a:lnTo>
                  <a:lnTo>
                    <a:pt x="5516" y="6188"/>
                  </a:lnTo>
                  <a:lnTo>
                    <a:pt x="5980" y="8019"/>
                  </a:lnTo>
                  <a:lnTo>
                    <a:pt x="5887" y="8019"/>
                  </a:lnTo>
                  <a:lnTo>
                    <a:pt x="4821" y="6003"/>
                  </a:lnTo>
                  <a:lnTo>
                    <a:pt x="4821" y="5887"/>
                  </a:lnTo>
                  <a:lnTo>
                    <a:pt x="4821" y="5794"/>
                  </a:lnTo>
                  <a:lnTo>
                    <a:pt x="5215" y="4357"/>
                  </a:lnTo>
                  <a:close/>
                  <a:moveTo>
                    <a:pt x="580" y="0"/>
                  </a:moveTo>
                  <a:cubicBezTo>
                    <a:pt x="302" y="0"/>
                    <a:pt x="1" y="301"/>
                    <a:pt x="1" y="580"/>
                  </a:cubicBezTo>
                  <a:lnTo>
                    <a:pt x="1" y="3106"/>
                  </a:lnTo>
                  <a:cubicBezTo>
                    <a:pt x="1" y="3384"/>
                    <a:pt x="302" y="3685"/>
                    <a:pt x="580" y="3685"/>
                  </a:cubicBezTo>
                  <a:lnTo>
                    <a:pt x="3083" y="3685"/>
                  </a:lnTo>
                  <a:cubicBezTo>
                    <a:pt x="3384" y="3685"/>
                    <a:pt x="3662" y="3384"/>
                    <a:pt x="3662" y="3106"/>
                  </a:cubicBezTo>
                  <a:lnTo>
                    <a:pt x="3662" y="2712"/>
                  </a:lnTo>
                  <a:lnTo>
                    <a:pt x="4821" y="2619"/>
                  </a:lnTo>
                  <a:lnTo>
                    <a:pt x="4821" y="4056"/>
                  </a:lnTo>
                  <a:lnTo>
                    <a:pt x="3477" y="5516"/>
                  </a:lnTo>
                  <a:cubicBezTo>
                    <a:pt x="3292" y="5701"/>
                    <a:pt x="3292" y="6003"/>
                    <a:pt x="3384" y="6281"/>
                  </a:cubicBezTo>
                  <a:lnTo>
                    <a:pt x="4242" y="8320"/>
                  </a:lnTo>
                  <a:cubicBezTo>
                    <a:pt x="4242" y="8413"/>
                    <a:pt x="4358" y="8413"/>
                    <a:pt x="4450" y="8413"/>
                  </a:cubicBezTo>
                  <a:lnTo>
                    <a:pt x="4937" y="8413"/>
                  </a:lnTo>
                  <a:cubicBezTo>
                    <a:pt x="5030" y="8413"/>
                    <a:pt x="5030" y="8413"/>
                    <a:pt x="5123" y="8320"/>
                  </a:cubicBezTo>
                  <a:lnTo>
                    <a:pt x="5123" y="8112"/>
                  </a:lnTo>
                  <a:lnTo>
                    <a:pt x="4821" y="6675"/>
                  </a:lnTo>
                  <a:lnTo>
                    <a:pt x="5609" y="8320"/>
                  </a:lnTo>
                  <a:cubicBezTo>
                    <a:pt x="5702" y="8413"/>
                    <a:pt x="5702" y="8413"/>
                    <a:pt x="5795" y="8413"/>
                  </a:cubicBezTo>
                  <a:lnTo>
                    <a:pt x="6281" y="8413"/>
                  </a:lnTo>
                  <a:cubicBezTo>
                    <a:pt x="6374" y="8413"/>
                    <a:pt x="6467" y="8413"/>
                    <a:pt x="6467" y="8320"/>
                  </a:cubicBezTo>
                  <a:lnTo>
                    <a:pt x="6467" y="8112"/>
                  </a:lnTo>
                  <a:lnTo>
                    <a:pt x="5887" y="6095"/>
                  </a:lnTo>
                  <a:lnTo>
                    <a:pt x="5887" y="6003"/>
                  </a:lnTo>
                  <a:lnTo>
                    <a:pt x="6675" y="4264"/>
                  </a:lnTo>
                  <a:lnTo>
                    <a:pt x="6675" y="4149"/>
                  </a:lnTo>
                  <a:lnTo>
                    <a:pt x="6675" y="2225"/>
                  </a:lnTo>
                  <a:cubicBezTo>
                    <a:pt x="6675" y="2040"/>
                    <a:pt x="6559" y="1831"/>
                    <a:pt x="6374" y="1646"/>
                  </a:cubicBezTo>
                  <a:cubicBezTo>
                    <a:pt x="6281" y="1646"/>
                    <a:pt x="6281" y="1553"/>
                    <a:pt x="6281" y="1553"/>
                  </a:cubicBezTo>
                  <a:lnTo>
                    <a:pt x="6467" y="1368"/>
                  </a:lnTo>
                  <a:lnTo>
                    <a:pt x="6559" y="881"/>
                  </a:lnTo>
                  <a:cubicBezTo>
                    <a:pt x="6675" y="580"/>
                    <a:pt x="6467" y="209"/>
                    <a:pt x="6189" y="93"/>
                  </a:cubicBezTo>
                  <a:lnTo>
                    <a:pt x="5980" y="0"/>
                  </a:lnTo>
                  <a:cubicBezTo>
                    <a:pt x="5887" y="0"/>
                    <a:pt x="5702" y="0"/>
                    <a:pt x="5609" y="93"/>
                  </a:cubicBezTo>
                  <a:cubicBezTo>
                    <a:pt x="5401" y="93"/>
                    <a:pt x="5308" y="301"/>
                    <a:pt x="5215" y="394"/>
                  </a:cubicBezTo>
                  <a:lnTo>
                    <a:pt x="5123" y="881"/>
                  </a:lnTo>
                  <a:cubicBezTo>
                    <a:pt x="5030" y="1066"/>
                    <a:pt x="5123" y="1252"/>
                    <a:pt x="5215" y="1460"/>
                  </a:cubicBezTo>
                  <a:lnTo>
                    <a:pt x="2411" y="1646"/>
                  </a:lnTo>
                  <a:cubicBezTo>
                    <a:pt x="2318" y="1646"/>
                    <a:pt x="2226" y="1738"/>
                    <a:pt x="2226" y="1831"/>
                  </a:cubicBezTo>
                  <a:cubicBezTo>
                    <a:pt x="2226" y="2040"/>
                    <a:pt x="2318" y="2318"/>
                    <a:pt x="2411" y="2410"/>
                  </a:cubicBezTo>
                  <a:cubicBezTo>
                    <a:pt x="2620" y="2619"/>
                    <a:pt x="2805" y="2712"/>
                    <a:pt x="2990" y="2712"/>
                  </a:cubicBezTo>
                  <a:lnTo>
                    <a:pt x="3292" y="2712"/>
                  </a:lnTo>
                  <a:lnTo>
                    <a:pt x="3292" y="3106"/>
                  </a:lnTo>
                  <a:cubicBezTo>
                    <a:pt x="3292" y="3198"/>
                    <a:pt x="3199" y="3291"/>
                    <a:pt x="3083" y="3291"/>
                  </a:cubicBezTo>
                  <a:lnTo>
                    <a:pt x="580" y="3291"/>
                  </a:lnTo>
                  <a:cubicBezTo>
                    <a:pt x="487" y="3291"/>
                    <a:pt x="395" y="3198"/>
                    <a:pt x="395" y="3106"/>
                  </a:cubicBezTo>
                  <a:lnTo>
                    <a:pt x="395" y="580"/>
                  </a:lnTo>
                  <a:cubicBezTo>
                    <a:pt x="395" y="487"/>
                    <a:pt x="487" y="394"/>
                    <a:pt x="580" y="394"/>
                  </a:cubicBezTo>
                  <a:lnTo>
                    <a:pt x="3083" y="394"/>
                  </a:lnTo>
                  <a:cubicBezTo>
                    <a:pt x="3199" y="394"/>
                    <a:pt x="3292" y="487"/>
                    <a:pt x="3292" y="580"/>
                  </a:cubicBezTo>
                  <a:lnTo>
                    <a:pt x="3292" y="974"/>
                  </a:lnTo>
                  <a:cubicBezTo>
                    <a:pt x="3292" y="1066"/>
                    <a:pt x="3292" y="1159"/>
                    <a:pt x="3477" y="1159"/>
                  </a:cubicBezTo>
                  <a:cubicBezTo>
                    <a:pt x="3570" y="1159"/>
                    <a:pt x="3662" y="1066"/>
                    <a:pt x="3662" y="974"/>
                  </a:cubicBezTo>
                  <a:lnTo>
                    <a:pt x="3662" y="580"/>
                  </a:lnTo>
                  <a:cubicBezTo>
                    <a:pt x="3662" y="301"/>
                    <a:pt x="3384" y="0"/>
                    <a:pt x="30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1" name="Google Shape;1691;p51"/>
            <p:cNvSpPr/>
            <p:nvPr/>
          </p:nvSpPr>
          <p:spPr>
            <a:xfrm>
              <a:off x="2146350" y="1718175"/>
              <a:ext cx="31900" cy="9875"/>
            </a:xfrm>
            <a:custGeom>
              <a:avLst/>
              <a:gdLst/>
              <a:ahLst/>
              <a:cxnLst/>
              <a:rect l="l" t="t" r="r" b="b"/>
              <a:pathLst>
                <a:path w="1276" h="395" extrusionOk="0">
                  <a:moveTo>
                    <a:pt x="209" y="1"/>
                  </a:moveTo>
                  <a:cubicBezTo>
                    <a:pt x="116" y="1"/>
                    <a:pt x="1" y="94"/>
                    <a:pt x="1" y="209"/>
                  </a:cubicBezTo>
                  <a:cubicBezTo>
                    <a:pt x="1" y="302"/>
                    <a:pt x="116" y="395"/>
                    <a:pt x="209" y="395"/>
                  </a:cubicBezTo>
                  <a:lnTo>
                    <a:pt x="1067" y="395"/>
                  </a:lnTo>
                  <a:cubicBezTo>
                    <a:pt x="1159" y="395"/>
                    <a:pt x="1275" y="302"/>
                    <a:pt x="1275" y="209"/>
                  </a:cubicBezTo>
                  <a:cubicBezTo>
                    <a:pt x="1275" y="94"/>
                    <a:pt x="1159" y="1"/>
                    <a:pt x="1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2" name="Google Shape;1692;p51"/>
            <p:cNvSpPr/>
            <p:nvPr/>
          </p:nvSpPr>
          <p:spPr>
            <a:xfrm>
              <a:off x="2110425" y="1718175"/>
              <a:ext cx="31325" cy="9875"/>
            </a:xfrm>
            <a:custGeom>
              <a:avLst/>
              <a:gdLst/>
              <a:ahLst/>
              <a:cxnLst/>
              <a:rect l="l" t="t" r="r" b="b"/>
              <a:pathLst>
                <a:path w="1253" h="395" extrusionOk="0">
                  <a:moveTo>
                    <a:pt x="186" y="1"/>
                  </a:moveTo>
                  <a:cubicBezTo>
                    <a:pt x="93" y="1"/>
                    <a:pt x="1" y="94"/>
                    <a:pt x="1" y="209"/>
                  </a:cubicBezTo>
                  <a:cubicBezTo>
                    <a:pt x="1" y="302"/>
                    <a:pt x="93" y="395"/>
                    <a:pt x="186" y="395"/>
                  </a:cubicBezTo>
                  <a:lnTo>
                    <a:pt x="1067" y="395"/>
                  </a:lnTo>
                  <a:cubicBezTo>
                    <a:pt x="1160" y="395"/>
                    <a:pt x="1252" y="302"/>
                    <a:pt x="1252" y="209"/>
                  </a:cubicBezTo>
                  <a:cubicBezTo>
                    <a:pt x="1252" y="94"/>
                    <a:pt x="1160" y="1"/>
                    <a:pt x="1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3" name="Google Shape;1693;p51"/>
            <p:cNvSpPr/>
            <p:nvPr/>
          </p:nvSpPr>
          <p:spPr>
            <a:xfrm>
              <a:off x="1832900" y="1508450"/>
              <a:ext cx="157050" cy="202800"/>
            </a:xfrm>
            <a:custGeom>
              <a:avLst/>
              <a:gdLst/>
              <a:ahLst/>
              <a:cxnLst/>
              <a:rect l="l" t="t" r="r" b="b"/>
              <a:pathLst>
                <a:path w="6282" h="8112" extrusionOk="0">
                  <a:moveTo>
                    <a:pt x="1646" y="371"/>
                  </a:moveTo>
                  <a:cubicBezTo>
                    <a:pt x="1832" y="371"/>
                    <a:pt x="1832" y="487"/>
                    <a:pt x="1832" y="673"/>
                  </a:cubicBezTo>
                  <a:lnTo>
                    <a:pt x="1832" y="1067"/>
                  </a:lnTo>
                  <a:cubicBezTo>
                    <a:pt x="1832" y="1159"/>
                    <a:pt x="1832" y="1159"/>
                    <a:pt x="1739" y="1252"/>
                  </a:cubicBezTo>
                  <a:lnTo>
                    <a:pt x="1345" y="1252"/>
                  </a:lnTo>
                  <a:cubicBezTo>
                    <a:pt x="1252" y="1252"/>
                    <a:pt x="1252" y="1159"/>
                    <a:pt x="1252" y="1067"/>
                  </a:cubicBezTo>
                  <a:lnTo>
                    <a:pt x="1252" y="580"/>
                  </a:lnTo>
                  <a:cubicBezTo>
                    <a:pt x="1252" y="487"/>
                    <a:pt x="1345" y="487"/>
                    <a:pt x="1345" y="487"/>
                  </a:cubicBezTo>
                  <a:cubicBezTo>
                    <a:pt x="1345" y="371"/>
                    <a:pt x="1438" y="371"/>
                    <a:pt x="1438" y="371"/>
                  </a:cubicBezTo>
                  <a:close/>
                  <a:moveTo>
                    <a:pt x="5795" y="765"/>
                  </a:moveTo>
                  <a:cubicBezTo>
                    <a:pt x="5887" y="765"/>
                    <a:pt x="5887" y="858"/>
                    <a:pt x="5887" y="858"/>
                  </a:cubicBezTo>
                  <a:lnTo>
                    <a:pt x="5887" y="3384"/>
                  </a:lnTo>
                  <a:cubicBezTo>
                    <a:pt x="5887" y="3477"/>
                    <a:pt x="5887" y="3477"/>
                    <a:pt x="5795" y="3477"/>
                  </a:cubicBezTo>
                  <a:lnTo>
                    <a:pt x="3269" y="3477"/>
                  </a:lnTo>
                  <a:cubicBezTo>
                    <a:pt x="3269" y="3477"/>
                    <a:pt x="3176" y="3477"/>
                    <a:pt x="3176" y="3384"/>
                  </a:cubicBezTo>
                  <a:lnTo>
                    <a:pt x="3176" y="3268"/>
                  </a:lnTo>
                  <a:lnTo>
                    <a:pt x="4056" y="3083"/>
                  </a:lnTo>
                  <a:cubicBezTo>
                    <a:pt x="4543" y="3083"/>
                    <a:pt x="4821" y="2689"/>
                    <a:pt x="4821" y="2225"/>
                  </a:cubicBezTo>
                  <a:lnTo>
                    <a:pt x="4821" y="2017"/>
                  </a:lnTo>
                  <a:cubicBezTo>
                    <a:pt x="4759" y="2017"/>
                    <a:pt x="4739" y="1976"/>
                    <a:pt x="4705" y="1976"/>
                  </a:cubicBezTo>
                  <a:cubicBezTo>
                    <a:pt x="4687" y="1976"/>
                    <a:pt x="4667" y="1986"/>
                    <a:pt x="4636" y="2017"/>
                  </a:cubicBezTo>
                  <a:lnTo>
                    <a:pt x="3176" y="2109"/>
                  </a:lnTo>
                  <a:lnTo>
                    <a:pt x="3176" y="858"/>
                  </a:lnTo>
                  <a:lnTo>
                    <a:pt x="3269" y="765"/>
                  </a:lnTo>
                  <a:close/>
                  <a:moveTo>
                    <a:pt x="1530" y="1646"/>
                  </a:moveTo>
                  <a:lnTo>
                    <a:pt x="1530" y="1739"/>
                  </a:lnTo>
                  <a:lnTo>
                    <a:pt x="2805" y="2503"/>
                  </a:lnTo>
                  <a:lnTo>
                    <a:pt x="2898" y="2503"/>
                  </a:lnTo>
                  <a:cubicBezTo>
                    <a:pt x="2960" y="2503"/>
                    <a:pt x="3021" y="2545"/>
                    <a:pt x="3056" y="2545"/>
                  </a:cubicBezTo>
                  <a:cubicBezTo>
                    <a:pt x="3073" y="2545"/>
                    <a:pt x="3083" y="2534"/>
                    <a:pt x="3083" y="2503"/>
                  </a:cubicBezTo>
                  <a:lnTo>
                    <a:pt x="4427" y="2411"/>
                  </a:lnTo>
                  <a:lnTo>
                    <a:pt x="4427" y="2411"/>
                  </a:lnTo>
                  <a:cubicBezTo>
                    <a:pt x="4335" y="2596"/>
                    <a:pt x="4149" y="2689"/>
                    <a:pt x="3964" y="2689"/>
                  </a:cubicBezTo>
                  <a:lnTo>
                    <a:pt x="2990" y="2897"/>
                  </a:lnTo>
                  <a:lnTo>
                    <a:pt x="2898" y="2897"/>
                  </a:lnTo>
                  <a:lnTo>
                    <a:pt x="2226" y="2503"/>
                  </a:lnTo>
                  <a:lnTo>
                    <a:pt x="2226" y="2411"/>
                  </a:lnTo>
                  <a:lnTo>
                    <a:pt x="1739" y="2225"/>
                  </a:lnTo>
                  <a:cubicBezTo>
                    <a:pt x="1711" y="2191"/>
                    <a:pt x="1681" y="2177"/>
                    <a:pt x="1651" y="2177"/>
                  </a:cubicBezTo>
                  <a:cubicBezTo>
                    <a:pt x="1579" y="2177"/>
                    <a:pt x="1503" y="2253"/>
                    <a:pt x="1438" y="2318"/>
                  </a:cubicBezTo>
                  <a:cubicBezTo>
                    <a:pt x="1438" y="2411"/>
                    <a:pt x="1438" y="2503"/>
                    <a:pt x="1530" y="2503"/>
                  </a:cubicBezTo>
                  <a:lnTo>
                    <a:pt x="1924" y="2805"/>
                  </a:lnTo>
                  <a:lnTo>
                    <a:pt x="1924" y="3662"/>
                  </a:lnTo>
                  <a:lnTo>
                    <a:pt x="858" y="3662"/>
                  </a:lnTo>
                  <a:lnTo>
                    <a:pt x="951" y="2318"/>
                  </a:lnTo>
                  <a:cubicBezTo>
                    <a:pt x="951" y="2109"/>
                    <a:pt x="951" y="2017"/>
                    <a:pt x="1067" y="1831"/>
                  </a:cubicBezTo>
                  <a:lnTo>
                    <a:pt x="1160" y="1739"/>
                  </a:lnTo>
                  <a:cubicBezTo>
                    <a:pt x="1252" y="1739"/>
                    <a:pt x="1252" y="1646"/>
                    <a:pt x="1345" y="1646"/>
                  </a:cubicBezTo>
                  <a:close/>
                  <a:moveTo>
                    <a:pt x="2226" y="4242"/>
                  </a:moveTo>
                  <a:lnTo>
                    <a:pt x="3384" y="5493"/>
                  </a:lnTo>
                  <a:cubicBezTo>
                    <a:pt x="3477" y="5586"/>
                    <a:pt x="3477" y="5702"/>
                    <a:pt x="3384" y="5702"/>
                  </a:cubicBezTo>
                  <a:lnTo>
                    <a:pt x="3384" y="5794"/>
                  </a:lnTo>
                  <a:lnTo>
                    <a:pt x="2596" y="7718"/>
                  </a:lnTo>
                  <a:lnTo>
                    <a:pt x="2504" y="7718"/>
                  </a:lnTo>
                  <a:lnTo>
                    <a:pt x="2898" y="6165"/>
                  </a:lnTo>
                  <a:cubicBezTo>
                    <a:pt x="2898" y="6072"/>
                    <a:pt x="2898" y="5887"/>
                    <a:pt x="2805" y="5794"/>
                  </a:cubicBezTo>
                  <a:lnTo>
                    <a:pt x="1924" y="4914"/>
                  </a:lnTo>
                  <a:lnTo>
                    <a:pt x="2226" y="4242"/>
                  </a:lnTo>
                  <a:close/>
                  <a:moveTo>
                    <a:pt x="1530" y="0"/>
                  </a:moveTo>
                  <a:cubicBezTo>
                    <a:pt x="1345" y="0"/>
                    <a:pt x="1252" y="0"/>
                    <a:pt x="1067" y="93"/>
                  </a:cubicBezTo>
                  <a:cubicBezTo>
                    <a:pt x="951" y="186"/>
                    <a:pt x="858" y="371"/>
                    <a:pt x="858" y="580"/>
                  </a:cubicBezTo>
                  <a:lnTo>
                    <a:pt x="858" y="951"/>
                  </a:lnTo>
                  <a:cubicBezTo>
                    <a:pt x="858" y="1159"/>
                    <a:pt x="858" y="1252"/>
                    <a:pt x="951" y="1437"/>
                  </a:cubicBezTo>
                  <a:lnTo>
                    <a:pt x="858" y="1437"/>
                  </a:lnTo>
                  <a:lnTo>
                    <a:pt x="766" y="1646"/>
                  </a:lnTo>
                  <a:cubicBezTo>
                    <a:pt x="580" y="1831"/>
                    <a:pt x="488" y="2017"/>
                    <a:pt x="488" y="2318"/>
                  </a:cubicBezTo>
                  <a:lnTo>
                    <a:pt x="488" y="3848"/>
                  </a:lnTo>
                  <a:lnTo>
                    <a:pt x="372" y="4728"/>
                  </a:lnTo>
                  <a:cubicBezTo>
                    <a:pt x="372" y="4821"/>
                    <a:pt x="488" y="5006"/>
                    <a:pt x="580" y="5006"/>
                  </a:cubicBezTo>
                  <a:cubicBezTo>
                    <a:pt x="673" y="5006"/>
                    <a:pt x="766" y="4914"/>
                    <a:pt x="766" y="4821"/>
                  </a:cubicBezTo>
                  <a:lnTo>
                    <a:pt x="858" y="4056"/>
                  </a:lnTo>
                  <a:lnTo>
                    <a:pt x="1832" y="4056"/>
                  </a:lnTo>
                  <a:lnTo>
                    <a:pt x="1530" y="4914"/>
                  </a:lnTo>
                  <a:lnTo>
                    <a:pt x="580" y="7718"/>
                  </a:lnTo>
                  <a:lnTo>
                    <a:pt x="372" y="7718"/>
                  </a:lnTo>
                  <a:lnTo>
                    <a:pt x="673" y="5702"/>
                  </a:lnTo>
                  <a:cubicBezTo>
                    <a:pt x="673" y="5586"/>
                    <a:pt x="580" y="5493"/>
                    <a:pt x="488" y="5493"/>
                  </a:cubicBezTo>
                  <a:cubicBezTo>
                    <a:pt x="454" y="5466"/>
                    <a:pt x="422" y="5455"/>
                    <a:pt x="393" y="5455"/>
                  </a:cubicBezTo>
                  <a:cubicBezTo>
                    <a:pt x="325" y="5455"/>
                    <a:pt x="279" y="5520"/>
                    <a:pt x="279" y="5586"/>
                  </a:cubicBezTo>
                  <a:lnTo>
                    <a:pt x="1" y="7903"/>
                  </a:lnTo>
                  <a:lnTo>
                    <a:pt x="1" y="8019"/>
                  </a:lnTo>
                  <a:cubicBezTo>
                    <a:pt x="94" y="8112"/>
                    <a:pt x="94" y="8112"/>
                    <a:pt x="186" y="8112"/>
                  </a:cubicBezTo>
                  <a:lnTo>
                    <a:pt x="673" y="8112"/>
                  </a:lnTo>
                  <a:cubicBezTo>
                    <a:pt x="766" y="8112"/>
                    <a:pt x="858" y="8112"/>
                    <a:pt x="858" y="8019"/>
                  </a:cubicBezTo>
                  <a:lnTo>
                    <a:pt x="1832" y="5308"/>
                  </a:lnTo>
                  <a:lnTo>
                    <a:pt x="2411" y="6072"/>
                  </a:lnTo>
                  <a:lnTo>
                    <a:pt x="2017" y="7811"/>
                  </a:lnTo>
                  <a:cubicBezTo>
                    <a:pt x="2017" y="7903"/>
                    <a:pt x="2017" y="8019"/>
                    <a:pt x="2110" y="8019"/>
                  </a:cubicBezTo>
                  <a:cubicBezTo>
                    <a:pt x="2110" y="8112"/>
                    <a:pt x="2226" y="8112"/>
                    <a:pt x="2226" y="8112"/>
                  </a:cubicBezTo>
                  <a:lnTo>
                    <a:pt x="2689" y="8112"/>
                  </a:lnTo>
                  <a:cubicBezTo>
                    <a:pt x="2805" y="8112"/>
                    <a:pt x="2898" y="8112"/>
                    <a:pt x="2898" y="8019"/>
                  </a:cubicBezTo>
                  <a:lnTo>
                    <a:pt x="3755" y="5980"/>
                  </a:lnTo>
                  <a:cubicBezTo>
                    <a:pt x="3848" y="5702"/>
                    <a:pt x="3848" y="5400"/>
                    <a:pt x="3663" y="5215"/>
                  </a:cubicBezTo>
                  <a:lnTo>
                    <a:pt x="2318" y="3755"/>
                  </a:lnTo>
                  <a:lnTo>
                    <a:pt x="2318" y="2990"/>
                  </a:lnTo>
                  <a:lnTo>
                    <a:pt x="2689" y="3175"/>
                  </a:lnTo>
                  <a:lnTo>
                    <a:pt x="2805" y="3175"/>
                  </a:lnTo>
                  <a:lnTo>
                    <a:pt x="2805" y="3384"/>
                  </a:lnTo>
                  <a:cubicBezTo>
                    <a:pt x="2805" y="3662"/>
                    <a:pt x="2990" y="3848"/>
                    <a:pt x="3269" y="3848"/>
                  </a:cubicBezTo>
                  <a:lnTo>
                    <a:pt x="5795" y="3848"/>
                  </a:lnTo>
                  <a:cubicBezTo>
                    <a:pt x="6073" y="3848"/>
                    <a:pt x="6281" y="3662"/>
                    <a:pt x="6281" y="3384"/>
                  </a:cubicBezTo>
                  <a:lnTo>
                    <a:pt x="6281" y="858"/>
                  </a:lnTo>
                  <a:cubicBezTo>
                    <a:pt x="6281" y="580"/>
                    <a:pt x="6073" y="371"/>
                    <a:pt x="5795" y="371"/>
                  </a:cubicBezTo>
                  <a:lnTo>
                    <a:pt x="3269" y="371"/>
                  </a:lnTo>
                  <a:cubicBezTo>
                    <a:pt x="2990" y="371"/>
                    <a:pt x="2805" y="580"/>
                    <a:pt x="2805" y="858"/>
                  </a:cubicBezTo>
                  <a:lnTo>
                    <a:pt x="2805" y="1924"/>
                  </a:lnTo>
                  <a:lnTo>
                    <a:pt x="2017" y="1530"/>
                  </a:lnTo>
                  <a:cubicBezTo>
                    <a:pt x="2110" y="1437"/>
                    <a:pt x="2226" y="1252"/>
                    <a:pt x="2226" y="1159"/>
                  </a:cubicBezTo>
                  <a:lnTo>
                    <a:pt x="2318" y="673"/>
                  </a:lnTo>
                  <a:cubicBezTo>
                    <a:pt x="2318" y="371"/>
                    <a:pt x="2017" y="0"/>
                    <a:pt x="1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4" name="Google Shape;1694;p51"/>
            <p:cNvSpPr/>
            <p:nvPr/>
          </p:nvSpPr>
          <p:spPr>
            <a:xfrm>
              <a:off x="1830600" y="1718175"/>
              <a:ext cx="31300" cy="9875"/>
            </a:xfrm>
            <a:custGeom>
              <a:avLst/>
              <a:gdLst/>
              <a:ahLst/>
              <a:cxnLst/>
              <a:rect l="l" t="t" r="r" b="b"/>
              <a:pathLst>
                <a:path w="1252" h="395" extrusionOk="0">
                  <a:moveTo>
                    <a:pt x="186" y="1"/>
                  </a:moveTo>
                  <a:cubicBezTo>
                    <a:pt x="93" y="1"/>
                    <a:pt x="0" y="94"/>
                    <a:pt x="0" y="209"/>
                  </a:cubicBezTo>
                  <a:cubicBezTo>
                    <a:pt x="0" y="302"/>
                    <a:pt x="93" y="395"/>
                    <a:pt x="186" y="395"/>
                  </a:cubicBezTo>
                  <a:lnTo>
                    <a:pt x="1043" y="395"/>
                  </a:lnTo>
                  <a:cubicBezTo>
                    <a:pt x="1159" y="395"/>
                    <a:pt x="1252" y="302"/>
                    <a:pt x="1252" y="209"/>
                  </a:cubicBezTo>
                  <a:cubicBezTo>
                    <a:pt x="1252" y="94"/>
                    <a:pt x="1159" y="1"/>
                    <a:pt x="10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5" name="Google Shape;1695;p51"/>
            <p:cNvSpPr/>
            <p:nvPr/>
          </p:nvSpPr>
          <p:spPr>
            <a:xfrm>
              <a:off x="1881000" y="1718175"/>
              <a:ext cx="31300" cy="9875"/>
            </a:xfrm>
            <a:custGeom>
              <a:avLst/>
              <a:gdLst/>
              <a:ahLst/>
              <a:cxnLst/>
              <a:rect l="l" t="t" r="r" b="b"/>
              <a:pathLst>
                <a:path w="1252" h="395" extrusionOk="0">
                  <a:moveTo>
                    <a:pt x="186" y="1"/>
                  </a:moveTo>
                  <a:cubicBezTo>
                    <a:pt x="93" y="1"/>
                    <a:pt x="0" y="94"/>
                    <a:pt x="0" y="209"/>
                  </a:cubicBezTo>
                  <a:cubicBezTo>
                    <a:pt x="0" y="302"/>
                    <a:pt x="93" y="395"/>
                    <a:pt x="186" y="395"/>
                  </a:cubicBezTo>
                  <a:lnTo>
                    <a:pt x="1066" y="395"/>
                  </a:lnTo>
                  <a:cubicBezTo>
                    <a:pt x="1159" y="395"/>
                    <a:pt x="1252" y="302"/>
                    <a:pt x="1252" y="209"/>
                  </a:cubicBezTo>
                  <a:cubicBezTo>
                    <a:pt x="1252" y="94"/>
                    <a:pt x="1159"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6" name="Google Shape;1696;p51"/>
            <p:cNvSpPr/>
            <p:nvPr/>
          </p:nvSpPr>
          <p:spPr>
            <a:xfrm>
              <a:off x="1936625" y="1612150"/>
              <a:ext cx="149500" cy="115900"/>
            </a:xfrm>
            <a:custGeom>
              <a:avLst/>
              <a:gdLst/>
              <a:ahLst/>
              <a:cxnLst/>
              <a:rect l="l" t="t" r="r" b="b"/>
              <a:pathLst>
                <a:path w="5980" h="4636" extrusionOk="0">
                  <a:moveTo>
                    <a:pt x="1344" y="1"/>
                  </a:moveTo>
                  <a:cubicBezTo>
                    <a:pt x="974" y="1"/>
                    <a:pt x="672" y="279"/>
                    <a:pt x="672" y="673"/>
                  </a:cubicBezTo>
                  <a:lnTo>
                    <a:pt x="672" y="3964"/>
                  </a:lnTo>
                  <a:cubicBezTo>
                    <a:pt x="672" y="4057"/>
                    <a:pt x="672" y="4149"/>
                    <a:pt x="765" y="4242"/>
                  </a:cubicBezTo>
                  <a:lnTo>
                    <a:pt x="186" y="4242"/>
                  </a:lnTo>
                  <a:cubicBezTo>
                    <a:pt x="93" y="4242"/>
                    <a:pt x="0" y="4335"/>
                    <a:pt x="0" y="4450"/>
                  </a:cubicBezTo>
                  <a:cubicBezTo>
                    <a:pt x="0" y="4543"/>
                    <a:pt x="93" y="4636"/>
                    <a:pt x="186" y="4636"/>
                  </a:cubicBezTo>
                  <a:lnTo>
                    <a:pt x="5794" y="4636"/>
                  </a:lnTo>
                  <a:cubicBezTo>
                    <a:pt x="5887" y="4636"/>
                    <a:pt x="5979" y="4543"/>
                    <a:pt x="5979" y="4450"/>
                  </a:cubicBezTo>
                  <a:cubicBezTo>
                    <a:pt x="5979" y="4335"/>
                    <a:pt x="5887" y="4242"/>
                    <a:pt x="5794" y="4242"/>
                  </a:cubicBezTo>
                  <a:lnTo>
                    <a:pt x="5307" y="4242"/>
                  </a:lnTo>
                  <a:lnTo>
                    <a:pt x="5307" y="3964"/>
                  </a:lnTo>
                  <a:lnTo>
                    <a:pt x="5307" y="673"/>
                  </a:lnTo>
                  <a:cubicBezTo>
                    <a:pt x="5307" y="279"/>
                    <a:pt x="5029" y="1"/>
                    <a:pt x="4728" y="1"/>
                  </a:cubicBezTo>
                  <a:lnTo>
                    <a:pt x="2804" y="1"/>
                  </a:lnTo>
                  <a:cubicBezTo>
                    <a:pt x="2712" y="1"/>
                    <a:pt x="2596" y="94"/>
                    <a:pt x="2596" y="186"/>
                  </a:cubicBezTo>
                  <a:cubicBezTo>
                    <a:pt x="2596" y="279"/>
                    <a:pt x="2712" y="395"/>
                    <a:pt x="2804" y="395"/>
                  </a:cubicBezTo>
                  <a:lnTo>
                    <a:pt x="4728" y="395"/>
                  </a:lnTo>
                  <a:cubicBezTo>
                    <a:pt x="4821" y="395"/>
                    <a:pt x="4913" y="488"/>
                    <a:pt x="4913" y="673"/>
                  </a:cubicBezTo>
                  <a:lnTo>
                    <a:pt x="4913" y="3964"/>
                  </a:lnTo>
                  <a:cubicBezTo>
                    <a:pt x="4913" y="4149"/>
                    <a:pt x="4821" y="4242"/>
                    <a:pt x="4728" y="4242"/>
                  </a:cubicBezTo>
                  <a:lnTo>
                    <a:pt x="1344" y="4242"/>
                  </a:lnTo>
                  <a:cubicBezTo>
                    <a:pt x="1159" y="4242"/>
                    <a:pt x="1066" y="4149"/>
                    <a:pt x="1066" y="3964"/>
                  </a:cubicBezTo>
                  <a:lnTo>
                    <a:pt x="1066" y="673"/>
                  </a:lnTo>
                  <a:cubicBezTo>
                    <a:pt x="1066" y="488"/>
                    <a:pt x="1159" y="395"/>
                    <a:pt x="1344" y="395"/>
                  </a:cubicBezTo>
                  <a:lnTo>
                    <a:pt x="1831" y="395"/>
                  </a:lnTo>
                  <a:cubicBezTo>
                    <a:pt x="1924" y="395"/>
                    <a:pt x="2016" y="279"/>
                    <a:pt x="2016" y="186"/>
                  </a:cubicBezTo>
                  <a:cubicBezTo>
                    <a:pt x="2016" y="94"/>
                    <a:pt x="1924" y="1"/>
                    <a:pt x="18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9" name="Google Shape;1215;p48">
            <a:extLst>
              <a:ext uri="{FF2B5EF4-FFF2-40B4-BE49-F238E27FC236}">
                <a16:creationId xmlns:a16="http://schemas.microsoft.com/office/drawing/2014/main" id="{D17BF8BA-92F2-4573-6084-200AD2F84A23}"/>
              </a:ext>
            </a:extLst>
          </p:cNvPr>
          <p:cNvSpPr txBox="1">
            <a:spLocks/>
          </p:cNvSpPr>
          <p:nvPr/>
        </p:nvSpPr>
        <p:spPr>
          <a:xfrm>
            <a:off x="646489" y="821973"/>
            <a:ext cx="3845091" cy="3335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2500"/>
              <a:buFont typeface="Yanone Kaffeesatz"/>
              <a:buNone/>
              <a:defRPr sz="2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2pPr>
            <a:lvl3pPr marR="0" lvl="2"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3pPr>
            <a:lvl4pPr marR="0" lvl="3"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4pPr>
            <a:lvl5pPr marR="0" lvl="4"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5pPr>
            <a:lvl6pPr marR="0" lvl="5"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6pPr>
            <a:lvl7pPr marR="0" lvl="6"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7pPr>
            <a:lvl8pPr marR="0" lvl="7"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8pPr>
            <a:lvl9pPr marR="0" lvl="8"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9pPr>
          </a:lstStyle>
          <a:p>
            <a:pPr algn="l"/>
            <a:r>
              <a:rPr lang="zh-CN" altLang="en-US" sz="4400" b="0"/>
              <a:t>项目概述</a:t>
            </a:r>
            <a:endParaRPr lang="zh-CN" altLang="en-US" sz="4400" b="0" dirty="0"/>
          </a:p>
        </p:txBody>
      </p:sp>
    </p:spTree>
    <p:extLst>
      <p:ext uri="{BB962C8B-B14F-4D97-AF65-F5344CB8AC3E}">
        <p14:creationId xmlns:p14="http://schemas.microsoft.com/office/powerpoint/2010/main" val="14632816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693EF047-4E52-DD7C-43DC-A630FB343D7F}"/>
            </a:ext>
          </a:extLst>
        </p:cNvPr>
        <p:cNvGrpSpPr/>
        <p:nvPr/>
      </p:nvGrpSpPr>
      <p:grpSpPr>
        <a:xfrm>
          <a:off x="0" y="0"/>
          <a:ext cx="0" cy="0"/>
          <a:chOff x="0" y="0"/>
          <a:chExt cx="0" cy="0"/>
        </a:xfrm>
      </p:grpSpPr>
      <p:sp>
        <p:nvSpPr>
          <p:cNvPr id="1728" name="Google Shape;1728;p53">
            <a:extLst>
              <a:ext uri="{FF2B5EF4-FFF2-40B4-BE49-F238E27FC236}">
                <a16:creationId xmlns:a16="http://schemas.microsoft.com/office/drawing/2014/main" id="{F77B59DD-8231-1FAA-2358-9AFFFA6D377A}"/>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800"/>
              <a:t>项目分工</a:t>
            </a:r>
            <a:endParaRPr lang="zh-CN" altLang="en-US" sz="2800" dirty="0"/>
          </a:p>
        </p:txBody>
      </p:sp>
      <p:grpSp>
        <p:nvGrpSpPr>
          <p:cNvPr id="1764" name="Google Shape;1764;p53">
            <a:extLst>
              <a:ext uri="{FF2B5EF4-FFF2-40B4-BE49-F238E27FC236}">
                <a16:creationId xmlns:a16="http://schemas.microsoft.com/office/drawing/2014/main" id="{F90943D9-DBEC-6C20-4D01-2FA8EA04021E}"/>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31A91F43-F3EF-C9B3-F0CB-5557F114BE8E}"/>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E72DB050-B78E-245C-5C85-3CF103E5E1D6}"/>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0BE07368-9D14-6879-2A93-54CD6DD2E6DA}"/>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FC4EBC7B-CFF8-C5C7-4DC6-FD58C402AF48}"/>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7E185768-67C9-B520-427B-2ECB231B8814}"/>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7CA9111D-0B0C-40EE-349D-BE61BB5829D8}"/>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6DC52F18-5160-4C8A-ED4F-5D220CB4A883}"/>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9CB00CCD-EBD1-8BAC-18BD-D2D128A7049B}"/>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7B6D3630-74AD-DA25-4DA6-6D9629C0A62E}"/>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013D7074-11D6-C9FE-0111-9A16DFC5BC30}"/>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17BEDACF-C11B-4E36-E436-455E9EB5EAD5}"/>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29019F96-496C-1FF1-0B62-A60095FA27C5}"/>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A28BEA28-1CAB-72A6-2EE0-7708FA8A0F48}"/>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90E3467A-F450-255D-452B-0209F7B014A0}"/>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CA5AD1A5-6E69-C5E5-8A23-32F5724D5722}"/>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4B70CEF5-2161-CDF8-E380-E65C00039337}"/>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3" name="Google Shape;1729;p53">
            <a:extLst>
              <a:ext uri="{FF2B5EF4-FFF2-40B4-BE49-F238E27FC236}">
                <a16:creationId xmlns:a16="http://schemas.microsoft.com/office/drawing/2014/main" id="{A26C73C5-0C96-F60B-22EA-6E9F9FCAFB29}"/>
              </a:ext>
            </a:extLst>
          </p:cNvPr>
          <p:cNvGrpSpPr/>
          <p:nvPr/>
        </p:nvGrpSpPr>
        <p:grpSpPr>
          <a:xfrm>
            <a:off x="932971" y="1195098"/>
            <a:ext cx="632424" cy="635863"/>
            <a:chOff x="3025500" y="3193338"/>
            <a:chExt cx="632424" cy="635863"/>
          </a:xfrm>
        </p:grpSpPr>
        <p:pic>
          <p:nvPicPr>
            <p:cNvPr id="14" name="Google Shape;1730;p53">
              <a:extLst>
                <a:ext uri="{FF2B5EF4-FFF2-40B4-BE49-F238E27FC236}">
                  <a16:creationId xmlns:a16="http://schemas.microsoft.com/office/drawing/2014/main" id="{5AAA098B-C141-4A31-FEBE-939C21EE4DFE}"/>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5" name="Google Shape;1731;p53">
              <a:extLst>
                <a:ext uri="{FF2B5EF4-FFF2-40B4-BE49-F238E27FC236}">
                  <a16:creationId xmlns:a16="http://schemas.microsoft.com/office/drawing/2014/main" id="{9E4CDF49-6BFC-6390-DC81-6164DE6F2DEC}"/>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6" name="Google Shape;1732;p53">
            <a:extLst>
              <a:ext uri="{FF2B5EF4-FFF2-40B4-BE49-F238E27FC236}">
                <a16:creationId xmlns:a16="http://schemas.microsoft.com/office/drawing/2014/main" id="{86CBBF7A-EBFE-D91C-9378-80EF1BF99141}"/>
              </a:ext>
            </a:extLst>
          </p:cNvPr>
          <p:cNvGrpSpPr/>
          <p:nvPr/>
        </p:nvGrpSpPr>
        <p:grpSpPr>
          <a:xfrm>
            <a:off x="1036058" y="1322535"/>
            <a:ext cx="350550" cy="314050"/>
            <a:chOff x="1025600" y="1505650"/>
            <a:chExt cx="350550" cy="314050"/>
          </a:xfrm>
        </p:grpSpPr>
        <p:sp>
          <p:nvSpPr>
            <p:cNvPr id="17" name="Google Shape;1733;p53">
              <a:extLst>
                <a:ext uri="{FF2B5EF4-FFF2-40B4-BE49-F238E27FC236}">
                  <a16:creationId xmlns:a16="http://schemas.microsoft.com/office/drawing/2014/main" id="{66E425C1-CC49-6E81-8843-A322B4135FA8}"/>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8" name="Google Shape;1734;p53">
              <a:extLst>
                <a:ext uri="{FF2B5EF4-FFF2-40B4-BE49-F238E27FC236}">
                  <a16:creationId xmlns:a16="http://schemas.microsoft.com/office/drawing/2014/main" id="{3E0A2BDF-D7CA-3AF9-093C-D03FF9EC22F6}"/>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9" name="Google Shape;1735;p53">
              <a:extLst>
                <a:ext uri="{FF2B5EF4-FFF2-40B4-BE49-F238E27FC236}">
                  <a16:creationId xmlns:a16="http://schemas.microsoft.com/office/drawing/2014/main" id="{B042C82F-D9A7-88A4-ED97-60C54BC8BAAA}"/>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0" name="Google Shape;1736;p53">
              <a:extLst>
                <a:ext uri="{FF2B5EF4-FFF2-40B4-BE49-F238E27FC236}">
                  <a16:creationId xmlns:a16="http://schemas.microsoft.com/office/drawing/2014/main" id="{BE2F5936-8587-22F9-7510-C8D219CC359F}"/>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1" name="Google Shape;1737;p53">
              <a:extLst>
                <a:ext uri="{FF2B5EF4-FFF2-40B4-BE49-F238E27FC236}">
                  <a16:creationId xmlns:a16="http://schemas.microsoft.com/office/drawing/2014/main" id="{93A51DBD-3246-4BFB-DF70-DB91F576C4D1}"/>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22" name="Google Shape;1726;p53">
            <a:extLst>
              <a:ext uri="{FF2B5EF4-FFF2-40B4-BE49-F238E27FC236}">
                <a16:creationId xmlns:a16="http://schemas.microsoft.com/office/drawing/2014/main" id="{C1FFEA74-68B9-5D1C-3B01-6C9168F97017}"/>
              </a:ext>
            </a:extLst>
          </p:cNvPr>
          <p:cNvSpPr txBox="1">
            <a:spLocks/>
          </p:cNvSpPr>
          <p:nvPr/>
        </p:nvSpPr>
        <p:spPr>
          <a:xfrm>
            <a:off x="1678636" y="1192689"/>
            <a:ext cx="4051111" cy="33571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ct val="0"/>
              </a:spcBef>
              <a:spcAft>
                <a:spcPct val="0"/>
              </a:spcAft>
            </a:defPPr>
            <a:lvl1pPr marL="457200" marR="0" lvl="0" indent="-317500" algn="l"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2pPr>
            <a:lvl3pPr marL="1371600" marR="0" lvl="2"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3pPr>
            <a:lvl4pPr marL="1828800" marR="0" lvl="3"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4pPr>
            <a:lvl5pPr marL="2286000" marR="0" lvl="4"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5pPr>
            <a:lvl6pPr marL="2743200" marR="0" lvl="5"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6pPr>
            <a:lvl7pPr marL="3200400" marR="0" lvl="6"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7pPr>
            <a:lvl8pPr marL="3657600" marR="0" lvl="7"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8pPr>
            <a:lvl9pPr marL="4114800" marR="0" lvl="8"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9pPr>
          </a:lstStyle>
          <a:p>
            <a:pPr marL="0" indent="0">
              <a:lnSpc>
                <a:spcPct val="150000"/>
              </a:lnSpc>
              <a:buClr>
                <a:srgbClr val="000000"/>
              </a:buClr>
              <a:buSzPts val="2800"/>
            </a:pPr>
            <a:r>
              <a:rPr lang="zh-CN" altLang="en-US" sz="2000" dirty="0"/>
              <a:t>前端：魏杨广、彭嘉辉、李宣莹、程佳薇</a:t>
            </a:r>
            <a:endParaRPr lang="en-US" altLang="zh-CN" sz="2000" dirty="0"/>
          </a:p>
          <a:p>
            <a:pPr marL="0" indent="0">
              <a:lnSpc>
                <a:spcPct val="150000"/>
              </a:lnSpc>
              <a:buClr>
                <a:srgbClr val="000000"/>
              </a:buClr>
              <a:buSzPts val="2800"/>
            </a:pPr>
            <a:r>
              <a:rPr lang="zh-CN" altLang="en-US" sz="2000" dirty="0"/>
              <a:t>后端：彭嘉辉、李宣莹、林彤、李宇</a:t>
            </a:r>
            <a:endParaRPr lang="en-US" altLang="zh-CN" sz="2000" dirty="0"/>
          </a:p>
          <a:p>
            <a:pPr marL="0" indent="0">
              <a:lnSpc>
                <a:spcPct val="150000"/>
              </a:lnSpc>
              <a:buClr>
                <a:srgbClr val="000000"/>
              </a:buClr>
              <a:buSzPts val="2800"/>
            </a:pPr>
            <a:r>
              <a:rPr lang="en-US" altLang="zh-CN" sz="2000" dirty="0"/>
              <a:t>Ai</a:t>
            </a:r>
            <a:r>
              <a:rPr lang="zh-CN" altLang="en-US" sz="2000" dirty="0"/>
              <a:t>算法：彭嘉辉、魏杨广</a:t>
            </a:r>
            <a:endParaRPr lang="en-US" altLang="zh-CN" sz="2000" dirty="0"/>
          </a:p>
          <a:p>
            <a:pPr marL="0" indent="0">
              <a:lnSpc>
                <a:spcPct val="150000"/>
              </a:lnSpc>
              <a:buClr>
                <a:srgbClr val="000000"/>
              </a:buClr>
              <a:buSzPts val="2800"/>
            </a:pPr>
            <a:r>
              <a:rPr lang="zh-CN" altLang="en-US" sz="2000" dirty="0"/>
              <a:t>测试：李宣莹、林彤</a:t>
            </a:r>
            <a:br>
              <a:rPr lang="en-US" altLang="zh-CN" sz="2000" dirty="0"/>
            </a:br>
            <a:r>
              <a:rPr lang="zh-CN" altLang="en-US" sz="2000" dirty="0"/>
              <a:t>运维：李宇、程佳薇</a:t>
            </a:r>
            <a:endParaRPr lang="en-US" altLang="zh-CN" sz="2000" dirty="0"/>
          </a:p>
          <a:p>
            <a:pPr marL="0" indent="0">
              <a:lnSpc>
                <a:spcPct val="150000"/>
              </a:lnSpc>
              <a:buClr>
                <a:srgbClr val="000000"/>
              </a:buClr>
              <a:buSzPts val="2800"/>
            </a:pPr>
            <a:r>
              <a:rPr lang="en-US" altLang="zh-CN" sz="2000" dirty="0"/>
              <a:t>PPT</a:t>
            </a:r>
            <a:r>
              <a:rPr lang="zh-CN" altLang="en-US" sz="2000" dirty="0"/>
              <a:t>制作：魏杨广、林彤、程佳薇、李宣莹</a:t>
            </a:r>
            <a:endParaRPr lang="en-US" altLang="zh-CN" sz="2000" dirty="0"/>
          </a:p>
          <a:p>
            <a:pPr marL="0" indent="0">
              <a:lnSpc>
                <a:spcPct val="150000"/>
              </a:lnSpc>
              <a:buClr>
                <a:srgbClr val="000000"/>
              </a:buClr>
              <a:buSzPts val="2800"/>
            </a:pPr>
            <a:r>
              <a:rPr lang="zh-CN" altLang="en-US" sz="2000" dirty="0"/>
              <a:t>文档编写：全组成员</a:t>
            </a:r>
            <a:endParaRPr lang="en-US" altLang="zh-CN" sz="2000" dirty="0"/>
          </a:p>
        </p:txBody>
      </p:sp>
      <p:grpSp>
        <p:nvGrpSpPr>
          <p:cNvPr id="23" name="Google Shape;1453;p50">
            <a:extLst>
              <a:ext uri="{FF2B5EF4-FFF2-40B4-BE49-F238E27FC236}">
                <a16:creationId xmlns:a16="http://schemas.microsoft.com/office/drawing/2014/main" id="{46617459-73F6-AABB-165E-1A55E8EC6D28}"/>
              </a:ext>
            </a:extLst>
          </p:cNvPr>
          <p:cNvGrpSpPr/>
          <p:nvPr/>
        </p:nvGrpSpPr>
        <p:grpSpPr>
          <a:xfrm flipH="1">
            <a:off x="6042660" y="1742262"/>
            <a:ext cx="1871437" cy="2564360"/>
            <a:chOff x="1503950" y="2190475"/>
            <a:chExt cx="1482776" cy="2051652"/>
          </a:xfrm>
        </p:grpSpPr>
        <p:sp>
          <p:nvSpPr>
            <p:cNvPr id="24" name="Google Shape;1454;p50">
              <a:extLst>
                <a:ext uri="{FF2B5EF4-FFF2-40B4-BE49-F238E27FC236}">
                  <a16:creationId xmlns:a16="http://schemas.microsoft.com/office/drawing/2014/main" id="{9BBE7F58-05B2-8070-BEF0-39CEBA29C625}"/>
                </a:ext>
              </a:extLst>
            </p:cNvPr>
            <p:cNvSpPr/>
            <p:nvPr/>
          </p:nvSpPr>
          <p:spPr>
            <a:xfrm>
              <a:off x="1854746" y="2593745"/>
              <a:ext cx="294210" cy="255444"/>
            </a:xfrm>
            <a:custGeom>
              <a:avLst/>
              <a:gdLst/>
              <a:ahLst/>
              <a:cxnLst/>
              <a:rect l="l" t="t" r="r" b="b"/>
              <a:pathLst>
                <a:path w="5859" h="5087" extrusionOk="0">
                  <a:moveTo>
                    <a:pt x="2943" y="1"/>
                  </a:moveTo>
                  <a:cubicBezTo>
                    <a:pt x="2614" y="1"/>
                    <a:pt x="2279" y="62"/>
                    <a:pt x="1955" y="190"/>
                  </a:cubicBezTo>
                  <a:cubicBezTo>
                    <a:pt x="645" y="740"/>
                    <a:pt x="0" y="2233"/>
                    <a:pt x="520" y="3544"/>
                  </a:cubicBezTo>
                  <a:cubicBezTo>
                    <a:pt x="932" y="4505"/>
                    <a:pt x="1874" y="5087"/>
                    <a:pt x="2876" y="5087"/>
                  </a:cubicBezTo>
                  <a:cubicBezTo>
                    <a:pt x="3210" y="5087"/>
                    <a:pt x="3551" y="5022"/>
                    <a:pt x="3881" y="4884"/>
                  </a:cubicBezTo>
                  <a:cubicBezTo>
                    <a:pt x="5221" y="4335"/>
                    <a:pt x="5858" y="2841"/>
                    <a:pt x="5309" y="1560"/>
                  </a:cubicBezTo>
                  <a:cubicBezTo>
                    <a:pt x="4896" y="573"/>
                    <a:pt x="3946" y="1"/>
                    <a:pt x="294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5" name="Google Shape;1455;p50">
              <a:extLst>
                <a:ext uri="{FF2B5EF4-FFF2-40B4-BE49-F238E27FC236}">
                  <a16:creationId xmlns:a16="http://schemas.microsoft.com/office/drawing/2014/main" id="{F81028C7-EE5E-0F51-B2DD-673DC2D0D2FF}"/>
                </a:ext>
              </a:extLst>
            </p:cNvPr>
            <p:cNvSpPr/>
            <p:nvPr/>
          </p:nvSpPr>
          <p:spPr>
            <a:xfrm>
              <a:off x="1949952" y="2572103"/>
              <a:ext cx="193127" cy="168220"/>
            </a:xfrm>
            <a:custGeom>
              <a:avLst/>
              <a:gdLst/>
              <a:ahLst/>
              <a:cxnLst/>
              <a:rect l="l" t="t" r="r" b="b"/>
              <a:pathLst>
                <a:path w="3846" h="3349" extrusionOk="0">
                  <a:moveTo>
                    <a:pt x="1576" y="1"/>
                  </a:moveTo>
                  <a:cubicBezTo>
                    <a:pt x="1195" y="1"/>
                    <a:pt x="838" y="134"/>
                    <a:pt x="579" y="409"/>
                  </a:cubicBezTo>
                  <a:cubicBezTo>
                    <a:pt x="1" y="988"/>
                    <a:pt x="155" y="2057"/>
                    <a:pt x="887" y="2752"/>
                  </a:cubicBezTo>
                  <a:cubicBezTo>
                    <a:pt x="1314" y="3147"/>
                    <a:pt x="1839" y="3350"/>
                    <a:pt x="2313" y="3350"/>
                  </a:cubicBezTo>
                  <a:cubicBezTo>
                    <a:pt x="2685" y="3350"/>
                    <a:pt x="3026" y="3226"/>
                    <a:pt x="3267" y="2972"/>
                  </a:cubicBezTo>
                  <a:cubicBezTo>
                    <a:pt x="3845" y="2357"/>
                    <a:pt x="3691" y="1324"/>
                    <a:pt x="2959" y="592"/>
                  </a:cubicBezTo>
                  <a:cubicBezTo>
                    <a:pt x="2555" y="204"/>
                    <a:pt x="2047" y="1"/>
                    <a:pt x="15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6" name="Google Shape;1456;p50">
              <a:extLst>
                <a:ext uri="{FF2B5EF4-FFF2-40B4-BE49-F238E27FC236}">
                  <a16:creationId xmlns:a16="http://schemas.microsoft.com/office/drawing/2014/main" id="{8D18349D-DE10-520C-9F6A-B182961200E1}"/>
                </a:ext>
              </a:extLst>
            </p:cNvPr>
            <p:cNvSpPr/>
            <p:nvPr/>
          </p:nvSpPr>
          <p:spPr>
            <a:xfrm>
              <a:off x="1946638" y="2569090"/>
              <a:ext cx="199354" cy="175049"/>
            </a:xfrm>
            <a:custGeom>
              <a:avLst/>
              <a:gdLst/>
              <a:ahLst/>
              <a:cxnLst/>
              <a:rect l="l" t="t" r="r" b="b"/>
              <a:pathLst>
                <a:path w="3970" h="3486" extrusionOk="0">
                  <a:moveTo>
                    <a:pt x="1619" y="132"/>
                  </a:moveTo>
                  <a:cubicBezTo>
                    <a:pt x="2081" y="132"/>
                    <a:pt x="2564" y="315"/>
                    <a:pt x="2967" y="711"/>
                  </a:cubicBezTo>
                  <a:cubicBezTo>
                    <a:pt x="3699" y="1384"/>
                    <a:pt x="3816" y="2417"/>
                    <a:pt x="3296" y="2966"/>
                  </a:cubicBezTo>
                  <a:cubicBezTo>
                    <a:pt x="3054" y="3221"/>
                    <a:pt x="2717" y="3347"/>
                    <a:pt x="2356" y="3347"/>
                  </a:cubicBezTo>
                  <a:cubicBezTo>
                    <a:pt x="1899" y="3347"/>
                    <a:pt x="1404" y="3146"/>
                    <a:pt x="1011" y="2754"/>
                  </a:cubicBezTo>
                  <a:cubicBezTo>
                    <a:pt x="309" y="2080"/>
                    <a:pt x="155" y="1077"/>
                    <a:pt x="704" y="498"/>
                  </a:cubicBezTo>
                  <a:cubicBezTo>
                    <a:pt x="916" y="249"/>
                    <a:pt x="1253" y="132"/>
                    <a:pt x="1619" y="132"/>
                  </a:cubicBezTo>
                  <a:close/>
                  <a:moveTo>
                    <a:pt x="1614" y="1"/>
                  </a:moveTo>
                  <a:cubicBezTo>
                    <a:pt x="1223" y="1"/>
                    <a:pt x="857" y="133"/>
                    <a:pt x="587" y="403"/>
                  </a:cubicBezTo>
                  <a:cubicBezTo>
                    <a:pt x="1" y="1018"/>
                    <a:pt x="155" y="2117"/>
                    <a:pt x="916" y="2878"/>
                  </a:cubicBezTo>
                  <a:cubicBezTo>
                    <a:pt x="1348" y="3274"/>
                    <a:pt x="1868" y="3486"/>
                    <a:pt x="2351" y="3486"/>
                  </a:cubicBezTo>
                  <a:cubicBezTo>
                    <a:pt x="2747" y="3486"/>
                    <a:pt x="3113" y="3332"/>
                    <a:pt x="3391" y="3061"/>
                  </a:cubicBezTo>
                  <a:cubicBezTo>
                    <a:pt x="3970" y="2446"/>
                    <a:pt x="3845" y="1348"/>
                    <a:pt x="3054" y="616"/>
                  </a:cubicBezTo>
                  <a:cubicBezTo>
                    <a:pt x="2631" y="209"/>
                    <a:pt x="2104" y="1"/>
                    <a:pt x="16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7" name="Google Shape;1457;p50">
              <a:extLst>
                <a:ext uri="{FF2B5EF4-FFF2-40B4-BE49-F238E27FC236}">
                  <a16:creationId xmlns:a16="http://schemas.microsoft.com/office/drawing/2014/main" id="{547DDDD7-C63B-19E9-18B7-86A936CE6479}"/>
                </a:ext>
              </a:extLst>
            </p:cNvPr>
            <p:cNvSpPr/>
            <p:nvPr/>
          </p:nvSpPr>
          <p:spPr>
            <a:xfrm>
              <a:off x="1834861" y="2872182"/>
              <a:ext cx="196441" cy="320924"/>
            </a:xfrm>
            <a:custGeom>
              <a:avLst/>
              <a:gdLst/>
              <a:ahLst/>
              <a:cxnLst/>
              <a:rect l="l" t="t" r="r" b="b"/>
              <a:pathLst>
                <a:path w="3912" h="6391" extrusionOk="0">
                  <a:moveTo>
                    <a:pt x="3453" y="1"/>
                  </a:moveTo>
                  <a:cubicBezTo>
                    <a:pt x="3287" y="1"/>
                    <a:pt x="2995" y="36"/>
                    <a:pt x="2630" y="225"/>
                  </a:cubicBezTo>
                  <a:cubicBezTo>
                    <a:pt x="1956" y="562"/>
                    <a:pt x="1099" y="686"/>
                    <a:pt x="916" y="1419"/>
                  </a:cubicBezTo>
                  <a:cubicBezTo>
                    <a:pt x="367" y="3491"/>
                    <a:pt x="1" y="4897"/>
                    <a:pt x="799" y="6391"/>
                  </a:cubicBezTo>
                  <a:lnTo>
                    <a:pt x="3633" y="6024"/>
                  </a:lnTo>
                  <a:cubicBezTo>
                    <a:pt x="3633" y="6024"/>
                    <a:pt x="3845" y="3982"/>
                    <a:pt x="3911" y="3000"/>
                  </a:cubicBezTo>
                  <a:lnTo>
                    <a:pt x="3911" y="2942"/>
                  </a:lnTo>
                  <a:lnTo>
                    <a:pt x="3604" y="13"/>
                  </a:lnTo>
                  <a:cubicBezTo>
                    <a:pt x="3604" y="13"/>
                    <a:pt x="3550" y="1"/>
                    <a:pt x="34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8" name="Google Shape;1458;p50">
              <a:extLst>
                <a:ext uri="{FF2B5EF4-FFF2-40B4-BE49-F238E27FC236}">
                  <a16:creationId xmlns:a16="http://schemas.microsoft.com/office/drawing/2014/main" id="{2DFEB89D-B3E0-6637-D532-D6293DAAF63C}"/>
                </a:ext>
              </a:extLst>
            </p:cNvPr>
            <p:cNvSpPr/>
            <p:nvPr/>
          </p:nvSpPr>
          <p:spPr>
            <a:xfrm>
              <a:off x="1830493" y="2869170"/>
              <a:ext cx="203722" cy="326900"/>
            </a:xfrm>
            <a:custGeom>
              <a:avLst/>
              <a:gdLst/>
              <a:ahLst/>
              <a:cxnLst/>
              <a:rect l="l" t="t" r="r" b="b"/>
              <a:pathLst>
                <a:path w="4057" h="6510" extrusionOk="0">
                  <a:moveTo>
                    <a:pt x="3527" y="0"/>
                  </a:moveTo>
                  <a:cubicBezTo>
                    <a:pt x="3356" y="0"/>
                    <a:pt x="3060" y="37"/>
                    <a:pt x="2680" y="227"/>
                  </a:cubicBezTo>
                  <a:cubicBezTo>
                    <a:pt x="2534" y="314"/>
                    <a:pt x="2351" y="380"/>
                    <a:pt x="2168" y="439"/>
                  </a:cubicBezTo>
                  <a:cubicBezTo>
                    <a:pt x="1648" y="651"/>
                    <a:pt x="1098" y="864"/>
                    <a:pt x="945" y="1449"/>
                  </a:cubicBezTo>
                  <a:cubicBezTo>
                    <a:pt x="396" y="3492"/>
                    <a:pt x="0" y="4957"/>
                    <a:pt x="820" y="6480"/>
                  </a:cubicBezTo>
                  <a:cubicBezTo>
                    <a:pt x="820" y="6509"/>
                    <a:pt x="850" y="6509"/>
                    <a:pt x="886" y="6509"/>
                  </a:cubicBezTo>
                  <a:lnTo>
                    <a:pt x="915" y="6509"/>
                  </a:lnTo>
                  <a:cubicBezTo>
                    <a:pt x="945" y="6509"/>
                    <a:pt x="945" y="6451"/>
                    <a:pt x="945" y="6421"/>
                  </a:cubicBezTo>
                  <a:cubicBezTo>
                    <a:pt x="154" y="4928"/>
                    <a:pt x="520" y="3551"/>
                    <a:pt x="1069" y="1479"/>
                  </a:cubicBezTo>
                  <a:cubicBezTo>
                    <a:pt x="1186" y="988"/>
                    <a:pt x="1706" y="776"/>
                    <a:pt x="2226" y="593"/>
                  </a:cubicBezTo>
                  <a:cubicBezTo>
                    <a:pt x="2380" y="497"/>
                    <a:pt x="2592" y="439"/>
                    <a:pt x="2746" y="351"/>
                  </a:cubicBezTo>
                  <a:cubicBezTo>
                    <a:pt x="3200" y="131"/>
                    <a:pt x="3508" y="131"/>
                    <a:pt x="3632" y="131"/>
                  </a:cubicBezTo>
                  <a:lnTo>
                    <a:pt x="3932" y="3002"/>
                  </a:lnTo>
                  <a:lnTo>
                    <a:pt x="3932" y="3060"/>
                  </a:lnTo>
                  <a:cubicBezTo>
                    <a:pt x="3844" y="4042"/>
                    <a:pt x="3661" y="6055"/>
                    <a:pt x="3661" y="6084"/>
                  </a:cubicBezTo>
                  <a:cubicBezTo>
                    <a:pt x="3632" y="6114"/>
                    <a:pt x="3661" y="6143"/>
                    <a:pt x="3720" y="6172"/>
                  </a:cubicBezTo>
                  <a:cubicBezTo>
                    <a:pt x="3749" y="6172"/>
                    <a:pt x="3778" y="6143"/>
                    <a:pt x="3778" y="6114"/>
                  </a:cubicBezTo>
                  <a:cubicBezTo>
                    <a:pt x="3778" y="6084"/>
                    <a:pt x="3998" y="4042"/>
                    <a:pt x="4057" y="3060"/>
                  </a:cubicBezTo>
                  <a:lnTo>
                    <a:pt x="4057" y="3002"/>
                  </a:lnTo>
                  <a:lnTo>
                    <a:pt x="3749" y="73"/>
                  </a:lnTo>
                  <a:cubicBezTo>
                    <a:pt x="3749" y="43"/>
                    <a:pt x="3720" y="14"/>
                    <a:pt x="3691" y="14"/>
                  </a:cubicBezTo>
                  <a:cubicBezTo>
                    <a:pt x="3691" y="14"/>
                    <a:pt x="3633" y="0"/>
                    <a:pt x="35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 name="Google Shape;1459;p50">
              <a:extLst>
                <a:ext uri="{FF2B5EF4-FFF2-40B4-BE49-F238E27FC236}">
                  <a16:creationId xmlns:a16="http://schemas.microsoft.com/office/drawing/2014/main" id="{974DFB09-11DE-13BC-B1FD-DB45EB2D8129}"/>
                </a:ext>
              </a:extLst>
            </p:cNvPr>
            <p:cNvSpPr/>
            <p:nvPr/>
          </p:nvSpPr>
          <p:spPr>
            <a:xfrm>
              <a:off x="2224473" y="3910059"/>
              <a:ext cx="342918" cy="314296"/>
            </a:xfrm>
            <a:custGeom>
              <a:avLst/>
              <a:gdLst/>
              <a:ahLst/>
              <a:cxnLst/>
              <a:rect l="l" t="t" r="r" b="b"/>
              <a:pathLst>
                <a:path w="6829" h="6259" extrusionOk="0">
                  <a:moveTo>
                    <a:pt x="663" y="0"/>
                  </a:moveTo>
                  <a:lnTo>
                    <a:pt x="633" y="3354"/>
                  </a:lnTo>
                  <a:lnTo>
                    <a:pt x="604" y="4240"/>
                  </a:lnTo>
                  <a:cubicBezTo>
                    <a:pt x="0" y="5757"/>
                    <a:pt x="1043" y="5999"/>
                    <a:pt x="1768" y="5999"/>
                  </a:cubicBezTo>
                  <a:cubicBezTo>
                    <a:pt x="2107" y="5999"/>
                    <a:pt x="2376" y="5946"/>
                    <a:pt x="2376" y="5946"/>
                  </a:cubicBezTo>
                  <a:cubicBezTo>
                    <a:pt x="2376" y="5946"/>
                    <a:pt x="4313" y="6258"/>
                    <a:pt x="5623" y="6258"/>
                  </a:cubicBezTo>
                  <a:cubicBezTo>
                    <a:pt x="6278" y="6258"/>
                    <a:pt x="6777" y="6180"/>
                    <a:pt x="6799" y="5946"/>
                  </a:cubicBezTo>
                  <a:cubicBezTo>
                    <a:pt x="6828" y="5280"/>
                    <a:pt x="3321" y="3903"/>
                    <a:pt x="3321" y="3903"/>
                  </a:cubicBezTo>
                  <a:lnTo>
                    <a:pt x="3379" y="3325"/>
                  </a:lnTo>
                  <a:lnTo>
                    <a:pt x="3687" y="59"/>
                  </a:lnTo>
                  <a:lnTo>
                    <a:pt x="6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0" name="Google Shape;1460;p50">
              <a:extLst>
                <a:ext uri="{FF2B5EF4-FFF2-40B4-BE49-F238E27FC236}">
                  <a16:creationId xmlns:a16="http://schemas.microsoft.com/office/drawing/2014/main" id="{904EB521-5E6D-7B5A-8598-09DB775BCC09}"/>
                </a:ext>
              </a:extLst>
            </p:cNvPr>
            <p:cNvSpPr/>
            <p:nvPr/>
          </p:nvSpPr>
          <p:spPr>
            <a:xfrm>
              <a:off x="2239336" y="3907096"/>
              <a:ext cx="330967" cy="321778"/>
            </a:xfrm>
            <a:custGeom>
              <a:avLst/>
              <a:gdLst/>
              <a:ahLst/>
              <a:cxnLst/>
              <a:rect l="l" t="t" r="r" b="b"/>
              <a:pathLst>
                <a:path w="6590" h="6408" extrusionOk="0">
                  <a:moveTo>
                    <a:pt x="433" y="118"/>
                  </a:moveTo>
                  <a:lnTo>
                    <a:pt x="3325" y="184"/>
                  </a:lnTo>
                  <a:lnTo>
                    <a:pt x="2959" y="3962"/>
                  </a:lnTo>
                  <a:cubicBezTo>
                    <a:pt x="2959" y="3991"/>
                    <a:pt x="2996" y="4028"/>
                    <a:pt x="2996" y="4028"/>
                  </a:cubicBezTo>
                  <a:cubicBezTo>
                    <a:pt x="4336" y="4541"/>
                    <a:pt x="6437" y="5551"/>
                    <a:pt x="6408" y="6005"/>
                  </a:cubicBezTo>
                  <a:cubicBezTo>
                    <a:pt x="6408" y="6042"/>
                    <a:pt x="6408" y="6071"/>
                    <a:pt x="6378" y="6100"/>
                  </a:cubicBezTo>
                  <a:cubicBezTo>
                    <a:pt x="6236" y="6215"/>
                    <a:pt x="5863" y="6258"/>
                    <a:pt x="5385" y="6258"/>
                  </a:cubicBezTo>
                  <a:cubicBezTo>
                    <a:pt x="4337" y="6258"/>
                    <a:pt x="2789" y="6052"/>
                    <a:pt x="2080" y="5946"/>
                  </a:cubicBezTo>
                  <a:cubicBezTo>
                    <a:pt x="2063" y="5946"/>
                    <a:pt x="1788" y="5999"/>
                    <a:pt x="1452" y="5999"/>
                  </a:cubicBezTo>
                  <a:cubicBezTo>
                    <a:pt x="1071" y="5999"/>
                    <a:pt x="612" y="5931"/>
                    <a:pt x="367" y="5639"/>
                  </a:cubicBezTo>
                  <a:cubicBezTo>
                    <a:pt x="154" y="5339"/>
                    <a:pt x="154" y="4907"/>
                    <a:pt x="396" y="4328"/>
                  </a:cubicBezTo>
                  <a:lnTo>
                    <a:pt x="396" y="4299"/>
                  </a:lnTo>
                  <a:lnTo>
                    <a:pt x="433" y="118"/>
                  </a:lnTo>
                  <a:close/>
                  <a:moveTo>
                    <a:pt x="337" y="1"/>
                  </a:moveTo>
                  <a:cubicBezTo>
                    <a:pt x="308" y="30"/>
                    <a:pt x="308" y="30"/>
                    <a:pt x="308" y="59"/>
                  </a:cubicBezTo>
                  <a:lnTo>
                    <a:pt x="250" y="4299"/>
                  </a:lnTo>
                  <a:cubicBezTo>
                    <a:pt x="1" y="4907"/>
                    <a:pt x="1" y="5397"/>
                    <a:pt x="250" y="5705"/>
                  </a:cubicBezTo>
                  <a:cubicBezTo>
                    <a:pt x="534" y="6063"/>
                    <a:pt x="1065" y="6136"/>
                    <a:pt x="1484" y="6136"/>
                  </a:cubicBezTo>
                  <a:cubicBezTo>
                    <a:pt x="1778" y="6136"/>
                    <a:pt x="2017" y="6100"/>
                    <a:pt x="2080" y="6100"/>
                  </a:cubicBezTo>
                  <a:cubicBezTo>
                    <a:pt x="2263" y="6129"/>
                    <a:pt x="4057" y="6408"/>
                    <a:pt x="5309" y="6408"/>
                  </a:cubicBezTo>
                  <a:cubicBezTo>
                    <a:pt x="5829" y="6408"/>
                    <a:pt x="6291" y="6342"/>
                    <a:pt x="6437" y="6188"/>
                  </a:cubicBezTo>
                  <a:cubicBezTo>
                    <a:pt x="6503" y="6159"/>
                    <a:pt x="6562" y="6100"/>
                    <a:pt x="6562" y="6042"/>
                  </a:cubicBezTo>
                  <a:cubicBezTo>
                    <a:pt x="6591" y="5339"/>
                    <a:pt x="3633" y="4116"/>
                    <a:pt x="3113" y="3903"/>
                  </a:cubicBezTo>
                  <a:lnTo>
                    <a:pt x="3450" y="118"/>
                  </a:lnTo>
                  <a:lnTo>
                    <a:pt x="3450" y="88"/>
                  </a:lnTo>
                  <a:cubicBezTo>
                    <a:pt x="3420" y="59"/>
                    <a:pt x="3420" y="59"/>
                    <a:pt x="3391" y="59"/>
                  </a:cubicBez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1" name="Google Shape;1461;p50">
              <a:extLst>
                <a:ext uri="{FF2B5EF4-FFF2-40B4-BE49-F238E27FC236}">
                  <a16:creationId xmlns:a16="http://schemas.microsoft.com/office/drawing/2014/main" id="{04E0D392-D79A-B27F-0F0B-71A58BC17549}"/>
                </a:ext>
              </a:extLst>
            </p:cNvPr>
            <p:cNvSpPr/>
            <p:nvPr/>
          </p:nvSpPr>
          <p:spPr>
            <a:xfrm>
              <a:off x="2245613" y="4176596"/>
              <a:ext cx="321778" cy="55186"/>
            </a:xfrm>
            <a:custGeom>
              <a:avLst/>
              <a:gdLst/>
              <a:ahLst/>
              <a:cxnLst/>
              <a:rect l="l" t="t" r="r" b="b"/>
              <a:pathLst>
                <a:path w="6408" h="1099" extrusionOk="0">
                  <a:moveTo>
                    <a:pt x="0" y="1"/>
                  </a:moveTo>
                  <a:lnTo>
                    <a:pt x="0" y="492"/>
                  </a:lnTo>
                  <a:cubicBezTo>
                    <a:pt x="0" y="492"/>
                    <a:pt x="886" y="858"/>
                    <a:pt x="3295" y="1041"/>
                  </a:cubicBezTo>
                  <a:cubicBezTo>
                    <a:pt x="3918" y="1083"/>
                    <a:pt x="4418" y="1099"/>
                    <a:pt x="4817" y="1099"/>
                  </a:cubicBezTo>
                  <a:cubicBezTo>
                    <a:pt x="6161" y="1099"/>
                    <a:pt x="6378" y="916"/>
                    <a:pt x="6378" y="916"/>
                  </a:cubicBezTo>
                  <a:cubicBezTo>
                    <a:pt x="6378" y="916"/>
                    <a:pt x="6407" y="762"/>
                    <a:pt x="6378" y="579"/>
                  </a:cubicBezTo>
                  <a:cubicBezTo>
                    <a:pt x="5717" y="655"/>
                    <a:pt x="5089" y="688"/>
                    <a:pt x="4501" y="688"/>
                  </a:cubicBezTo>
                  <a:cubicBezTo>
                    <a:pt x="2482" y="688"/>
                    <a:pt x="919" y="307"/>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2" name="Google Shape;1462;p50">
              <a:extLst>
                <a:ext uri="{FF2B5EF4-FFF2-40B4-BE49-F238E27FC236}">
                  <a16:creationId xmlns:a16="http://schemas.microsoft.com/office/drawing/2014/main" id="{3FA1D341-5C8D-AA0A-78FF-878F2270C566}"/>
                </a:ext>
              </a:extLst>
            </p:cNvPr>
            <p:cNvSpPr/>
            <p:nvPr/>
          </p:nvSpPr>
          <p:spPr>
            <a:xfrm>
              <a:off x="2352971" y="4113727"/>
              <a:ext cx="90136" cy="101183"/>
            </a:xfrm>
            <a:custGeom>
              <a:avLst/>
              <a:gdLst/>
              <a:ahLst/>
              <a:cxnLst/>
              <a:rect l="l" t="t" r="r" b="b"/>
              <a:pathLst>
                <a:path w="1794" h="2015" extrusionOk="0">
                  <a:moveTo>
                    <a:pt x="1187" y="1"/>
                  </a:moveTo>
                  <a:cubicBezTo>
                    <a:pt x="549" y="491"/>
                    <a:pt x="0" y="1927"/>
                    <a:pt x="0" y="1927"/>
                  </a:cubicBezTo>
                  <a:lnTo>
                    <a:pt x="879" y="2014"/>
                  </a:lnTo>
                  <a:cubicBezTo>
                    <a:pt x="1003" y="1224"/>
                    <a:pt x="1794" y="279"/>
                    <a:pt x="1794" y="279"/>
                  </a:cubicBezTo>
                  <a:lnTo>
                    <a:pt x="118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 name="Google Shape;1463;p50">
              <a:extLst>
                <a:ext uri="{FF2B5EF4-FFF2-40B4-BE49-F238E27FC236}">
                  <a16:creationId xmlns:a16="http://schemas.microsoft.com/office/drawing/2014/main" id="{2B9A20C0-C8A5-CD82-E402-CD2E0FACC548}"/>
                </a:ext>
              </a:extLst>
            </p:cNvPr>
            <p:cNvSpPr/>
            <p:nvPr/>
          </p:nvSpPr>
          <p:spPr>
            <a:xfrm>
              <a:off x="2427991" y="4141295"/>
              <a:ext cx="73565" cy="79842"/>
            </a:xfrm>
            <a:custGeom>
              <a:avLst/>
              <a:gdLst/>
              <a:ahLst/>
              <a:cxnLst/>
              <a:rect l="l" t="t" r="r" b="b"/>
              <a:pathLst>
                <a:path w="1465" h="1590" extrusionOk="0">
                  <a:moveTo>
                    <a:pt x="915" y="1"/>
                  </a:moveTo>
                  <a:cubicBezTo>
                    <a:pt x="271" y="521"/>
                    <a:pt x="0" y="1495"/>
                    <a:pt x="0" y="1495"/>
                  </a:cubicBezTo>
                  <a:lnTo>
                    <a:pt x="886" y="1590"/>
                  </a:lnTo>
                  <a:cubicBezTo>
                    <a:pt x="1003" y="763"/>
                    <a:pt x="1465" y="279"/>
                    <a:pt x="1465" y="279"/>
                  </a:cubicBezTo>
                  <a:lnTo>
                    <a:pt x="91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4" name="Google Shape;1464;p50">
              <a:extLst>
                <a:ext uri="{FF2B5EF4-FFF2-40B4-BE49-F238E27FC236}">
                  <a16:creationId xmlns:a16="http://schemas.microsoft.com/office/drawing/2014/main" id="{BD9E3229-8AB7-7DE9-D164-DECB26902F7E}"/>
                </a:ext>
              </a:extLst>
            </p:cNvPr>
            <p:cNvSpPr/>
            <p:nvPr/>
          </p:nvSpPr>
          <p:spPr>
            <a:xfrm>
              <a:off x="1775307" y="3776590"/>
              <a:ext cx="360042" cy="459718"/>
            </a:xfrm>
            <a:custGeom>
              <a:avLst/>
              <a:gdLst/>
              <a:ahLst/>
              <a:cxnLst/>
              <a:rect l="l" t="t" r="r" b="b"/>
              <a:pathLst>
                <a:path w="7170" h="9155" extrusionOk="0">
                  <a:moveTo>
                    <a:pt x="2168" y="0"/>
                  </a:moveTo>
                  <a:lnTo>
                    <a:pt x="1582" y="5280"/>
                  </a:lnTo>
                  <a:lnTo>
                    <a:pt x="1465" y="5770"/>
                  </a:lnTo>
                  <a:cubicBezTo>
                    <a:pt x="1" y="7659"/>
                    <a:pt x="2717" y="7872"/>
                    <a:pt x="2717" y="7872"/>
                  </a:cubicBezTo>
                  <a:cubicBezTo>
                    <a:pt x="2717" y="7872"/>
                    <a:pt x="5586" y="9155"/>
                    <a:pt x="6609" y="9155"/>
                  </a:cubicBezTo>
                  <a:cubicBezTo>
                    <a:pt x="6798" y="9155"/>
                    <a:pt x="6924" y="9111"/>
                    <a:pt x="6957" y="9007"/>
                  </a:cubicBezTo>
                  <a:cubicBezTo>
                    <a:pt x="7169" y="8392"/>
                    <a:pt x="4453" y="6349"/>
                    <a:pt x="4182" y="6136"/>
                  </a:cubicBezTo>
                  <a:lnTo>
                    <a:pt x="5031" y="857"/>
                  </a:lnTo>
                  <a:lnTo>
                    <a:pt x="2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 name="Google Shape;1465;p50">
              <a:extLst>
                <a:ext uri="{FF2B5EF4-FFF2-40B4-BE49-F238E27FC236}">
                  <a16:creationId xmlns:a16="http://schemas.microsoft.com/office/drawing/2014/main" id="{E0C8AD94-E604-27C9-2AAE-F648B5BF42D0}"/>
                </a:ext>
              </a:extLst>
            </p:cNvPr>
            <p:cNvSpPr/>
            <p:nvPr/>
          </p:nvSpPr>
          <p:spPr>
            <a:xfrm>
              <a:off x="1817989" y="3773627"/>
              <a:ext cx="321778" cy="465945"/>
            </a:xfrm>
            <a:custGeom>
              <a:avLst/>
              <a:gdLst/>
              <a:ahLst/>
              <a:cxnLst/>
              <a:rect l="l" t="t" r="r" b="b"/>
              <a:pathLst>
                <a:path w="6408" h="9279" extrusionOk="0">
                  <a:moveTo>
                    <a:pt x="1377" y="154"/>
                  </a:moveTo>
                  <a:lnTo>
                    <a:pt x="4123" y="974"/>
                  </a:lnTo>
                  <a:lnTo>
                    <a:pt x="3237" y="6166"/>
                  </a:lnTo>
                  <a:cubicBezTo>
                    <a:pt x="3237" y="6195"/>
                    <a:pt x="3266" y="6225"/>
                    <a:pt x="3266" y="6254"/>
                  </a:cubicBezTo>
                  <a:lnTo>
                    <a:pt x="3295" y="6254"/>
                  </a:lnTo>
                  <a:cubicBezTo>
                    <a:pt x="4730" y="7323"/>
                    <a:pt x="6195" y="8634"/>
                    <a:pt x="6041" y="9066"/>
                  </a:cubicBezTo>
                  <a:cubicBezTo>
                    <a:pt x="6041" y="9095"/>
                    <a:pt x="6012" y="9095"/>
                    <a:pt x="5983" y="9124"/>
                  </a:cubicBezTo>
                  <a:cubicBezTo>
                    <a:pt x="5933" y="9144"/>
                    <a:pt x="5866" y="9153"/>
                    <a:pt x="5785" y="9153"/>
                  </a:cubicBezTo>
                  <a:cubicBezTo>
                    <a:pt x="4975" y="9153"/>
                    <a:pt x="2755" y="8258"/>
                    <a:pt x="1897" y="7872"/>
                  </a:cubicBezTo>
                  <a:lnTo>
                    <a:pt x="1867" y="7843"/>
                  </a:lnTo>
                  <a:cubicBezTo>
                    <a:pt x="1831" y="7843"/>
                    <a:pt x="586" y="7748"/>
                    <a:pt x="308" y="7111"/>
                  </a:cubicBezTo>
                  <a:cubicBezTo>
                    <a:pt x="154" y="6774"/>
                    <a:pt x="278" y="6349"/>
                    <a:pt x="674" y="5859"/>
                  </a:cubicBezTo>
                  <a:lnTo>
                    <a:pt x="674" y="5829"/>
                  </a:lnTo>
                  <a:lnTo>
                    <a:pt x="828" y="5339"/>
                  </a:lnTo>
                  <a:lnTo>
                    <a:pt x="1377" y="154"/>
                  </a:lnTo>
                  <a:close/>
                  <a:moveTo>
                    <a:pt x="1252" y="1"/>
                  </a:moveTo>
                  <a:cubicBezTo>
                    <a:pt x="1252" y="30"/>
                    <a:pt x="1252" y="30"/>
                    <a:pt x="1223" y="59"/>
                  </a:cubicBezTo>
                  <a:lnTo>
                    <a:pt x="674" y="5309"/>
                  </a:lnTo>
                  <a:lnTo>
                    <a:pt x="549" y="5800"/>
                  </a:lnTo>
                  <a:cubicBezTo>
                    <a:pt x="125" y="6320"/>
                    <a:pt x="0" y="6774"/>
                    <a:pt x="183" y="7140"/>
                  </a:cubicBezTo>
                  <a:cubicBezTo>
                    <a:pt x="491" y="7843"/>
                    <a:pt x="1684" y="7967"/>
                    <a:pt x="1831" y="7997"/>
                  </a:cubicBezTo>
                  <a:cubicBezTo>
                    <a:pt x="2080" y="8085"/>
                    <a:pt x="4760" y="9278"/>
                    <a:pt x="5770" y="9278"/>
                  </a:cubicBezTo>
                  <a:cubicBezTo>
                    <a:pt x="5895" y="9278"/>
                    <a:pt x="5983" y="9278"/>
                    <a:pt x="6041" y="9249"/>
                  </a:cubicBezTo>
                  <a:cubicBezTo>
                    <a:pt x="6107" y="9212"/>
                    <a:pt x="6166" y="9154"/>
                    <a:pt x="6166" y="9095"/>
                  </a:cubicBezTo>
                  <a:cubicBezTo>
                    <a:pt x="6407" y="8480"/>
                    <a:pt x="4123" y="6715"/>
                    <a:pt x="3390" y="6166"/>
                  </a:cubicBezTo>
                  <a:lnTo>
                    <a:pt x="4276" y="916"/>
                  </a:lnTo>
                  <a:cubicBezTo>
                    <a:pt x="4276" y="887"/>
                    <a:pt x="4247" y="857"/>
                    <a:pt x="4211" y="857"/>
                  </a:cubicBezTo>
                  <a:lnTo>
                    <a:pt x="131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6" name="Google Shape;1466;p50">
              <a:extLst>
                <a:ext uri="{FF2B5EF4-FFF2-40B4-BE49-F238E27FC236}">
                  <a16:creationId xmlns:a16="http://schemas.microsoft.com/office/drawing/2014/main" id="{07120626-9A1F-59F8-9805-83C94A5765D1}"/>
                </a:ext>
              </a:extLst>
            </p:cNvPr>
            <p:cNvSpPr/>
            <p:nvPr/>
          </p:nvSpPr>
          <p:spPr>
            <a:xfrm>
              <a:off x="1819797" y="4113727"/>
              <a:ext cx="306362" cy="128400"/>
            </a:xfrm>
            <a:custGeom>
              <a:avLst/>
              <a:gdLst/>
              <a:ahLst/>
              <a:cxnLst/>
              <a:rect l="l" t="t" r="r" b="b"/>
              <a:pathLst>
                <a:path w="6101" h="2557" extrusionOk="0">
                  <a:moveTo>
                    <a:pt x="89" y="1"/>
                  </a:moveTo>
                  <a:cubicBezTo>
                    <a:pt x="59" y="155"/>
                    <a:pt x="30" y="308"/>
                    <a:pt x="1" y="491"/>
                  </a:cubicBezTo>
                  <a:cubicBezTo>
                    <a:pt x="1" y="491"/>
                    <a:pt x="733" y="1070"/>
                    <a:pt x="3018" y="1861"/>
                  </a:cubicBezTo>
                  <a:cubicBezTo>
                    <a:pt x="4750" y="2460"/>
                    <a:pt x="5522" y="2557"/>
                    <a:pt x="5841" y="2557"/>
                  </a:cubicBezTo>
                  <a:cubicBezTo>
                    <a:pt x="5993" y="2557"/>
                    <a:pt x="6042" y="2534"/>
                    <a:pt x="6042" y="2534"/>
                  </a:cubicBezTo>
                  <a:cubicBezTo>
                    <a:pt x="6042" y="2534"/>
                    <a:pt x="6100" y="2439"/>
                    <a:pt x="6100" y="2227"/>
                  </a:cubicBezTo>
                  <a:cubicBezTo>
                    <a:pt x="3201" y="1802"/>
                    <a:pt x="1158" y="704"/>
                    <a:pt x="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7" name="Google Shape;1467;p50">
              <a:extLst>
                <a:ext uri="{FF2B5EF4-FFF2-40B4-BE49-F238E27FC236}">
                  <a16:creationId xmlns:a16="http://schemas.microsoft.com/office/drawing/2014/main" id="{C5D30137-A519-2753-172F-85AF3F4137EA}"/>
                </a:ext>
              </a:extLst>
            </p:cNvPr>
            <p:cNvSpPr/>
            <p:nvPr/>
          </p:nvSpPr>
          <p:spPr>
            <a:xfrm>
              <a:off x="1919070" y="4096805"/>
              <a:ext cx="108916" cy="93450"/>
            </a:xfrm>
            <a:custGeom>
              <a:avLst/>
              <a:gdLst/>
              <a:ahLst/>
              <a:cxnLst/>
              <a:rect l="l" t="t" r="r" b="b"/>
              <a:pathLst>
                <a:path w="2169" h="1861" extrusionOk="0">
                  <a:moveTo>
                    <a:pt x="1648" y="1"/>
                  </a:moveTo>
                  <a:cubicBezTo>
                    <a:pt x="916" y="309"/>
                    <a:pt x="1" y="1561"/>
                    <a:pt x="1" y="1561"/>
                  </a:cubicBezTo>
                  <a:lnTo>
                    <a:pt x="858" y="1861"/>
                  </a:lnTo>
                  <a:cubicBezTo>
                    <a:pt x="1165" y="1129"/>
                    <a:pt x="2168" y="433"/>
                    <a:pt x="2168" y="433"/>
                  </a:cubicBezTo>
                  <a:lnTo>
                    <a:pt x="164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8" name="Google Shape;1468;p50">
              <a:extLst>
                <a:ext uri="{FF2B5EF4-FFF2-40B4-BE49-F238E27FC236}">
                  <a16:creationId xmlns:a16="http://schemas.microsoft.com/office/drawing/2014/main" id="{EEB03363-FD80-027C-C724-E02E63A2F657}"/>
                </a:ext>
              </a:extLst>
            </p:cNvPr>
            <p:cNvSpPr/>
            <p:nvPr/>
          </p:nvSpPr>
          <p:spPr>
            <a:xfrm>
              <a:off x="1991178" y="4139839"/>
              <a:ext cx="86069" cy="76528"/>
            </a:xfrm>
            <a:custGeom>
              <a:avLst/>
              <a:gdLst/>
              <a:ahLst/>
              <a:cxnLst/>
              <a:rect l="l" t="t" r="r" b="b"/>
              <a:pathLst>
                <a:path w="1714" h="1524" extrusionOk="0">
                  <a:moveTo>
                    <a:pt x="1252" y="1"/>
                  </a:moveTo>
                  <a:cubicBezTo>
                    <a:pt x="491" y="338"/>
                    <a:pt x="0" y="1187"/>
                    <a:pt x="0" y="1187"/>
                  </a:cubicBezTo>
                  <a:lnTo>
                    <a:pt x="827" y="1524"/>
                  </a:lnTo>
                  <a:cubicBezTo>
                    <a:pt x="1164" y="762"/>
                    <a:pt x="1713" y="425"/>
                    <a:pt x="1713" y="425"/>
                  </a:cubicBezTo>
                  <a:lnTo>
                    <a:pt x="125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9" name="Google Shape;1469;p50">
              <a:extLst>
                <a:ext uri="{FF2B5EF4-FFF2-40B4-BE49-F238E27FC236}">
                  <a16:creationId xmlns:a16="http://schemas.microsoft.com/office/drawing/2014/main" id="{4E2D8130-01FC-CF0A-3603-8B60F72350A6}"/>
                </a:ext>
              </a:extLst>
            </p:cNvPr>
            <p:cNvSpPr/>
            <p:nvPr/>
          </p:nvSpPr>
          <p:spPr>
            <a:xfrm>
              <a:off x="1807294" y="3219162"/>
              <a:ext cx="685083" cy="819710"/>
            </a:xfrm>
            <a:custGeom>
              <a:avLst/>
              <a:gdLst/>
              <a:ahLst/>
              <a:cxnLst/>
              <a:rect l="l" t="t" r="r" b="b"/>
              <a:pathLst>
                <a:path w="13643" h="16324" extrusionOk="0">
                  <a:moveTo>
                    <a:pt x="3999" y="0"/>
                  </a:moveTo>
                  <a:cubicBezTo>
                    <a:pt x="3999" y="0"/>
                    <a:pt x="1407" y="4269"/>
                    <a:pt x="1" y="14916"/>
                  </a:cubicBezTo>
                  <a:cubicBezTo>
                    <a:pt x="1" y="14916"/>
                    <a:pt x="1675" y="16017"/>
                    <a:pt x="4404" y="16017"/>
                  </a:cubicBezTo>
                  <a:cubicBezTo>
                    <a:pt x="4759" y="16017"/>
                    <a:pt x="5132" y="15998"/>
                    <a:pt x="5522" y="15956"/>
                  </a:cubicBezTo>
                  <a:cubicBezTo>
                    <a:pt x="6320" y="15861"/>
                    <a:pt x="7140" y="5311"/>
                    <a:pt x="7140" y="5309"/>
                  </a:cubicBezTo>
                  <a:lnTo>
                    <a:pt x="7140" y="5309"/>
                  </a:lnTo>
                  <a:cubicBezTo>
                    <a:pt x="7052" y="9029"/>
                    <a:pt x="7843" y="15985"/>
                    <a:pt x="7843" y="15985"/>
                  </a:cubicBezTo>
                  <a:cubicBezTo>
                    <a:pt x="8973" y="16239"/>
                    <a:pt x="9974" y="16324"/>
                    <a:pt x="10806" y="16324"/>
                  </a:cubicBezTo>
                  <a:cubicBezTo>
                    <a:pt x="12470" y="16324"/>
                    <a:pt x="13459" y="15985"/>
                    <a:pt x="13459" y="15985"/>
                  </a:cubicBezTo>
                  <a:cubicBezTo>
                    <a:pt x="13642" y="7198"/>
                    <a:pt x="11534" y="703"/>
                    <a:pt x="11534" y="703"/>
                  </a:cubicBezTo>
                  <a:lnTo>
                    <a:pt x="7506" y="821"/>
                  </a:lnTo>
                  <a:lnTo>
                    <a:pt x="399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0" name="Google Shape;1470;p50">
              <a:extLst>
                <a:ext uri="{FF2B5EF4-FFF2-40B4-BE49-F238E27FC236}">
                  <a16:creationId xmlns:a16="http://schemas.microsoft.com/office/drawing/2014/main" id="{B83B5D18-88C3-6161-B5AF-66055B4847E6}"/>
                </a:ext>
              </a:extLst>
            </p:cNvPr>
            <p:cNvSpPr/>
            <p:nvPr/>
          </p:nvSpPr>
          <p:spPr>
            <a:xfrm>
              <a:off x="1824216" y="3287253"/>
              <a:ext cx="183887" cy="694925"/>
            </a:xfrm>
            <a:custGeom>
              <a:avLst/>
              <a:gdLst/>
              <a:ahLst/>
              <a:cxnLst/>
              <a:rect l="l" t="t" r="r" b="b"/>
              <a:pathLst>
                <a:path w="3661" h="13839" extrusionOk="0">
                  <a:moveTo>
                    <a:pt x="3603" y="1"/>
                  </a:moveTo>
                  <a:cubicBezTo>
                    <a:pt x="3583" y="1"/>
                    <a:pt x="3562" y="14"/>
                    <a:pt x="3537" y="14"/>
                  </a:cubicBezTo>
                  <a:cubicBezTo>
                    <a:pt x="3479" y="138"/>
                    <a:pt x="1743" y="2489"/>
                    <a:pt x="1" y="13772"/>
                  </a:cubicBezTo>
                  <a:cubicBezTo>
                    <a:pt x="1" y="13809"/>
                    <a:pt x="1" y="13838"/>
                    <a:pt x="30" y="13838"/>
                  </a:cubicBezTo>
                  <a:lnTo>
                    <a:pt x="59" y="13838"/>
                  </a:lnTo>
                  <a:cubicBezTo>
                    <a:pt x="96" y="13838"/>
                    <a:pt x="125" y="13809"/>
                    <a:pt x="125" y="13772"/>
                  </a:cubicBezTo>
                  <a:cubicBezTo>
                    <a:pt x="1861" y="2547"/>
                    <a:pt x="3603" y="138"/>
                    <a:pt x="3633" y="109"/>
                  </a:cubicBezTo>
                  <a:cubicBezTo>
                    <a:pt x="3662" y="80"/>
                    <a:pt x="3662" y="43"/>
                    <a:pt x="3633" y="14"/>
                  </a:cubicBezTo>
                  <a:cubicBezTo>
                    <a:pt x="3623" y="4"/>
                    <a:pt x="3613" y="1"/>
                    <a:pt x="36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1" name="Google Shape;1471;p50">
              <a:extLst>
                <a:ext uri="{FF2B5EF4-FFF2-40B4-BE49-F238E27FC236}">
                  <a16:creationId xmlns:a16="http://schemas.microsoft.com/office/drawing/2014/main" id="{7FF5296E-507F-430A-96EE-57317E7546F9}"/>
                </a:ext>
              </a:extLst>
            </p:cNvPr>
            <p:cNvSpPr/>
            <p:nvPr/>
          </p:nvSpPr>
          <p:spPr>
            <a:xfrm>
              <a:off x="2112144" y="3479472"/>
              <a:ext cx="154813" cy="12202"/>
            </a:xfrm>
            <a:custGeom>
              <a:avLst/>
              <a:gdLst/>
              <a:ahLst/>
              <a:cxnLst/>
              <a:rect l="l" t="t" r="r" b="b"/>
              <a:pathLst>
                <a:path w="3083" h="243" extrusionOk="0">
                  <a:moveTo>
                    <a:pt x="66" y="1"/>
                  </a:moveTo>
                  <a:cubicBezTo>
                    <a:pt x="37" y="1"/>
                    <a:pt x="0" y="30"/>
                    <a:pt x="0" y="59"/>
                  </a:cubicBezTo>
                  <a:cubicBezTo>
                    <a:pt x="0" y="96"/>
                    <a:pt x="37" y="125"/>
                    <a:pt x="66" y="125"/>
                  </a:cubicBezTo>
                  <a:cubicBezTo>
                    <a:pt x="520" y="213"/>
                    <a:pt x="981" y="242"/>
                    <a:pt x="1435" y="242"/>
                  </a:cubicBezTo>
                  <a:cubicBezTo>
                    <a:pt x="2292" y="242"/>
                    <a:pt x="3024" y="125"/>
                    <a:pt x="3024" y="125"/>
                  </a:cubicBezTo>
                  <a:cubicBezTo>
                    <a:pt x="3054" y="125"/>
                    <a:pt x="3083" y="96"/>
                    <a:pt x="3083" y="59"/>
                  </a:cubicBezTo>
                  <a:cubicBezTo>
                    <a:pt x="3083" y="30"/>
                    <a:pt x="3054" y="1"/>
                    <a:pt x="3024" y="1"/>
                  </a:cubicBezTo>
                  <a:cubicBezTo>
                    <a:pt x="3005" y="1"/>
                    <a:pt x="2292" y="108"/>
                    <a:pt x="1422" y="108"/>
                  </a:cubicBezTo>
                  <a:cubicBezTo>
                    <a:pt x="987" y="108"/>
                    <a:pt x="513" y="81"/>
                    <a:pt x="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2" name="Google Shape;1472;p50">
              <a:extLst>
                <a:ext uri="{FF2B5EF4-FFF2-40B4-BE49-F238E27FC236}">
                  <a16:creationId xmlns:a16="http://schemas.microsoft.com/office/drawing/2014/main" id="{63325B1C-0CD5-B784-90E6-330A84A2BA47}"/>
                </a:ext>
              </a:extLst>
            </p:cNvPr>
            <p:cNvSpPr/>
            <p:nvPr/>
          </p:nvSpPr>
          <p:spPr>
            <a:xfrm>
              <a:off x="2165823" y="3485749"/>
              <a:ext cx="69146" cy="38264"/>
            </a:xfrm>
            <a:custGeom>
              <a:avLst/>
              <a:gdLst/>
              <a:ahLst/>
              <a:cxnLst/>
              <a:rect l="l" t="t" r="r" b="b"/>
              <a:pathLst>
                <a:path w="1377" h="762" extrusionOk="0">
                  <a:moveTo>
                    <a:pt x="95" y="0"/>
                  </a:moveTo>
                  <a:cubicBezTo>
                    <a:pt x="66" y="0"/>
                    <a:pt x="29" y="0"/>
                    <a:pt x="0" y="29"/>
                  </a:cubicBezTo>
                  <a:cubicBezTo>
                    <a:pt x="0" y="59"/>
                    <a:pt x="0" y="88"/>
                    <a:pt x="29" y="117"/>
                  </a:cubicBezTo>
                  <a:cubicBezTo>
                    <a:pt x="29" y="117"/>
                    <a:pt x="579" y="483"/>
                    <a:pt x="1282" y="732"/>
                  </a:cubicBezTo>
                  <a:lnTo>
                    <a:pt x="1282" y="762"/>
                  </a:lnTo>
                  <a:cubicBezTo>
                    <a:pt x="1311" y="762"/>
                    <a:pt x="1347" y="732"/>
                    <a:pt x="1347" y="703"/>
                  </a:cubicBezTo>
                  <a:cubicBezTo>
                    <a:pt x="1377" y="667"/>
                    <a:pt x="1347" y="637"/>
                    <a:pt x="1311" y="637"/>
                  </a:cubicBezTo>
                  <a:cubicBezTo>
                    <a:pt x="645" y="366"/>
                    <a:pt x="95" y="0"/>
                    <a:pt x="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3" name="Google Shape;1473;p50">
              <a:extLst>
                <a:ext uri="{FF2B5EF4-FFF2-40B4-BE49-F238E27FC236}">
                  <a16:creationId xmlns:a16="http://schemas.microsoft.com/office/drawing/2014/main" id="{19AC7622-7FCB-373E-6EBD-F8F81CF607A7}"/>
                </a:ext>
              </a:extLst>
            </p:cNvPr>
            <p:cNvSpPr/>
            <p:nvPr/>
          </p:nvSpPr>
          <p:spPr>
            <a:xfrm>
              <a:off x="2374262" y="2759552"/>
              <a:ext cx="341663" cy="397954"/>
            </a:xfrm>
            <a:custGeom>
              <a:avLst/>
              <a:gdLst/>
              <a:ahLst/>
              <a:cxnLst/>
              <a:rect l="l" t="t" r="r" b="b"/>
              <a:pathLst>
                <a:path w="6804" h="7925" extrusionOk="0">
                  <a:moveTo>
                    <a:pt x="5156" y="0"/>
                  </a:moveTo>
                  <a:lnTo>
                    <a:pt x="5156" y="271"/>
                  </a:lnTo>
                  <a:lnTo>
                    <a:pt x="3787" y="4240"/>
                  </a:lnTo>
                  <a:cubicBezTo>
                    <a:pt x="3787" y="4240"/>
                    <a:pt x="2286" y="2805"/>
                    <a:pt x="1099" y="1765"/>
                  </a:cubicBezTo>
                  <a:lnTo>
                    <a:pt x="1" y="5060"/>
                  </a:lnTo>
                  <a:cubicBezTo>
                    <a:pt x="1" y="5060"/>
                    <a:pt x="2775" y="7924"/>
                    <a:pt x="4562" y="7924"/>
                  </a:cubicBezTo>
                  <a:cubicBezTo>
                    <a:pt x="4879" y="7924"/>
                    <a:pt x="5164" y="7835"/>
                    <a:pt x="5398" y="7623"/>
                  </a:cubicBezTo>
                  <a:cubicBezTo>
                    <a:pt x="6803" y="6378"/>
                    <a:pt x="6745" y="1436"/>
                    <a:pt x="6716" y="301"/>
                  </a:cubicBezTo>
                  <a:cubicBezTo>
                    <a:pt x="6225" y="184"/>
                    <a:pt x="5676" y="88"/>
                    <a:pt x="5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4" name="Google Shape;1474;p50">
              <a:extLst>
                <a:ext uri="{FF2B5EF4-FFF2-40B4-BE49-F238E27FC236}">
                  <a16:creationId xmlns:a16="http://schemas.microsoft.com/office/drawing/2014/main" id="{5A434876-67A1-68E2-BA19-D030D9B0F870}"/>
                </a:ext>
              </a:extLst>
            </p:cNvPr>
            <p:cNvSpPr/>
            <p:nvPr/>
          </p:nvSpPr>
          <p:spPr>
            <a:xfrm>
              <a:off x="2369491" y="2756238"/>
              <a:ext cx="347890" cy="404532"/>
            </a:xfrm>
            <a:custGeom>
              <a:avLst/>
              <a:gdLst/>
              <a:ahLst/>
              <a:cxnLst/>
              <a:rect l="l" t="t" r="r" b="b"/>
              <a:pathLst>
                <a:path w="6926" h="8055" extrusionOk="0">
                  <a:moveTo>
                    <a:pt x="5310" y="154"/>
                  </a:moveTo>
                  <a:cubicBezTo>
                    <a:pt x="5859" y="220"/>
                    <a:pt x="6320" y="308"/>
                    <a:pt x="6745" y="433"/>
                  </a:cubicBezTo>
                  <a:cubicBezTo>
                    <a:pt x="6774" y="1531"/>
                    <a:pt x="6811" y="6444"/>
                    <a:pt x="5463" y="7630"/>
                  </a:cubicBezTo>
                  <a:cubicBezTo>
                    <a:pt x="5237" y="7837"/>
                    <a:pt x="4960" y="7924"/>
                    <a:pt x="4652" y="7924"/>
                  </a:cubicBezTo>
                  <a:cubicBezTo>
                    <a:pt x="3002" y="7924"/>
                    <a:pt x="463" y="5410"/>
                    <a:pt x="155" y="5126"/>
                  </a:cubicBezTo>
                  <a:lnTo>
                    <a:pt x="1224" y="1956"/>
                  </a:lnTo>
                  <a:cubicBezTo>
                    <a:pt x="2381" y="2995"/>
                    <a:pt x="3816" y="4335"/>
                    <a:pt x="3845" y="4365"/>
                  </a:cubicBezTo>
                  <a:lnTo>
                    <a:pt x="3911" y="4365"/>
                  </a:lnTo>
                  <a:lnTo>
                    <a:pt x="3940" y="4335"/>
                  </a:lnTo>
                  <a:lnTo>
                    <a:pt x="5310" y="337"/>
                  </a:lnTo>
                  <a:lnTo>
                    <a:pt x="5310" y="308"/>
                  </a:lnTo>
                  <a:lnTo>
                    <a:pt x="5310" y="154"/>
                  </a:lnTo>
                  <a:close/>
                  <a:moveTo>
                    <a:pt x="5251" y="1"/>
                  </a:moveTo>
                  <a:cubicBezTo>
                    <a:pt x="5222" y="1"/>
                    <a:pt x="5222" y="1"/>
                    <a:pt x="5192" y="37"/>
                  </a:cubicBezTo>
                  <a:lnTo>
                    <a:pt x="5163" y="66"/>
                  </a:lnTo>
                  <a:lnTo>
                    <a:pt x="5192" y="308"/>
                  </a:lnTo>
                  <a:lnTo>
                    <a:pt x="3845" y="4182"/>
                  </a:lnTo>
                  <a:cubicBezTo>
                    <a:pt x="3545" y="3881"/>
                    <a:pt x="2263" y="2688"/>
                    <a:pt x="1224" y="1773"/>
                  </a:cubicBezTo>
                  <a:cubicBezTo>
                    <a:pt x="1204" y="1773"/>
                    <a:pt x="1198" y="1760"/>
                    <a:pt x="1187" y="1760"/>
                  </a:cubicBezTo>
                  <a:cubicBezTo>
                    <a:pt x="1181" y="1760"/>
                    <a:pt x="1175" y="1763"/>
                    <a:pt x="1165" y="1773"/>
                  </a:cubicBezTo>
                  <a:cubicBezTo>
                    <a:pt x="1136" y="1773"/>
                    <a:pt x="1136" y="1773"/>
                    <a:pt x="1099" y="1802"/>
                  </a:cubicBezTo>
                  <a:lnTo>
                    <a:pt x="37" y="5097"/>
                  </a:lnTo>
                  <a:cubicBezTo>
                    <a:pt x="1" y="5126"/>
                    <a:pt x="37" y="5163"/>
                    <a:pt x="37" y="5192"/>
                  </a:cubicBezTo>
                  <a:cubicBezTo>
                    <a:pt x="184" y="5309"/>
                    <a:pt x="2871" y="8055"/>
                    <a:pt x="4672" y="8055"/>
                  </a:cubicBezTo>
                  <a:cubicBezTo>
                    <a:pt x="5009" y="8055"/>
                    <a:pt x="5310" y="7967"/>
                    <a:pt x="5558" y="7755"/>
                  </a:cubicBezTo>
                  <a:cubicBezTo>
                    <a:pt x="6928" y="6503"/>
                    <a:pt x="6928" y="1802"/>
                    <a:pt x="6869" y="367"/>
                  </a:cubicBezTo>
                  <a:cubicBezTo>
                    <a:pt x="6869" y="337"/>
                    <a:pt x="6869" y="308"/>
                    <a:pt x="6840" y="308"/>
                  </a:cubicBezTo>
                  <a:cubicBezTo>
                    <a:pt x="6379" y="184"/>
                    <a:pt x="5859" y="96"/>
                    <a:pt x="525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5" name="Google Shape;1475;p50">
              <a:extLst>
                <a:ext uri="{FF2B5EF4-FFF2-40B4-BE49-F238E27FC236}">
                  <a16:creationId xmlns:a16="http://schemas.microsoft.com/office/drawing/2014/main" id="{772D423B-1FC5-72F1-EB50-AC6E08620A41}"/>
                </a:ext>
              </a:extLst>
            </p:cNvPr>
            <p:cNvSpPr/>
            <p:nvPr/>
          </p:nvSpPr>
          <p:spPr>
            <a:xfrm>
              <a:off x="2217995" y="2797614"/>
              <a:ext cx="283564" cy="256147"/>
            </a:xfrm>
            <a:custGeom>
              <a:avLst/>
              <a:gdLst/>
              <a:ahLst/>
              <a:cxnLst/>
              <a:rect l="l" t="t" r="r" b="b"/>
              <a:pathLst>
                <a:path w="5647" h="5101" extrusionOk="0">
                  <a:moveTo>
                    <a:pt x="2475" y="0"/>
                  </a:moveTo>
                  <a:cubicBezTo>
                    <a:pt x="1907" y="0"/>
                    <a:pt x="1308" y="247"/>
                    <a:pt x="733" y="919"/>
                  </a:cubicBezTo>
                  <a:cubicBezTo>
                    <a:pt x="733" y="919"/>
                    <a:pt x="1" y="1681"/>
                    <a:pt x="946" y="3087"/>
                  </a:cubicBezTo>
                  <a:cubicBezTo>
                    <a:pt x="1890" y="4522"/>
                    <a:pt x="3172" y="5100"/>
                    <a:pt x="3172" y="5100"/>
                  </a:cubicBezTo>
                  <a:cubicBezTo>
                    <a:pt x="3172" y="5100"/>
                    <a:pt x="5310" y="3424"/>
                    <a:pt x="5647" y="2171"/>
                  </a:cubicBezTo>
                  <a:lnTo>
                    <a:pt x="5398" y="1893"/>
                  </a:lnTo>
                  <a:cubicBezTo>
                    <a:pt x="5398" y="1893"/>
                    <a:pt x="4050" y="0"/>
                    <a:pt x="2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6" name="Google Shape;1476;p50">
              <a:extLst>
                <a:ext uri="{FF2B5EF4-FFF2-40B4-BE49-F238E27FC236}">
                  <a16:creationId xmlns:a16="http://schemas.microsoft.com/office/drawing/2014/main" id="{9C21E534-8517-98B8-DC38-1B8E9FECFCBE}"/>
                </a:ext>
              </a:extLst>
            </p:cNvPr>
            <p:cNvSpPr/>
            <p:nvPr/>
          </p:nvSpPr>
          <p:spPr>
            <a:xfrm>
              <a:off x="2215083" y="2794702"/>
              <a:ext cx="289439" cy="261972"/>
            </a:xfrm>
            <a:custGeom>
              <a:avLst/>
              <a:gdLst/>
              <a:ahLst/>
              <a:cxnLst/>
              <a:rect l="l" t="t" r="r" b="b"/>
              <a:pathLst>
                <a:path w="5764" h="5217" extrusionOk="0">
                  <a:moveTo>
                    <a:pt x="2622" y="121"/>
                  </a:moveTo>
                  <a:cubicBezTo>
                    <a:pt x="4116" y="186"/>
                    <a:pt x="5397" y="1951"/>
                    <a:pt x="5397" y="1980"/>
                  </a:cubicBezTo>
                  <a:lnTo>
                    <a:pt x="5609" y="2259"/>
                  </a:lnTo>
                  <a:cubicBezTo>
                    <a:pt x="5309" y="3357"/>
                    <a:pt x="3508" y="4851"/>
                    <a:pt x="3230" y="5092"/>
                  </a:cubicBezTo>
                  <a:cubicBezTo>
                    <a:pt x="3017" y="4975"/>
                    <a:pt x="1890" y="4360"/>
                    <a:pt x="1062" y="3115"/>
                  </a:cubicBezTo>
                  <a:cubicBezTo>
                    <a:pt x="183" y="1768"/>
                    <a:pt x="820" y="1065"/>
                    <a:pt x="850" y="1036"/>
                  </a:cubicBezTo>
                  <a:lnTo>
                    <a:pt x="850" y="1007"/>
                  </a:lnTo>
                  <a:cubicBezTo>
                    <a:pt x="1370" y="428"/>
                    <a:pt x="1919" y="121"/>
                    <a:pt x="2527" y="121"/>
                  </a:cubicBezTo>
                  <a:close/>
                  <a:moveTo>
                    <a:pt x="2515" y="1"/>
                  </a:moveTo>
                  <a:cubicBezTo>
                    <a:pt x="1881" y="1"/>
                    <a:pt x="1282" y="310"/>
                    <a:pt x="762" y="948"/>
                  </a:cubicBezTo>
                  <a:cubicBezTo>
                    <a:pt x="696" y="977"/>
                    <a:pt x="0" y="1768"/>
                    <a:pt x="945" y="3203"/>
                  </a:cubicBezTo>
                  <a:cubicBezTo>
                    <a:pt x="1890" y="4609"/>
                    <a:pt x="3200" y="5217"/>
                    <a:pt x="3200" y="5217"/>
                  </a:cubicBezTo>
                  <a:lnTo>
                    <a:pt x="3259" y="5217"/>
                  </a:lnTo>
                  <a:cubicBezTo>
                    <a:pt x="3354" y="5158"/>
                    <a:pt x="5426" y="3482"/>
                    <a:pt x="5763" y="2259"/>
                  </a:cubicBezTo>
                  <a:cubicBezTo>
                    <a:pt x="5763" y="2229"/>
                    <a:pt x="5763" y="2229"/>
                    <a:pt x="5734" y="2200"/>
                  </a:cubicBezTo>
                  <a:lnTo>
                    <a:pt x="5521" y="1893"/>
                  </a:lnTo>
                  <a:cubicBezTo>
                    <a:pt x="5456" y="1834"/>
                    <a:pt x="4174" y="62"/>
                    <a:pt x="2622" y="3"/>
                  </a:cubicBezTo>
                  <a:cubicBezTo>
                    <a:pt x="2586" y="1"/>
                    <a:pt x="2550" y="1"/>
                    <a:pt x="25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7" name="Google Shape;1477;p50">
              <a:extLst>
                <a:ext uri="{FF2B5EF4-FFF2-40B4-BE49-F238E27FC236}">
                  <a16:creationId xmlns:a16="http://schemas.microsoft.com/office/drawing/2014/main" id="{E919C8C8-A37D-6213-C57C-6A47C7067543}"/>
                </a:ext>
              </a:extLst>
            </p:cNvPr>
            <p:cNvSpPr/>
            <p:nvPr/>
          </p:nvSpPr>
          <p:spPr>
            <a:xfrm>
              <a:off x="1959141" y="2781144"/>
              <a:ext cx="442796" cy="504611"/>
            </a:xfrm>
            <a:custGeom>
              <a:avLst/>
              <a:gdLst/>
              <a:ahLst/>
              <a:cxnLst/>
              <a:rect l="l" t="t" r="r" b="b"/>
              <a:pathLst>
                <a:path w="8818" h="10049" extrusionOk="0">
                  <a:moveTo>
                    <a:pt x="3451" y="0"/>
                  </a:moveTo>
                  <a:cubicBezTo>
                    <a:pt x="2956" y="0"/>
                    <a:pt x="2449" y="16"/>
                    <a:pt x="1949" y="54"/>
                  </a:cubicBezTo>
                  <a:cubicBezTo>
                    <a:pt x="1949" y="54"/>
                    <a:pt x="30" y="7413"/>
                    <a:pt x="1" y="8694"/>
                  </a:cubicBezTo>
                  <a:cubicBezTo>
                    <a:pt x="1" y="8694"/>
                    <a:pt x="1905" y="10048"/>
                    <a:pt x="5388" y="10048"/>
                  </a:cubicBezTo>
                  <a:cubicBezTo>
                    <a:pt x="6400" y="10048"/>
                    <a:pt x="7546" y="9934"/>
                    <a:pt x="8817" y="9639"/>
                  </a:cubicBezTo>
                  <a:cubicBezTo>
                    <a:pt x="8817" y="9639"/>
                    <a:pt x="8693" y="7654"/>
                    <a:pt x="8451" y="5399"/>
                  </a:cubicBezTo>
                  <a:lnTo>
                    <a:pt x="7777" y="332"/>
                  </a:lnTo>
                  <a:cubicBezTo>
                    <a:pt x="7777" y="332"/>
                    <a:pt x="5739" y="0"/>
                    <a:pt x="34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8" name="Google Shape;1478;p50">
              <a:extLst>
                <a:ext uri="{FF2B5EF4-FFF2-40B4-BE49-F238E27FC236}">
                  <a16:creationId xmlns:a16="http://schemas.microsoft.com/office/drawing/2014/main" id="{CBA0085C-CFF6-FD3B-6E77-75E147FF36A7}"/>
                </a:ext>
              </a:extLst>
            </p:cNvPr>
            <p:cNvSpPr/>
            <p:nvPr/>
          </p:nvSpPr>
          <p:spPr>
            <a:xfrm>
              <a:off x="1955877" y="2778031"/>
              <a:ext cx="448972" cy="511440"/>
            </a:xfrm>
            <a:custGeom>
              <a:avLst/>
              <a:gdLst/>
              <a:ahLst/>
              <a:cxnLst/>
              <a:rect l="l" t="t" r="r" b="b"/>
              <a:pathLst>
                <a:path w="8941" h="10185" extrusionOk="0">
                  <a:moveTo>
                    <a:pt x="3599" y="1"/>
                  </a:moveTo>
                  <a:cubicBezTo>
                    <a:pt x="3077" y="1"/>
                    <a:pt x="2541" y="17"/>
                    <a:pt x="2014" y="57"/>
                  </a:cubicBezTo>
                  <a:cubicBezTo>
                    <a:pt x="1984" y="57"/>
                    <a:pt x="1955" y="57"/>
                    <a:pt x="1955" y="86"/>
                  </a:cubicBezTo>
                  <a:cubicBezTo>
                    <a:pt x="1867" y="394"/>
                    <a:pt x="37" y="7475"/>
                    <a:pt x="0" y="8756"/>
                  </a:cubicBezTo>
                  <a:cubicBezTo>
                    <a:pt x="0" y="8785"/>
                    <a:pt x="0" y="8815"/>
                    <a:pt x="37" y="8815"/>
                  </a:cubicBezTo>
                  <a:cubicBezTo>
                    <a:pt x="66" y="8844"/>
                    <a:pt x="1984" y="10184"/>
                    <a:pt x="5492" y="10184"/>
                  </a:cubicBezTo>
                  <a:cubicBezTo>
                    <a:pt x="6502" y="10184"/>
                    <a:pt x="7630" y="10067"/>
                    <a:pt x="8911" y="9789"/>
                  </a:cubicBezTo>
                  <a:cubicBezTo>
                    <a:pt x="8941" y="9759"/>
                    <a:pt x="8941" y="9730"/>
                    <a:pt x="8941" y="9701"/>
                  </a:cubicBezTo>
                  <a:cubicBezTo>
                    <a:pt x="8941" y="9701"/>
                    <a:pt x="8824" y="7687"/>
                    <a:pt x="8575" y="5424"/>
                  </a:cubicBezTo>
                  <a:cubicBezTo>
                    <a:pt x="8575" y="5395"/>
                    <a:pt x="8545" y="5366"/>
                    <a:pt x="8516" y="5366"/>
                  </a:cubicBezTo>
                  <a:cubicBezTo>
                    <a:pt x="8487" y="5395"/>
                    <a:pt x="8457" y="5424"/>
                    <a:pt x="8457" y="5461"/>
                  </a:cubicBezTo>
                  <a:cubicBezTo>
                    <a:pt x="8670" y="7504"/>
                    <a:pt x="8787" y="9305"/>
                    <a:pt x="8824" y="9671"/>
                  </a:cubicBezTo>
                  <a:cubicBezTo>
                    <a:pt x="7600" y="9948"/>
                    <a:pt x="6493" y="10056"/>
                    <a:pt x="5509" y="10056"/>
                  </a:cubicBezTo>
                  <a:cubicBezTo>
                    <a:pt x="2274" y="10056"/>
                    <a:pt x="383" y="8888"/>
                    <a:pt x="125" y="8720"/>
                  </a:cubicBezTo>
                  <a:cubicBezTo>
                    <a:pt x="183" y="7409"/>
                    <a:pt x="1897" y="789"/>
                    <a:pt x="2080" y="182"/>
                  </a:cubicBezTo>
                  <a:cubicBezTo>
                    <a:pt x="2540" y="151"/>
                    <a:pt x="3008" y="138"/>
                    <a:pt x="3467" y="138"/>
                  </a:cubicBezTo>
                  <a:cubicBezTo>
                    <a:pt x="5745" y="138"/>
                    <a:pt x="7818" y="453"/>
                    <a:pt x="7842" y="453"/>
                  </a:cubicBezTo>
                  <a:cubicBezTo>
                    <a:pt x="7872" y="453"/>
                    <a:pt x="7908" y="423"/>
                    <a:pt x="7908" y="394"/>
                  </a:cubicBezTo>
                  <a:cubicBezTo>
                    <a:pt x="7908" y="365"/>
                    <a:pt x="7908" y="335"/>
                    <a:pt x="7842" y="299"/>
                  </a:cubicBezTo>
                  <a:cubicBezTo>
                    <a:pt x="7819" y="299"/>
                    <a:pt x="5833" y="1"/>
                    <a:pt x="35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9" name="Google Shape;1479;p50">
              <a:extLst>
                <a:ext uri="{FF2B5EF4-FFF2-40B4-BE49-F238E27FC236}">
                  <a16:creationId xmlns:a16="http://schemas.microsoft.com/office/drawing/2014/main" id="{30B6281A-CFD4-22CF-9939-30B73907D8FF}"/>
                </a:ext>
              </a:extLst>
            </p:cNvPr>
            <p:cNvSpPr/>
            <p:nvPr/>
          </p:nvSpPr>
          <p:spPr>
            <a:xfrm>
              <a:off x="2123141" y="2794652"/>
              <a:ext cx="199002" cy="62267"/>
            </a:xfrm>
            <a:custGeom>
              <a:avLst/>
              <a:gdLst/>
              <a:ahLst/>
              <a:cxnLst/>
              <a:rect l="l" t="t" r="r" b="b"/>
              <a:pathLst>
                <a:path w="3963" h="1240" extrusionOk="0">
                  <a:moveTo>
                    <a:pt x="2403" y="1"/>
                  </a:moveTo>
                  <a:cubicBezTo>
                    <a:pt x="2220" y="1"/>
                    <a:pt x="2102" y="4"/>
                    <a:pt x="2102" y="4"/>
                  </a:cubicBezTo>
                  <a:cubicBezTo>
                    <a:pt x="1004" y="34"/>
                    <a:pt x="1" y="63"/>
                    <a:pt x="1" y="63"/>
                  </a:cubicBezTo>
                  <a:cubicBezTo>
                    <a:pt x="330" y="1008"/>
                    <a:pt x="1187" y="1191"/>
                    <a:pt x="1861" y="1220"/>
                  </a:cubicBezTo>
                  <a:cubicBezTo>
                    <a:pt x="1936" y="1232"/>
                    <a:pt x="2017" y="1239"/>
                    <a:pt x="2101" y="1239"/>
                  </a:cubicBezTo>
                  <a:cubicBezTo>
                    <a:pt x="2220" y="1239"/>
                    <a:pt x="2344" y="1225"/>
                    <a:pt x="2468" y="1191"/>
                  </a:cubicBezTo>
                  <a:cubicBezTo>
                    <a:pt x="3750" y="978"/>
                    <a:pt x="3962" y="122"/>
                    <a:pt x="3962" y="122"/>
                  </a:cubicBezTo>
                  <a:cubicBezTo>
                    <a:pt x="3466" y="17"/>
                    <a:pt x="2789" y="1"/>
                    <a:pt x="24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0" name="Google Shape;1480;p50">
              <a:extLst>
                <a:ext uri="{FF2B5EF4-FFF2-40B4-BE49-F238E27FC236}">
                  <a16:creationId xmlns:a16="http://schemas.microsoft.com/office/drawing/2014/main" id="{E6C2DF5C-AE8C-818B-8142-1CE82D49D8C6}"/>
                </a:ext>
              </a:extLst>
            </p:cNvPr>
            <p:cNvSpPr/>
            <p:nvPr/>
          </p:nvSpPr>
          <p:spPr>
            <a:xfrm>
              <a:off x="2119827" y="2791087"/>
              <a:ext cx="207087" cy="69648"/>
            </a:xfrm>
            <a:custGeom>
              <a:avLst/>
              <a:gdLst/>
              <a:ahLst/>
              <a:cxnLst/>
              <a:rect l="l" t="t" r="r" b="b"/>
              <a:pathLst>
                <a:path w="4124" h="1387" extrusionOk="0">
                  <a:moveTo>
                    <a:pt x="2609" y="140"/>
                  </a:moveTo>
                  <a:cubicBezTo>
                    <a:pt x="2976" y="140"/>
                    <a:pt x="3519" y="166"/>
                    <a:pt x="3940" y="258"/>
                  </a:cubicBezTo>
                  <a:cubicBezTo>
                    <a:pt x="3845" y="442"/>
                    <a:pt x="3545" y="1020"/>
                    <a:pt x="2534" y="1203"/>
                  </a:cubicBezTo>
                  <a:cubicBezTo>
                    <a:pt x="2405" y="1224"/>
                    <a:pt x="2276" y="1244"/>
                    <a:pt x="2125" y="1244"/>
                  </a:cubicBezTo>
                  <a:cubicBezTo>
                    <a:pt x="2063" y="1244"/>
                    <a:pt x="1997" y="1241"/>
                    <a:pt x="1927" y="1232"/>
                  </a:cubicBezTo>
                  <a:cubicBezTo>
                    <a:pt x="1224" y="1174"/>
                    <a:pt x="491" y="1020"/>
                    <a:pt x="155" y="193"/>
                  </a:cubicBezTo>
                  <a:cubicBezTo>
                    <a:pt x="433" y="193"/>
                    <a:pt x="1282" y="163"/>
                    <a:pt x="2168" y="163"/>
                  </a:cubicBezTo>
                  <a:lnTo>
                    <a:pt x="2198" y="163"/>
                  </a:lnTo>
                  <a:cubicBezTo>
                    <a:pt x="2198" y="152"/>
                    <a:pt x="2364" y="140"/>
                    <a:pt x="2609" y="140"/>
                  </a:cubicBezTo>
                  <a:close/>
                  <a:moveTo>
                    <a:pt x="2628" y="1"/>
                  </a:moveTo>
                  <a:cubicBezTo>
                    <a:pt x="2372" y="1"/>
                    <a:pt x="2191" y="10"/>
                    <a:pt x="2168" y="10"/>
                  </a:cubicBezTo>
                  <a:cubicBezTo>
                    <a:pt x="1070" y="39"/>
                    <a:pt x="67" y="75"/>
                    <a:pt x="67" y="75"/>
                  </a:cubicBezTo>
                  <a:cubicBezTo>
                    <a:pt x="30" y="75"/>
                    <a:pt x="1" y="75"/>
                    <a:pt x="1" y="105"/>
                  </a:cubicBezTo>
                  <a:lnTo>
                    <a:pt x="1" y="163"/>
                  </a:lnTo>
                  <a:cubicBezTo>
                    <a:pt x="338" y="1137"/>
                    <a:pt x="1194" y="1320"/>
                    <a:pt x="1927" y="1357"/>
                  </a:cubicBezTo>
                  <a:cubicBezTo>
                    <a:pt x="1985" y="1386"/>
                    <a:pt x="2080" y="1386"/>
                    <a:pt x="2168" y="1386"/>
                  </a:cubicBezTo>
                  <a:cubicBezTo>
                    <a:pt x="2293" y="1386"/>
                    <a:pt x="2410" y="1357"/>
                    <a:pt x="2534" y="1357"/>
                  </a:cubicBezTo>
                  <a:cubicBezTo>
                    <a:pt x="3845" y="1108"/>
                    <a:pt x="4094" y="258"/>
                    <a:pt x="4094" y="222"/>
                  </a:cubicBezTo>
                  <a:cubicBezTo>
                    <a:pt x="4123" y="193"/>
                    <a:pt x="4094" y="193"/>
                    <a:pt x="4094" y="163"/>
                  </a:cubicBezTo>
                  <a:lnTo>
                    <a:pt x="4057" y="134"/>
                  </a:lnTo>
                  <a:cubicBezTo>
                    <a:pt x="3611" y="22"/>
                    <a:pt x="3028" y="1"/>
                    <a:pt x="26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1" name="Google Shape;1481;p50">
              <a:extLst>
                <a:ext uri="{FF2B5EF4-FFF2-40B4-BE49-F238E27FC236}">
                  <a16:creationId xmlns:a16="http://schemas.microsoft.com/office/drawing/2014/main" id="{27E245B9-F2F0-06B1-1E72-4C27E5F89659}"/>
                </a:ext>
              </a:extLst>
            </p:cNvPr>
            <p:cNvSpPr/>
            <p:nvPr/>
          </p:nvSpPr>
          <p:spPr>
            <a:xfrm>
              <a:off x="1853290" y="2785161"/>
              <a:ext cx="207036" cy="283665"/>
            </a:xfrm>
            <a:custGeom>
              <a:avLst/>
              <a:gdLst/>
              <a:ahLst/>
              <a:cxnLst/>
              <a:rect l="l" t="t" r="r" b="b"/>
              <a:pathLst>
                <a:path w="4123" h="5649" extrusionOk="0">
                  <a:moveTo>
                    <a:pt x="3884" y="0"/>
                  </a:moveTo>
                  <a:cubicBezTo>
                    <a:pt x="1156" y="0"/>
                    <a:pt x="0" y="4096"/>
                    <a:pt x="0" y="4096"/>
                  </a:cubicBezTo>
                  <a:cubicBezTo>
                    <a:pt x="1435" y="5619"/>
                    <a:pt x="3295" y="5649"/>
                    <a:pt x="3295" y="5649"/>
                  </a:cubicBezTo>
                  <a:lnTo>
                    <a:pt x="4123" y="10"/>
                  </a:lnTo>
                  <a:cubicBezTo>
                    <a:pt x="4042" y="3"/>
                    <a:pt x="3962" y="0"/>
                    <a:pt x="38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2" name="Google Shape;1482;p50">
              <a:extLst>
                <a:ext uri="{FF2B5EF4-FFF2-40B4-BE49-F238E27FC236}">
                  <a16:creationId xmlns:a16="http://schemas.microsoft.com/office/drawing/2014/main" id="{B6BE0975-81D8-58B2-54DA-0B0DDD4157D6}"/>
                </a:ext>
              </a:extLst>
            </p:cNvPr>
            <p:cNvSpPr/>
            <p:nvPr/>
          </p:nvSpPr>
          <p:spPr>
            <a:xfrm>
              <a:off x="1850327" y="2781747"/>
              <a:ext cx="212962" cy="291850"/>
            </a:xfrm>
            <a:custGeom>
              <a:avLst/>
              <a:gdLst/>
              <a:ahLst/>
              <a:cxnLst/>
              <a:rect l="l" t="t" r="r" b="b"/>
              <a:pathLst>
                <a:path w="4241" h="5812" extrusionOk="0">
                  <a:moveTo>
                    <a:pt x="3922" y="0"/>
                  </a:moveTo>
                  <a:cubicBezTo>
                    <a:pt x="1178" y="0"/>
                    <a:pt x="1" y="4107"/>
                    <a:pt x="1" y="4164"/>
                  </a:cubicBezTo>
                  <a:lnTo>
                    <a:pt x="1" y="4223"/>
                  </a:lnTo>
                  <a:cubicBezTo>
                    <a:pt x="1465" y="5717"/>
                    <a:pt x="3325" y="5812"/>
                    <a:pt x="3354" y="5812"/>
                  </a:cubicBezTo>
                  <a:cubicBezTo>
                    <a:pt x="3383" y="5812"/>
                    <a:pt x="3420" y="5783"/>
                    <a:pt x="3420" y="5717"/>
                  </a:cubicBezTo>
                  <a:cubicBezTo>
                    <a:pt x="3420" y="5687"/>
                    <a:pt x="3383" y="5658"/>
                    <a:pt x="3354" y="5658"/>
                  </a:cubicBezTo>
                  <a:cubicBezTo>
                    <a:pt x="3325" y="5658"/>
                    <a:pt x="1524" y="5599"/>
                    <a:pt x="154" y="4164"/>
                  </a:cubicBezTo>
                  <a:cubicBezTo>
                    <a:pt x="268" y="3753"/>
                    <a:pt x="1420" y="155"/>
                    <a:pt x="3939" y="155"/>
                  </a:cubicBezTo>
                  <a:cubicBezTo>
                    <a:pt x="4018" y="155"/>
                    <a:pt x="4099" y="159"/>
                    <a:pt x="4182" y="166"/>
                  </a:cubicBezTo>
                  <a:cubicBezTo>
                    <a:pt x="4211" y="166"/>
                    <a:pt x="4240" y="137"/>
                    <a:pt x="4240" y="108"/>
                  </a:cubicBezTo>
                  <a:cubicBezTo>
                    <a:pt x="4240" y="42"/>
                    <a:pt x="4240" y="12"/>
                    <a:pt x="4182" y="12"/>
                  </a:cubicBezTo>
                  <a:cubicBezTo>
                    <a:pt x="4093" y="4"/>
                    <a:pt x="4007" y="0"/>
                    <a:pt x="39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3" name="Google Shape;1483;p50">
              <a:extLst>
                <a:ext uri="{FF2B5EF4-FFF2-40B4-BE49-F238E27FC236}">
                  <a16:creationId xmlns:a16="http://schemas.microsoft.com/office/drawing/2014/main" id="{C3814C04-E8A3-9EFA-05E1-EF6553057670}"/>
                </a:ext>
              </a:extLst>
            </p:cNvPr>
            <p:cNvSpPr/>
            <p:nvPr/>
          </p:nvSpPr>
          <p:spPr>
            <a:xfrm>
              <a:off x="1974256" y="3208517"/>
              <a:ext cx="429137" cy="59605"/>
            </a:xfrm>
            <a:custGeom>
              <a:avLst/>
              <a:gdLst/>
              <a:ahLst/>
              <a:cxnLst/>
              <a:rect l="l" t="t" r="r" b="b"/>
              <a:pathLst>
                <a:path w="8546" h="1187" extrusionOk="0">
                  <a:moveTo>
                    <a:pt x="37" y="0"/>
                  </a:moveTo>
                  <a:cubicBezTo>
                    <a:pt x="0" y="29"/>
                    <a:pt x="0" y="29"/>
                    <a:pt x="37" y="59"/>
                  </a:cubicBezTo>
                  <a:cubicBezTo>
                    <a:pt x="1648" y="945"/>
                    <a:pt x="3574" y="1186"/>
                    <a:pt x="5192" y="1186"/>
                  </a:cubicBezTo>
                  <a:cubicBezTo>
                    <a:pt x="7052" y="1186"/>
                    <a:pt x="8487" y="850"/>
                    <a:pt x="8516" y="850"/>
                  </a:cubicBezTo>
                  <a:cubicBezTo>
                    <a:pt x="8545" y="850"/>
                    <a:pt x="8545" y="850"/>
                    <a:pt x="8545" y="820"/>
                  </a:cubicBezTo>
                  <a:lnTo>
                    <a:pt x="8516" y="791"/>
                  </a:lnTo>
                  <a:cubicBezTo>
                    <a:pt x="8485" y="807"/>
                    <a:pt x="7041" y="1142"/>
                    <a:pt x="5172" y="1142"/>
                  </a:cubicBezTo>
                  <a:cubicBezTo>
                    <a:pt x="3575" y="1142"/>
                    <a:pt x="1668" y="897"/>
                    <a:pt x="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4" name="Google Shape;1484;p50">
              <a:extLst>
                <a:ext uri="{FF2B5EF4-FFF2-40B4-BE49-F238E27FC236}">
                  <a16:creationId xmlns:a16="http://schemas.microsoft.com/office/drawing/2014/main" id="{19253477-AAD5-CFC0-28C3-F4BA0AC1A4C3}"/>
                </a:ext>
              </a:extLst>
            </p:cNvPr>
            <p:cNvSpPr/>
            <p:nvPr/>
          </p:nvSpPr>
          <p:spPr>
            <a:xfrm>
              <a:off x="2075337" y="2984562"/>
              <a:ext cx="213313" cy="219188"/>
            </a:xfrm>
            <a:custGeom>
              <a:avLst/>
              <a:gdLst/>
              <a:ahLst/>
              <a:cxnLst/>
              <a:rect l="l" t="t" r="r" b="b"/>
              <a:pathLst>
                <a:path w="4248" h="4365" extrusionOk="0">
                  <a:moveTo>
                    <a:pt x="37" y="1"/>
                  </a:moveTo>
                  <a:cubicBezTo>
                    <a:pt x="1" y="30"/>
                    <a:pt x="1" y="30"/>
                    <a:pt x="37" y="67"/>
                  </a:cubicBezTo>
                  <a:cubicBezTo>
                    <a:pt x="1165" y="1714"/>
                    <a:pt x="2564" y="3179"/>
                    <a:pt x="4182" y="4365"/>
                  </a:cubicBezTo>
                  <a:lnTo>
                    <a:pt x="4211" y="4365"/>
                  </a:lnTo>
                  <a:lnTo>
                    <a:pt x="4248" y="4336"/>
                  </a:lnTo>
                  <a:cubicBezTo>
                    <a:pt x="4248" y="4336"/>
                    <a:pt x="4248" y="4306"/>
                    <a:pt x="4211" y="4306"/>
                  </a:cubicBezTo>
                  <a:cubicBezTo>
                    <a:pt x="2600" y="3113"/>
                    <a:pt x="1194" y="1678"/>
                    <a:pt x="67" y="30"/>
                  </a:cubicBezTo>
                  <a:cubicBezTo>
                    <a:pt x="67" y="1"/>
                    <a:pt x="37" y="1"/>
                    <a:pt x="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5" name="Google Shape;1485;p50">
              <a:extLst>
                <a:ext uri="{FF2B5EF4-FFF2-40B4-BE49-F238E27FC236}">
                  <a16:creationId xmlns:a16="http://schemas.microsoft.com/office/drawing/2014/main" id="{1F7B567C-DC25-2A14-BEED-C97EC3879189}"/>
                </a:ext>
              </a:extLst>
            </p:cNvPr>
            <p:cNvSpPr/>
            <p:nvPr/>
          </p:nvSpPr>
          <p:spPr>
            <a:xfrm>
              <a:off x="2072424" y="3088204"/>
              <a:ext cx="110322" cy="141657"/>
            </a:xfrm>
            <a:custGeom>
              <a:avLst/>
              <a:gdLst/>
              <a:ahLst/>
              <a:cxnLst/>
              <a:rect l="l" t="t" r="r" b="b"/>
              <a:pathLst>
                <a:path w="2197" h="2821" extrusionOk="0">
                  <a:moveTo>
                    <a:pt x="37" y="0"/>
                  </a:moveTo>
                  <a:cubicBezTo>
                    <a:pt x="33" y="0"/>
                    <a:pt x="30" y="4"/>
                    <a:pt x="30" y="16"/>
                  </a:cubicBezTo>
                  <a:cubicBezTo>
                    <a:pt x="30" y="16"/>
                    <a:pt x="0" y="16"/>
                    <a:pt x="30" y="46"/>
                  </a:cubicBezTo>
                  <a:cubicBezTo>
                    <a:pt x="491" y="1115"/>
                    <a:pt x="1223" y="2059"/>
                    <a:pt x="2138" y="2792"/>
                  </a:cubicBezTo>
                  <a:lnTo>
                    <a:pt x="2168" y="2821"/>
                  </a:lnTo>
                  <a:lnTo>
                    <a:pt x="2168" y="2792"/>
                  </a:lnTo>
                  <a:cubicBezTo>
                    <a:pt x="2197" y="2792"/>
                    <a:pt x="2197" y="2762"/>
                    <a:pt x="2168" y="2762"/>
                  </a:cubicBezTo>
                  <a:cubicBezTo>
                    <a:pt x="1282" y="2030"/>
                    <a:pt x="549" y="1078"/>
                    <a:pt x="59" y="16"/>
                  </a:cubicBezTo>
                  <a:cubicBezTo>
                    <a:pt x="59" y="16"/>
                    <a:pt x="46" y="0"/>
                    <a:pt x="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6" name="Google Shape;1486;p50">
              <a:extLst>
                <a:ext uri="{FF2B5EF4-FFF2-40B4-BE49-F238E27FC236}">
                  <a16:creationId xmlns:a16="http://schemas.microsoft.com/office/drawing/2014/main" id="{99858DFB-542D-8BF1-4CE7-3B083E0F8645}"/>
                </a:ext>
              </a:extLst>
            </p:cNvPr>
            <p:cNvSpPr/>
            <p:nvPr/>
          </p:nvSpPr>
          <p:spPr>
            <a:xfrm>
              <a:off x="2017239" y="2784860"/>
              <a:ext cx="76528" cy="285824"/>
            </a:xfrm>
            <a:custGeom>
              <a:avLst/>
              <a:gdLst/>
              <a:ahLst/>
              <a:cxnLst/>
              <a:rect l="l" t="t" r="r" b="b"/>
              <a:pathLst>
                <a:path w="1524" h="5692" extrusionOk="0">
                  <a:moveTo>
                    <a:pt x="865" y="0"/>
                  </a:moveTo>
                  <a:cubicBezTo>
                    <a:pt x="861" y="0"/>
                    <a:pt x="858" y="4"/>
                    <a:pt x="858" y="16"/>
                  </a:cubicBezTo>
                  <a:cubicBezTo>
                    <a:pt x="828" y="16"/>
                    <a:pt x="828" y="16"/>
                    <a:pt x="828" y="46"/>
                  </a:cubicBezTo>
                  <a:cubicBezTo>
                    <a:pt x="858" y="46"/>
                    <a:pt x="1465" y="2330"/>
                    <a:pt x="1" y="5655"/>
                  </a:cubicBezTo>
                  <a:lnTo>
                    <a:pt x="1" y="5691"/>
                  </a:lnTo>
                  <a:lnTo>
                    <a:pt x="30" y="5691"/>
                  </a:lnTo>
                  <a:cubicBezTo>
                    <a:pt x="1524" y="2330"/>
                    <a:pt x="887" y="46"/>
                    <a:pt x="887" y="16"/>
                  </a:cubicBezTo>
                  <a:cubicBezTo>
                    <a:pt x="887" y="16"/>
                    <a:pt x="874" y="0"/>
                    <a:pt x="8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 name="Google Shape;1487;p50">
              <a:extLst>
                <a:ext uri="{FF2B5EF4-FFF2-40B4-BE49-F238E27FC236}">
                  <a16:creationId xmlns:a16="http://schemas.microsoft.com/office/drawing/2014/main" id="{D089BC36-D572-7CA8-4770-8EF1CAB4CCB5}"/>
                </a:ext>
              </a:extLst>
            </p:cNvPr>
            <p:cNvSpPr/>
            <p:nvPr/>
          </p:nvSpPr>
          <p:spPr>
            <a:xfrm>
              <a:off x="2348201" y="2796309"/>
              <a:ext cx="38264" cy="269604"/>
            </a:xfrm>
            <a:custGeom>
              <a:avLst/>
              <a:gdLst/>
              <a:ahLst/>
              <a:cxnLst/>
              <a:rect l="l" t="t" r="r" b="b"/>
              <a:pathLst>
                <a:path w="762" h="5369" extrusionOk="0">
                  <a:moveTo>
                    <a:pt x="29" y="1"/>
                  </a:moveTo>
                  <a:cubicBezTo>
                    <a:pt x="0" y="1"/>
                    <a:pt x="0" y="30"/>
                    <a:pt x="0" y="30"/>
                  </a:cubicBezTo>
                  <a:cubicBezTo>
                    <a:pt x="0" y="59"/>
                    <a:pt x="674" y="1707"/>
                    <a:pt x="703" y="5339"/>
                  </a:cubicBezTo>
                  <a:cubicBezTo>
                    <a:pt x="703" y="5368"/>
                    <a:pt x="703" y="5368"/>
                    <a:pt x="732" y="5368"/>
                  </a:cubicBezTo>
                  <a:cubicBezTo>
                    <a:pt x="732" y="5368"/>
                    <a:pt x="762" y="5368"/>
                    <a:pt x="762" y="5339"/>
                  </a:cubicBezTo>
                  <a:cubicBezTo>
                    <a:pt x="703" y="1707"/>
                    <a:pt x="59" y="30"/>
                    <a:pt x="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8" name="Google Shape;1488;p50">
              <a:extLst>
                <a:ext uri="{FF2B5EF4-FFF2-40B4-BE49-F238E27FC236}">
                  <a16:creationId xmlns:a16="http://schemas.microsoft.com/office/drawing/2014/main" id="{B2E7A75D-E756-757B-CBF6-D8BD0F88FD75}"/>
                </a:ext>
              </a:extLst>
            </p:cNvPr>
            <p:cNvSpPr/>
            <p:nvPr/>
          </p:nvSpPr>
          <p:spPr>
            <a:xfrm>
              <a:off x="2136749" y="2733441"/>
              <a:ext cx="161090" cy="77984"/>
            </a:xfrm>
            <a:custGeom>
              <a:avLst/>
              <a:gdLst/>
              <a:ahLst/>
              <a:cxnLst/>
              <a:rect l="l" t="t" r="r" b="b"/>
              <a:pathLst>
                <a:path w="3208" h="1553" extrusionOk="0">
                  <a:moveTo>
                    <a:pt x="3208" y="1"/>
                  </a:moveTo>
                  <a:lnTo>
                    <a:pt x="3208" y="1"/>
                  </a:lnTo>
                  <a:cubicBezTo>
                    <a:pt x="2474" y="309"/>
                    <a:pt x="1662" y="459"/>
                    <a:pt x="874" y="459"/>
                  </a:cubicBezTo>
                  <a:cubicBezTo>
                    <a:pt x="578" y="459"/>
                    <a:pt x="285" y="438"/>
                    <a:pt x="1" y="396"/>
                  </a:cubicBezTo>
                  <a:lnTo>
                    <a:pt x="1" y="396"/>
                  </a:lnTo>
                  <a:lnTo>
                    <a:pt x="184" y="1553"/>
                  </a:lnTo>
                  <a:lnTo>
                    <a:pt x="3113" y="1494"/>
                  </a:lnTo>
                  <a:lnTo>
                    <a:pt x="32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9" name="Google Shape;1489;p50">
              <a:extLst>
                <a:ext uri="{FF2B5EF4-FFF2-40B4-BE49-F238E27FC236}">
                  <a16:creationId xmlns:a16="http://schemas.microsoft.com/office/drawing/2014/main" id="{D0AB1CBF-838F-6642-FF56-29466AFE527C}"/>
                </a:ext>
              </a:extLst>
            </p:cNvPr>
            <p:cNvSpPr/>
            <p:nvPr/>
          </p:nvSpPr>
          <p:spPr>
            <a:xfrm>
              <a:off x="2133836" y="2730528"/>
              <a:ext cx="166965" cy="84211"/>
            </a:xfrm>
            <a:custGeom>
              <a:avLst/>
              <a:gdLst/>
              <a:ahLst/>
              <a:cxnLst/>
              <a:rect l="l" t="t" r="r" b="b"/>
              <a:pathLst>
                <a:path w="3324" h="1676" extrusionOk="0">
                  <a:moveTo>
                    <a:pt x="3229" y="0"/>
                  </a:moveTo>
                  <a:cubicBezTo>
                    <a:pt x="2522" y="309"/>
                    <a:pt x="1733" y="459"/>
                    <a:pt x="955" y="459"/>
                  </a:cubicBezTo>
                  <a:cubicBezTo>
                    <a:pt x="663" y="459"/>
                    <a:pt x="372" y="437"/>
                    <a:pt x="88" y="395"/>
                  </a:cubicBezTo>
                  <a:cubicBezTo>
                    <a:pt x="59" y="395"/>
                    <a:pt x="29" y="395"/>
                    <a:pt x="29" y="425"/>
                  </a:cubicBezTo>
                  <a:cubicBezTo>
                    <a:pt x="0" y="425"/>
                    <a:pt x="0" y="454"/>
                    <a:pt x="0" y="483"/>
                  </a:cubicBezTo>
                  <a:lnTo>
                    <a:pt x="183" y="1611"/>
                  </a:lnTo>
                  <a:cubicBezTo>
                    <a:pt x="183" y="1648"/>
                    <a:pt x="212" y="1677"/>
                    <a:pt x="242" y="1677"/>
                  </a:cubicBezTo>
                  <a:cubicBezTo>
                    <a:pt x="300" y="1677"/>
                    <a:pt x="337" y="1648"/>
                    <a:pt x="300" y="1611"/>
                  </a:cubicBezTo>
                  <a:lnTo>
                    <a:pt x="154" y="549"/>
                  </a:lnTo>
                  <a:lnTo>
                    <a:pt x="154" y="549"/>
                  </a:lnTo>
                  <a:cubicBezTo>
                    <a:pt x="403" y="578"/>
                    <a:pt x="656" y="593"/>
                    <a:pt x="910" y="593"/>
                  </a:cubicBezTo>
                  <a:cubicBezTo>
                    <a:pt x="1680" y="593"/>
                    <a:pt x="2460" y="458"/>
                    <a:pt x="3171" y="183"/>
                  </a:cubicBezTo>
                  <a:lnTo>
                    <a:pt x="3171" y="183"/>
                  </a:lnTo>
                  <a:lnTo>
                    <a:pt x="3112" y="1523"/>
                  </a:lnTo>
                  <a:cubicBezTo>
                    <a:pt x="3112" y="1582"/>
                    <a:pt x="3141" y="1611"/>
                    <a:pt x="3171" y="1611"/>
                  </a:cubicBezTo>
                  <a:cubicBezTo>
                    <a:pt x="3229" y="1611"/>
                    <a:pt x="3266" y="1582"/>
                    <a:pt x="3266" y="1552"/>
                  </a:cubicBezTo>
                  <a:lnTo>
                    <a:pt x="3324" y="59"/>
                  </a:lnTo>
                  <a:cubicBezTo>
                    <a:pt x="3324" y="59"/>
                    <a:pt x="3295" y="29"/>
                    <a:pt x="32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0" name="Google Shape;1490;p50">
              <a:extLst>
                <a:ext uri="{FF2B5EF4-FFF2-40B4-BE49-F238E27FC236}">
                  <a16:creationId xmlns:a16="http://schemas.microsoft.com/office/drawing/2014/main" id="{92EB9F21-481F-493F-2C23-232F494EF654}"/>
                </a:ext>
              </a:extLst>
            </p:cNvPr>
            <p:cNvSpPr/>
            <p:nvPr/>
          </p:nvSpPr>
          <p:spPr>
            <a:xfrm>
              <a:off x="2124647" y="2672029"/>
              <a:ext cx="174698" cy="84512"/>
            </a:xfrm>
            <a:custGeom>
              <a:avLst/>
              <a:gdLst/>
              <a:ahLst/>
              <a:cxnLst/>
              <a:rect l="l" t="t" r="r" b="b"/>
              <a:pathLst>
                <a:path w="3479" h="1683" extrusionOk="0">
                  <a:moveTo>
                    <a:pt x="3478" y="1"/>
                  </a:moveTo>
                  <a:lnTo>
                    <a:pt x="0" y="279"/>
                  </a:lnTo>
                  <a:lnTo>
                    <a:pt x="242" y="1619"/>
                  </a:lnTo>
                  <a:cubicBezTo>
                    <a:pt x="526" y="1661"/>
                    <a:pt x="819" y="1682"/>
                    <a:pt x="1115" y="1682"/>
                  </a:cubicBezTo>
                  <a:cubicBezTo>
                    <a:pt x="1903" y="1682"/>
                    <a:pt x="2715" y="1532"/>
                    <a:pt x="3449" y="1224"/>
                  </a:cubicBezTo>
                  <a:lnTo>
                    <a:pt x="347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1" name="Google Shape;1491;p50">
              <a:extLst>
                <a:ext uri="{FF2B5EF4-FFF2-40B4-BE49-F238E27FC236}">
                  <a16:creationId xmlns:a16="http://schemas.microsoft.com/office/drawing/2014/main" id="{5A36B0F7-758E-8F25-44B1-4EB908099F60}"/>
                </a:ext>
              </a:extLst>
            </p:cNvPr>
            <p:cNvSpPr/>
            <p:nvPr/>
          </p:nvSpPr>
          <p:spPr>
            <a:xfrm>
              <a:off x="2121333" y="2667610"/>
              <a:ext cx="180925" cy="91994"/>
            </a:xfrm>
            <a:custGeom>
              <a:avLst/>
              <a:gdLst/>
              <a:ahLst/>
              <a:cxnLst/>
              <a:rect l="l" t="t" r="r" b="b"/>
              <a:pathLst>
                <a:path w="3602" h="1832" extrusionOk="0">
                  <a:moveTo>
                    <a:pt x="3478" y="155"/>
                  </a:moveTo>
                  <a:lnTo>
                    <a:pt x="3449" y="1282"/>
                  </a:lnTo>
                  <a:cubicBezTo>
                    <a:pt x="2766" y="1568"/>
                    <a:pt x="1988" y="1712"/>
                    <a:pt x="1228" y="1712"/>
                  </a:cubicBezTo>
                  <a:cubicBezTo>
                    <a:pt x="936" y="1712"/>
                    <a:pt x="647" y="1691"/>
                    <a:pt x="366" y="1648"/>
                  </a:cubicBezTo>
                  <a:lnTo>
                    <a:pt x="154" y="426"/>
                  </a:lnTo>
                  <a:lnTo>
                    <a:pt x="3478" y="155"/>
                  </a:lnTo>
                  <a:close/>
                  <a:moveTo>
                    <a:pt x="3603" y="1"/>
                  </a:moveTo>
                  <a:lnTo>
                    <a:pt x="0" y="301"/>
                  </a:lnTo>
                  <a:lnTo>
                    <a:pt x="249" y="1766"/>
                  </a:lnTo>
                  <a:lnTo>
                    <a:pt x="308" y="1766"/>
                  </a:lnTo>
                  <a:cubicBezTo>
                    <a:pt x="615" y="1831"/>
                    <a:pt x="915" y="1831"/>
                    <a:pt x="1194" y="1831"/>
                  </a:cubicBezTo>
                  <a:cubicBezTo>
                    <a:pt x="2014" y="1831"/>
                    <a:pt x="2812" y="1678"/>
                    <a:pt x="3515" y="1370"/>
                  </a:cubicBezTo>
                  <a:lnTo>
                    <a:pt x="3544" y="1370"/>
                  </a:lnTo>
                  <a:lnTo>
                    <a:pt x="36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2" name="Google Shape;1492;p50">
              <a:extLst>
                <a:ext uri="{FF2B5EF4-FFF2-40B4-BE49-F238E27FC236}">
                  <a16:creationId xmlns:a16="http://schemas.microsoft.com/office/drawing/2014/main" id="{FD5944C8-A101-0EAD-5017-4E046F3EE1F5}"/>
                </a:ext>
              </a:extLst>
            </p:cNvPr>
            <p:cNvSpPr/>
            <p:nvPr/>
          </p:nvSpPr>
          <p:spPr>
            <a:xfrm>
              <a:off x="2639393" y="2661283"/>
              <a:ext cx="105552" cy="176255"/>
            </a:xfrm>
            <a:custGeom>
              <a:avLst/>
              <a:gdLst/>
              <a:ahLst/>
              <a:cxnLst/>
              <a:rect l="l" t="t" r="r" b="b"/>
              <a:pathLst>
                <a:path w="2102" h="3509" extrusionOk="0">
                  <a:moveTo>
                    <a:pt x="473" y="1"/>
                  </a:moveTo>
                  <a:cubicBezTo>
                    <a:pt x="467" y="1"/>
                    <a:pt x="461" y="1"/>
                    <a:pt x="454" y="2"/>
                  </a:cubicBezTo>
                  <a:cubicBezTo>
                    <a:pt x="183" y="32"/>
                    <a:pt x="118" y="1774"/>
                    <a:pt x="118" y="1774"/>
                  </a:cubicBezTo>
                  <a:cubicBezTo>
                    <a:pt x="88" y="2294"/>
                    <a:pt x="118" y="3056"/>
                    <a:pt x="118" y="3056"/>
                  </a:cubicBezTo>
                  <a:lnTo>
                    <a:pt x="0" y="3510"/>
                  </a:lnTo>
                  <a:lnTo>
                    <a:pt x="1677" y="3481"/>
                  </a:lnTo>
                  <a:cubicBezTo>
                    <a:pt x="1765" y="2873"/>
                    <a:pt x="1919" y="2595"/>
                    <a:pt x="1919" y="2595"/>
                  </a:cubicBezTo>
                  <a:cubicBezTo>
                    <a:pt x="1985" y="2382"/>
                    <a:pt x="2073" y="2258"/>
                    <a:pt x="2102" y="1804"/>
                  </a:cubicBezTo>
                  <a:cubicBezTo>
                    <a:pt x="2102" y="1621"/>
                    <a:pt x="2102" y="1438"/>
                    <a:pt x="1985" y="1284"/>
                  </a:cubicBezTo>
                  <a:cubicBezTo>
                    <a:pt x="1816" y="1036"/>
                    <a:pt x="1608" y="953"/>
                    <a:pt x="1405" y="953"/>
                  </a:cubicBezTo>
                  <a:cubicBezTo>
                    <a:pt x="983" y="953"/>
                    <a:pt x="579" y="1313"/>
                    <a:pt x="579" y="1313"/>
                  </a:cubicBezTo>
                  <a:cubicBezTo>
                    <a:pt x="579" y="1313"/>
                    <a:pt x="754" y="1"/>
                    <a:pt x="4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3" name="Google Shape;1493;p50">
              <a:extLst>
                <a:ext uri="{FF2B5EF4-FFF2-40B4-BE49-F238E27FC236}">
                  <a16:creationId xmlns:a16="http://schemas.microsoft.com/office/drawing/2014/main" id="{F6B66A97-4238-C8E5-115A-03CE3E9554CA}"/>
                </a:ext>
              </a:extLst>
            </p:cNvPr>
            <p:cNvSpPr/>
            <p:nvPr/>
          </p:nvSpPr>
          <p:spPr>
            <a:xfrm>
              <a:off x="2634622" y="2656965"/>
              <a:ext cx="113637" cy="183887"/>
            </a:xfrm>
            <a:custGeom>
              <a:avLst/>
              <a:gdLst/>
              <a:ahLst/>
              <a:cxnLst/>
              <a:rect l="l" t="t" r="r" b="b"/>
              <a:pathLst>
                <a:path w="2263" h="3661" extrusionOk="0">
                  <a:moveTo>
                    <a:pt x="549" y="1"/>
                  </a:moveTo>
                  <a:cubicBezTo>
                    <a:pt x="249" y="59"/>
                    <a:pt x="183" y="1311"/>
                    <a:pt x="154" y="1831"/>
                  </a:cubicBezTo>
                  <a:cubicBezTo>
                    <a:pt x="125" y="2344"/>
                    <a:pt x="125" y="3047"/>
                    <a:pt x="154" y="3142"/>
                  </a:cubicBezTo>
                  <a:lnTo>
                    <a:pt x="0" y="3567"/>
                  </a:lnTo>
                  <a:cubicBezTo>
                    <a:pt x="0" y="3625"/>
                    <a:pt x="30" y="3662"/>
                    <a:pt x="66" y="3662"/>
                  </a:cubicBezTo>
                  <a:lnTo>
                    <a:pt x="95" y="3662"/>
                  </a:lnTo>
                  <a:cubicBezTo>
                    <a:pt x="125" y="3662"/>
                    <a:pt x="125" y="3662"/>
                    <a:pt x="154" y="3625"/>
                  </a:cubicBezTo>
                  <a:lnTo>
                    <a:pt x="278" y="3171"/>
                  </a:lnTo>
                  <a:lnTo>
                    <a:pt x="278" y="3142"/>
                  </a:lnTo>
                  <a:cubicBezTo>
                    <a:pt x="278" y="3142"/>
                    <a:pt x="249" y="2380"/>
                    <a:pt x="308" y="1860"/>
                  </a:cubicBezTo>
                  <a:cubicBezTo>
                    <a:pt x="308" y="945"/>
                    <a:pt x="462" y="147"/>
                    <a:pt x="579" y="147"/>
                  </a:cubicBezTo>
                  <a:cubicBezTo>
                    <a:pt x="703" y="271"/>
                    <a:pt x="645" y="945"/>
                    <a:pt x="615" y="1399"/>
                  </a:cubicBezTo>
                  <a:cubicBezTo>
                    <a:pt x="579" y="1428"/>
                    <a:pt x="615" y="1465"/>
                    <a:pt x="645" y="1465"/>
                  </a:cubicBezTo>
                  <a:cubicBezTo>
                    <a:pt x="659" y="1480"/>
                    <a:pt x="674" y="1487"/>
                    <a:pt x="685" y="1487"/>
                  </a:cubicBezTo>
                  <a:cubicBezTo>
                    <a:pt x="696" y="1487"/>
                    <a:pt x="703" y="1480"/>
                    <a:pt x="703" y="1465"/>
                  </a:cubicBezTo>
                  <a:cubicBezTo>
                    <a:pt x="703" y="1465"/>
                    <a:pt x="1125" y="1097"/>
                    <a:pt x="1508" y="1097"/>
                  </a:cubicBezTo>
                  <a:cubicBezTo>
                    <a:pt x="1525" y="1097"/>
                    <a:pt x="1543" y="1097"/>
                    <a:pt x="1560" y="1099"/>
                  </a:cubicBezTo>
                  <a:cubicBezTo>
                    <a:pt x="1743" y="1128"/>
                    <a:pt x="1926" y="1216"/>
                    <a:pt x="2043" y="1399"/>
                  </a:cubicBezTo>
                  <a:cubicBezTo>
                    <a:pt x="2109" y="1524"/>
                    <a:pt x="2138" y="1707"/>
                    <a:pt x="2109" y="1890"/>
                  </a:cubicBezTo>
                  <a:cubicBezTo>
                    <a:pt x="2109" y="2197"/>
                    <a:pt x="2080" y="2344"/>
                    <a:pt x="2014" y="2468"/>
                  </a:cubicBezTo>
                  <a:cubicBezTo>
                    <a:pt x="1985" y="2527"/>
                    <a:pt x="1985" y="2593"/>
                    <a:pt x="1955" y="2651"/>
                  </a:cubicBezTo>
                  <a:cubicBezTo>
                    <a:pt x="1926" y="2710"/>
                    <a:pt x="1772" y="2988"/>
                    <a:pt x="1677" y="3537"/>
                  </a:cubicBezTo>
                  <a:cubicBezTo>
                    <a:pt x="1677" y="3596"/>
                    <a:pt x="1714" y="3625"/>
                    <a:pt x="1743" y="3625"/>
                  </a:cubicBezTo>
                  <a:cubicBezTo>
                    <a:pt x="1802" y="3625"/>
                    <a:pt x="1831" y="3596"/>
                    <a:pt x="1831" y="3567"/>
                  </a:cubicBezTo>
                  <a:cubicBezTo>
                    <a:pt x="1926" y="2988"/>
                    <a:pt x="2080" y="2710"/>
                    <a:pt x="2080" y="2710"/>
                  </a:cubicBezTo>
                  <a:cubicBezTo>
                    <a:pt x="2109" y="2651"/>
                    <a:pt x="2138" y="2593"/>
                    <a:pt x="2138" y="2527"/>
                  </a:cubicBezTo>
                  <a:cubicBezTo>
                    <a:pt x="2197" y="2380"/>
                    <a:pt x="2263" y="2227"/>
                    <a:pt x="2263" y="1890"/>
                  </a:cubicBezTo>
                  <a:cubicBezTo>
                    <a:pt x="2263" y="1707"/>
                    <a:pt x="2263" y="1494"/>
                    <a:pt x="2138" y="1341"/>
                  </a:cubicBezTo>
                  <a:cubicBezTo>
                    <a:pt x="1985" y="1128"/>
                    <a:pt x="1802" y="1004"/>
                    <a:pt x="1589" y="974"/>
                  </a:cubicBezTo>
                  <a:cubicBezTo>
                    <a:pt x="1565" y="972"/>
                    <a:pt x="1540" y="971"/>
                    <a:pt x="1516" y="971"/>
                  </a:cubicBezTo>
                  <a:cubicBezTo>
                    <a:pt x="1205" y="971"/>
                    <a:pt x="904" y="1137"/>
                    <a:pt x="762" y="1245"/>
                  </a:cubicBezTo>
                  <a:cubicBezTo>
                    <a:pt x="798" y="916"/>
                    <a:pt x="857" y="213"/>
                    <a:pt x="674" y="59"/>
                  </a:cubicBezTo>
                  <a:cubicBezTo>
                    <a:pt x="645" y="30"/>
                    <a:pt x="615" y="1"/>
                    <a:pt x="54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4" name="Google Shape;1494;p50">
              <a:extLst>
                <a:ext uri="{FF2B5EF4-FFF2-40B4-BE49-F238E27FC236}">
                  <a16:creationId xmlns:a16="http://schemas.microsoft.com/office/drawing/2014/main" id="{1423C4C7-C9B8-6745-36FA-E82DAE82A34E}"/>
                </a:ext>
              </a:extLst>
            </p:cNvPr>
            <p:cNvSpPr/>
            <p:nvPr/>
          </p:nvSpPr>
          <p:spPr>
            <a:xfrm>
              <a:off x="2648582" y="2728319"/>
              <a:ext cx="56693" cy="81650"/>
            </a:xfrm>
            <a:custGeom>
              <a:avLst/>
              <a:gdLst/>
              <a:ahLst/>
              <a:cxnLst/>
              <a:rect l="l" t="t" r="r" b="b"/>
              <a:pathLst>
                <a:path w="1129" h="1626" extrusionOk="0">
                  <a:moveTo>
                    <a:pt x="858" y="0"/>
                  </a:moveTo>
                  <a:cubicBezTo>
                    <a:pt x="647" y="0"/>
                    <a:pt x="361" y="261"/>
                    <a:pt x="301" y="315"/>
                  </a:cubicBezTo>
                  <a:cubicBezTo>
                    <a:pt x="271" y="344"/>
                    <a:pt x="271" y="374"/>
                    <a:pt x="301" y="410"/>
                  </a:cubicBezTo>
                  <a:cubicBezTo>
                    <a:pt x="319" y="425"/>
                    <a:pt x="335" y="432"/>
                    <a:pt x="351" y="432"/>
                  </a:cubicBezTo>
                  <a:cubicBezTo>
                    <a:pt x="367" y="432"/>
                    <a:pt x="381" y="425"/>
                    <a:pt x="396" y="410"/>
                  </a:cubicBezTo>
                  <a:cubicBezTo>
                    <a:pt x="539" y="295"/>
                    <a:pt x="757" y="129"/>
                    <a:pt x="864" y="129"/>
                  </a:cubicBezTo>
                  <a:cubicBezTo>
                    <a:pt x="872" y="129"/>
                    <a:pt x="880" y="130"/>
                    <a:pt x="887" y="132"/>
                  </a:cubicBezTo>
                  <a:cubicBezTo>
                    <a:pt x="887" y="132"/>
                    <a:pt x="916" y="132"/>
                    <a:pt x="916" y="190"/>
                  </a:cubicBezTo>
                  <a:cubicBezTo>
                    <a:pt x="974" y="410"/>
                    <a:pt x="396" y="1142"/>
                    <a:pt x="30" y="1538"/>
                  </a:cubicBezTo>
                  <a:cubicBezTo>
                    <a:pt x="0" y="1538"/>
                    <a:pt x="0" y="1596"/>
                    <a:pt x="30" y="1626"/>
                  </a:cubicBezTo>
                  <a:lnTo>
                    <a:pt x="118" y="1626"/>
                  </a:lnTo>
                  <a:cubicBezTo>
                    <a:pt x="242" y="1508"/>
                    <a:pt x="1128" y="527"/>
                    <a:pt x="1033" y="161"/>
                  </a:cubicBezTo>
                  <a:cubicBezTo>
                    <a:pt x="1033" y="44"/>
                    <a:pt x="974" y="7"/>
                    <a:pt x="916" y="7"/>
                  </a:cubicBezTo>
                  <a:cubicBezTo>
                    <a:pt x="897" y="2"/>
                    <a:pt x="878" y="0"/>
                    <a:pt x="8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5" name="Google Shape;1495;p50">
              <a:extLst>
                <a:ext uri="{FF2B5EF4-FFF2-40B4-BE49-F238E27FC236}">
                  <a16:creationId xmlns:a16="http://schemas.microsoft.com/office/drawing/2014/main" id="{C958B0C7-22C5-CC02-F341-E6646A7619BC}"/>
                </a:ext>
              </a:extLst>
            </p:cNvPr>
            <p:cNvSpPr/>
            <p:nvPr/>
          </p:nvSpPr>
          <p:spPr>
            <a:xfrm>
              <a:off x="2686845" y="2754782"/>
              <a:ext cx="32037" cy="27618"/>
            </a:xfrm>
            <a:custGeom>
              <a:avLst/>
              <a:gdLst/>
              <a:ahLst/>
              <a:cxnLst/>
              <a:rect l="l" t="t" r="r" b="b"/>
              <a:pathLst>
                <a:path w="638" h="550" extrusionOk="0">
                  <a:moveTo>
                    <a:pt x="88" y="0"/>
                  </a:moveTo>
                  <a:cubicBezTo>
                    <a:pt x="59" y="0"/>
                    <a:pt x="29" y="0"/>
                    <a:pt x="0" y="66"/>
                  </a:cubicBezTo>
                  <a:cubicBezTo>
                    <a:pt x="0" y="95"/>
                    <a:pt x="0" y="125"/>
                    <a:pt x="59" y="125"/>
                  </a:cubicBezTo>
                  <a:cubicBezTo>
                    <a:pt x="59" y="154"/>
                    <a:pt x="337" y="249"/>
                    <a:pt x="520" y="520"/>
                  </a:cubicBezTo>
                  <a:cubicBezTo>
                    <a:pt x="520" y="549"/>
                    <a:pt x="549" y="549"/>
                    <a:pt x="578" y="549"/>
                  </a:cubicBezTo>
                  <a:lnTo>
                    <a:pt x="608" y="549"/>
                  </a:lnTo>
                  <a:cubicBezTo>
                    <a:pt x="637" y="520"/>
                    <a:pt x="637" y="491"/>
                    <a:pt x="637" y="462"/>
                  </a:cubicBezTo>
                  <a:cubicBezTo>
                    <a:pt x="425" y="154"/>
                    <a:pt x="125" y="0"/>
                    <a:pt x="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6" name="Google Shape;1496;p50">
              <a:extLst>
                <a:ext uri="{FF2B5EF4-FFF2-40B4-BE49-F238E27FC236}">
                  <a16:creationId xmlns:a16="http://schemas.microsoft.com/office/drawing/2014/main" id="{7E347AEE-C24C-7C68-CBAB-E51A87947334}"/>
                </a:ext>
              </a:extLst>
            </p:cNvPr>
            <p:cNvSpPr/>
            <p:nvPr/>
          </p:nvSpPr>
          <p:spPr>
            <a:xfrm>
              <a:off x="2708136" y="2710292"/>
              <a:ext cx="33895" cy="55186"/>
            </a:xfrm>
            <a:custGeom>
              <a:avLst/>
              <a:gdLst/>
              <a:ahLst/>
              <a:cxnLst/>
              <a:rect l="l" t="t" r="r" b="b"/>
              <a:pathLst>
                <a:path w="675" h="1099" extrusionOk="0">
                  <a:moveTo>
                    <a:pt x="279" y="0"/>
                  </a:moveTo>
                  <a:cubicBezTo>
                    <a:pt x="250" y="37"/>
                    <a:pt x="250" y="66"/>
                    <a:pt x="279" y="95"/>
                  </a:cubicBezTo>
                  <a:cubicBezTo>
                    <a:pt x="279" y="125"/>
                    <a:pt x="521" y="462"/>
                    <a:pt x="338" y="828"/>
                  </a:cubicBezTo>
                  <a:cubicBezTo>
                    <a:pt x="279" y="916"/>
                    <a:pt x="213" y="952"/>
                    <a:pt x="184" y="952"/>
                  </a:cubicBezTo>
                  <a:cubicBezTo>
                    <a:pt x="154" y="952"/>
                    <a:pt x="125" y="886"/>
                    <a:pt x="125" y="886"/>
                  </a:cubicBezTo>
                  <a:cubicBezTo>
                    <a:pt x="125" y="857"/>
                    <a:pt x="96" y="828"/>
                    <a:pt x="67" y="828"/>
                  </a:cubicBezTo>
                  <a:cubicBezTo>
                    <a:pt x="1" y="828"/>
                    <a:pt x="1" y="857"/>
                    <a:pt x="1" y="886"/>
                  </a:cubicBezTo>
                  <a:cubicBezTo>
                    <a:pt x="1" y="1011"/>
                    <a:pt x="67" y="1069"/>
                    <a:pt x="154" y="1099"/>
                  </a:cubicBezTo>
                  <a:lnTo>
                    <a:pt x="184" y="1099"/>
                  </a:lnTo>
                  <a:cubicBezTo>
                    <a:pt x="279" y="1099"/>
                    <a:pt x="396" y="1011"/>
                    <a:pt x="462" y="886"/>
                  </a:cubicBezTo>
                  <a:cubicBezTo>
                    <a:pt x="674" y="432"/>
                    <a:pt x="367" y="37"/>
                    <a:pt x="367" y="37"/>
                  </a:cubicBezTo>
                  <a:cubicBezTo>
                    <a:pt x="338" y="0"/>
                    <a:pt x="308" y="0"/>
                    <a:pt x="2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7" name="Google Shape;1497;p50">
              <a:extLst>
                <a:ext uri="{FF2B5EF4-FFF2-40B4-BE49-F238E27FC236}">
                  <a16:creationId xmlns:a16="http://schemas.microsoft.com/office/drawing/2014/main" id="{72EFEB23-BCC0-8A2C-7B8E-E7A784954DCC}"/>
                </a:ext>
              </a:extLst>
            </p:cNvPr>
            <p:cNvSpPr/>
            <p:nvPr/>
          </p:nvSpPr>
          <p:spPr>
            <a:xfrm>
              <a:off x="2691214" y="2707329"/>
              <a:ext cx="40172" cy="50818"/>
            </a:xfrm>
            <a:custGeom>
              <a:avLst/>
              <a:gdLst/>
              <a:ahLst/>
              <a:cxnLst/>
              <a:rect l="l" t="t" r="r" b="b"/>
              <a:pathLst>
                <a:path w="800" h="1012" extrusionOk="0">
                  <a:moveTo>
                    <a:pt x="338" y="1"/>
                  </a:moveTo>
                  <a:cubicBezTo>
                    <a:pt x="308" y="1"/>
                    <a:pt x="279" y="1"/>
                    <a:pt x="250" y="30"/>
                  </a:cubicBezTo>
                  <a:cubicBezTo>
                    <a:pt x="250" y="59"/>
                    <a:pt x="250" y="96"/>
                    <a:pt x="279" y="125"/>
                  </a:cubicBezTo>
                  <a:cubicBezTo>
                    <a:pt x="279" y="125"/>
                    <a:pt x="616" y="338"/>
                    <a:pt x="462" y="762"/>
                  </a:cubicBezTo>
                  <a:cubicBezTo>
                    <a:pt x="404" y="857"/>
                    <a:pt x="338" y="887"/>
                    <a:pt x="308" y="887"/>
                  </a:cubicBezTo>
                  <a:cubicBezTo>
                    <a:pt x="250" y="857"/>
                    <a:pt x="250" y="762"/>
                    <a:pt x="279" y="645"/>
                  </a:cubicBezTo>
                  <a:cubicBezTo>
                    <a:pt x="404" y="367"/>
                    <a:pt x="155" y="96"/>
                    <a:pt x="125" y="96"/>
                  </a:cubicBezTo>
                  <a:cubicBezTo>
                    <a:pt x="111" y="78"/>
                    <a:pt x="96" y="68"/>
                    <a:pt x="81" y="68"/>
                  </a:cubicBezTo>
                  <a:cubicBezTo>
                    <a:pt x="67" y="68"/>
                    <a:pt x="52" y="78"/>
                    <a:pt x="38" y="96"/>
                  </a:cubicBezTo>
                  <a:cubicBezTo>
                    <a:pt x="1" y="125"/>
                    <a:pt x="1" y="154"/>
                    <a:pt x="38" y="184"/>
                  </a:cubicBezTo>
                  <a:cubicBezTo>
                    <a:pt x="38" y="184"/>
                    <a:pt x="250" y="396"/>
                    <a:pt x="155" y="579"/>
                  </a:cubicBezTo>
                  <a:cubicBezTo>
                    <a:pt x="67" y="792"/>
                    <a:pt x="155" y="945"/>
                    <a:pt x="250" y="1011"/>
                  </a:cubicBezTo>
                  <a:lnTo>
                    <a:pt x="338" y="1011"/>
                  </a:lnTo>
                  <a:cubicBezTo>
                    <a:pt x="433" y="1011"/>
                    <a:pt x="521" y="945"/>
                    <a:pt x="587" y="828"/>
                  </a:cubicBezTo>
                  <a:cubicBezTo>
                    <a:pt x="799" y="279"/>
                    <a:pt x="338" y="1"/>
                    <a:pt x="3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8" name="Google Shape;1498;p50">
              <a:extLst>
                <a:ext uri="{FF2B5EF4-FFF2-40B4-BE49-F238E27FC236}">
                  <a16:creationId xmlns:a16="http://schemas.microsoft.com/office/drawing/2014/main" id="{A2C01D98-2FCA-82DB-4361-6DC9424C640E}"/>
                </a:ext>
              </a:extLst>
            </p:cNvPr>
            <p:cNvSpPr/>
            <p:nvPr/>
          </p:nvSpPr>
          <p:spPr>
            <a:xfrm>
              <a:off x="2720639" y="2736403"/>
              <a:ext cx="25811" cy="33845"/>
            </a:xfrm>
            <a:custGeom>
              <a:avLst/>
              <a:gdLst/>
              <a:ahLst/>
              <a:cxnLst/>
              <a:rect l="l" t="t" r="r" b="b"/>
              <a:pathLst>
                <a:path w="514" h="674" extrusionOk="0">
                  <a:moveTo>
                    <a:pt x="425" y="0"/>
                  </a:moveTo>
                  <a:cubicBezTo>
                    <a:pt x="396" y="0"/>
                    <a:pt x="367" y="66"/>
                    <a:pt x="367" y="95"/>
                  </a:cubicBezTo>
                  <a:cubicBezTo>
                    <a:pt x="396" y="278"/>
                    <a:pt x="330" y="432"/>
                    <a:pt x="272" y="520"/>
                  </a:cubicBezTo>
                  <a:cubicBezTo>
                    <a:pt x="242" y="520"/>
                    <a:pt x="213" y="549"/>
                    <a:pt x="213" y="549"/>
                  </a:cubicBezTo>
                  <a:cubicBezTo>
                    <a:pt x="147" y="549"/>
                    <a:pt x="147" y="461"/>
                    <a:pt x="147" y="461"/>
                  </a:cubicBezTo>
                  <a:cubicBezTo>
                    <a:pt x="147" y="432"/>
                    <a:pt x="118" y="396"/>
                    <a:pt x="59" y="396"/>
                  </a:cubicBezTo>
                  <a:cubicBezTo>
                    <a:pt x="30" y="396"/>
                    <a:pt x="1" y="432"/>
                    <a:pt x="1" y="461"/>
                  </a:cubicBezTo>
                  <a:cubicBezTo>
                    <a:pt x="1" y="520"/>
                    <a:pt x="59" y="674"/>
                    <a:pt x="213" y="674"/>
                  </a:cubicBezTo>
                  <a:cubicBezTo>
                    <a:pt x="272" y="674"/>
                    <a:pt x="301" y="645"/>
                    <a:pt x="367" y="615"/>
                  </a:cubicBezTo>
                  <a:cubicBezTo>
                    <a:pt x="484" y="491"/>
                    <a:pt x="513" y="278"/>
                    <a:pt x="513" y="66"/>
                  </a:cubicBezTo>
                  <a:cubicBezTo>
                    <a:pt x="484" y="29"/>
                    <a:pt x="455" y="0"/>
                    <a:pt x="4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9" name="Google Shape;1499;p50">
              <a:extLst>
                <a:ext uri="{FF2B5EF4-FFF2-40B4-BE49-F238E27FC236}">
                  <a16:creationId xmlns:a16="http://schemas.microsoft.com/office/drawing/2014/main" id="{FCEE096C-390D-F647-8D77-050BAA444B3B}"/>
                </a:ext>
              </a:extLst>
            </p:cNvPr>
            <p:cNvSpPr/>
            <p:nvPr/>
          </p:nvSpPr>
          <p:spPr>
            <a:xfrm>
              <a:off x="1507264" y="3415148"/>
              <a:ext cx="309274" cy="314296"/>
            </a:xfrm>
            <a:custGeom>
              <a:avLst/>
              <a:gdLst/>
              <a:ahLst/>
              <a:cxnLst/>
              <a:rect l="l" t="t" r="r" b="b"/>
              <a:pathLst>
                <a:path w="6159" h="6259" extrusionOk="0">
                  <a:moveTo>
                    <a:pt x="2044" y="0"/>
                  </a:moveTo>
                  <a:lnTo>
                    <a:pt x="1553" y="396"/>
                  </a:lnTo>
                  <a:cubicBezTo>
                    <a:pt x="242" y="1435"/>
                    <a:pt x="1" y="3354"/>
                    <a:pt x="1033" y="4672"/>
                  </a:cubicBezTo>
                  <a:lnTo>
                    <a:pt x="1370" y="5097"/>
                  </a:lnTo>
                  <a:cubicBezTo>
                    <a:pt x="1974" y="5858"/>
                    <a:pt x="2874" y="6258"/>
                    <a:pt x="3779" y="6258"/>
                  </a:cubicBezTo>
                  <a:cubicBezTo>
                    <a:pt x="4433" y="6258"/>
                    <a:pt x="5089" y="6049"/>
                    <a:pt x="5639" y="5617"/>
                  </a:cubicBezTo>
                  <a:lnTo>
                    <a:pt x="6159" y="5221"/>
                  </a:lnTo>
                  <a:lnTo>
                    <a:pt x="20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0" name="Google Shape;1500;p50">
              <a:extLst>
                <a:ext uri="{FF2B5EF4-FFF2-40B4-BE49-F238E27FC236}">
                  <a16:creationId xmlns:a16="http://schemas.microsoft.com/office/drawing/2014/main" id="{783B9E21-62CD-53D9-44FB-64BDD46DE998}"/>
                </a:ext>
              </a:extLst>
            </p:cNvPr>
            <p:cNvSpPr/>
            <p:nvPr/>
          </p:nvSpPr>
          <p:spPr>
            <a:xfrm>
              <a:off x="1503950" y="3412587"/>
              <a:ext cx="315903" cy="319920"/>
            </a:xfrm>
            <a:custGeom>
              <a:avLst/>
              <a:gdLst/>
              <a:ahLst/>
              <a:cxnLst/>
              <a:rect l="l" t="t" r="r" b="b"/>
              <a:pathLst>
                <a:path w="6291" h="6371" extrusionOk="0">
                  <a:moveTo>
                    <a:pt x="2110" y="146"/>
                  </a:moveTo>
                  <a:lnTo>
                    <a:pt x="6137" y="5272"/>
                  </a:lnTo>
                  <a:lnTo>
                    <a:pt x="5676" y="5602"/>
                  </a:lnTo>
                  <a:cubicBezTo>
                    <a:pt x="5134" y="6041"/>
                    <a:pt x="4484" y="6252"/>
                    <a:pt x="3838" y="6252"/>
                  </a:cubicBezTo>
                  <a:cubicBezTo>
                    <a:pt x="2955" y="6252"/>
                    <a:pt x="2078" y="5858"/>
                    <a:pt x="1495" y="5118"/>
                  </a:cubicBezTo>
                  <a:lnTo>
                    <a:pt x="1165" y="4686"/>
                  </a:lnTo>
                  <a:cubicBezTo>
                    <a:pt x="125" y="3376"/>
                    <a:pt x="367" y="1516"/>
                    <a:pt x="1648" y="476"/>
                  </a:cubicBezTo>
                  <a:lnTo>
                    <a:pt x="2110" y="146"/>
                  </a:lnTo>
                  <a:close/>
                  <a:moveTo>
                    <a:pt x="2124" y="0"/>
                  </a:moveTo>
                  <a:cubicBezTo>
                    <a:pt x="2110" y="0"/>
                    <a:pt x="2095" y="7"/>
                    <a:pt x="2080" y="22"/>
                  </a:cubicBezTo>
                  <a:lnTo>
                    <a:pt x="1590" y="388"/>
                  </a:lnTo>
                  <a:cubicBezTo>
                    <a:pt x="250" y="1457"/>
                    <a:pt x="1" y="3405"/>
                    <a:pt x="1070" y="4752"/>
                  </a:cubicBezTo>
                  <a:lnTo>
                    <a:pt x="1407" y="5177"/>
                  </a:lnTo>
                  <a:cubicBezTo>
                    <a:pt x="2014" y="5968"/>
                    <a:pt x="2930" y="6370"/>
                    <a:pt x="3845" y="6370"/>
                  </a:cubicBezTo>
                  <a:cubicBezTo>
                    <a:pt x="4519" y="6370"/>
                    <a:pt x="5192" y="6151"/>
                    <a:pt x="5771" y="5726"/>
                  </a:cubicBezTo>
                  <a:lnTo>
                    <a:pt x="6254" y="5331"/>
                  </a:lnTo>
                  <a:cubicBezTo>
                    <a:pt x="6291" y="5301"/>
                    <a:pt x="6291" y="5272"/>
                    <a:pt x="6254" y="5236"/>
                  </a:cubicBezTo>
                  <a:lnTo>
                    <a:pt x="2168" y="22"/>
                  </a:lnTo>
                  <a:cubicBezTo>
                    <a:pt x="2154" y="7"/>
                    <a:pt x="2139" y="0"/>
                    <a:pt x="212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1" name="Google Shape;1501;p50">
              <a:extLst>
                <a:ext uri="{FF2B5EF4-FFF2-40B4-BE49-F238E27FC236}">
                  <a16:creationId xmlns:a16="http://schemas.microsoft.com/office/drawing/2014/main" id="{9BCFFF48-E5D1-8526-C473-D60E58CD30C1}"/>
                </a:ext>
              </a:extLst>
            </p:cNvPr>
            <p:cNvSpPr/>
            <p:nvPr/>
          </p:nvSpPr>
          <p:spPr>
            <a:xfrm>
              <a:off x="1675682" y="2543330"/>
              <a:ext cx="1213445" cy="1083288"/>
            </a:xfrm>
            <a:custGeom>
              <a:avLst/>
              <a:gdLst/>
              <a:ahLst/>
              <a:cxnLst/>
              <a:rect l="l" t="t" r="r" b="b"/>
              <a:pathLst>
                <a:path w="24165" h="21573" extrusionOk="0">
                  <a:moveTo>
                    <a:pt x="19895" y="1"/>
                  </a:moveTo>
                  <a:lnTo>
                    <a:pt x="0" y="16359"/>
                  </a:lnTo>
                  <a:lnTo>
                    <a:pt x="4086" y="21573"/>
                  </a:lnTo>
                  <a:lnTo>
                    <a:pt x="24040" y="5156"/>
                  </a:lnTo>
                  <a:cubicBezTo>
                    <a:pt x="24106" y="5127"/>
                    <a:pt x="24135" y="5097"/>
                    <a:pt x="24164" y="5068"/>
                  </a:cubicBezTo>
                  <a:lnTo>
                    <a:pt x="23886" y="5068"/>
                  </a:lnTo>
                  <a:lnTo>
                    <a:pt x="22575" y="4760"/>
                  </a:lnTo>
                  <a:cubicBezTo>
                    <a:pt x="22209" y="4673"/>
                    <a:pt x="21968" y="4336"/>
                    <a:pt x="22026" y="3940"/>
                  </a:cubicBezTo>
                  <a:lnTo>
                    <a:pt x="22209" y="2901"/>
                  </a:lnTo>
                  <a:cubicBezTo>
                    <a:pt x="22275" y="2505"/>
                    <a:pt x="21968" y="2139"/>
                    <a:pt x="21572" y="2080"/>
                  </a:cubicBezTo>
                  <a:lnTo>
                    <a:pt x="20474" y="1985"/>
                  </a:lnTo>
                  <a:cubicBezTo>
                    <a:pt x="20108" y="1956"/>
                    <a:pt x="19829" y="1619"/>
                    <a:pt x="19829" y="1253"/>
                  </a:cubicBezTo>
                  <a:lnTo>
                    <a:pt x="19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2" name="Google Shape;1502;p50">
              <a:extLst>
                <a:ext uri="{FF2B5EF4-FFF2-40B4-BE49-F238E27FC236}">
                  <a16:creationId xmlns:a16="http://schemas.microsoft.com/office/drawing/2014/main" id="{687345E0-034F-67A0-0D09-5A1FA40C8D5E}"/>
                </a:ext>
              </a:extLst>
            </p:cNvPr>
            <p:cNvSpPr/>
            <p:nvPr/>
          </p:nvSpPr>
          <p:spPr>
            <a:xfrm>
              <a:off x="1670912" y="2535647"/>
              <a:ext cx="1225949" cy="1095742"/>
            </a:xfrm>
            <a:custGeom>
              <a:avLst/>
              <a:gdLst/>
              <a:ahLst/>
              <a:cxnLst/>
              <a:rect l="l" t="t" r="r" b="b"/>
              <a:pathLst>
                <a:path w="24414" h="21821" extrusionOk="0">
                  <a:moveTo>
                    <a:pt x="19924" y="278"/>
                  </a:moveTo>
                  <a:lnTo>
                    <a:pt x="19866" y="1406"/>
                  </a:lnTo>
                  <a:cubicBezTo>
                    <a:pt x="19866" y="1801"/>
                    <a:pt x="20173" y="2168"/>
                    <a:pt x="20569" y="2197"/>
                  </a:cubicBezTo>
                  <a:lnTo>
                    <a:pt x="21667" y="2292"/>
                  </a:lnTo>
                  <a:cubicBezTo>
                    <a:pt x="21850" y="2321"/>
                    <a:pt x="22004" y="2417"/>
                    <a:pt x="22121" y="2563"/>
                  </a:cubicBezTo>
                  <a:cubicBezTo>
                    <a:pt x="22216" y="2687"/>
                    <a:pt x="22275" y="2871"/>
                    <a:pt x="22246" y="3054"/>
                  </a:cubicBezTo>
                  <a:lnTo>
                    <a:pt x="22063" y="4093"/>
                  </a:lnTo>
                  <a:cubicBezTo>
                    <a:pt x="22004" y="4489"/>
                    <a:pt x="22275" y="4884"/>
                    <a:pt x="22670" y="4979"/>
                  </a:cubicBezTo>
                  <a:lnTo>
                    <a:pt x="23981" y="5250"/>
                  </a:lnTo>
                  <a:cubicBezTo>
                    <a:pt x="24018" y="5280"/>
                    <a:pt x="24047" y="5280"/>
                    <a:pt x="24076" y="5280"/>
                  </a:cubicBezTo>
                  <a:lnTo>
                    <a:pt x="4181" y="21638"/>
                  </a:lnTo>
                  <a:lnTo>
                    <a:pt x="154" y="16512"/>
                  </a:lnTo>
                  <a:lnTo>
                    <a:pt x="19924" y="278"/>
                  </a:lnTo>
                  <a:close/>
                  <a:moveTo>
                    <a:pt x="20049" y="0"/>
                  </a:moveTo>
                  <a:lnTo>
                    <a:pt x="37" y="16446"/>
                  </a:lnTo>
                  <a:lnTo>
                    <a:pt x="0" y="16512"/>
                  </a:lnTo>
                  <a:lnTo>
                    <a:pt x="4181" y="21821"/>
                  </a:lnTo>
                  <a:lnTo>
                    <a:pt x="24201" y="5345"/>
                  </a:lnTo>
                  <a:cubicBezTo>
                    <a:pt x="24230" y="5345"/>
                    <a:pt x="24259" y="5280"/>
                    <a:pt x="24289" y="5250"/>
                  </a:cubicBezTo>
                  <a:lnTo>
                    <a:pt x="24413" y="5162"/>
                  </a:lnTo>
                  <a:lnTo>
                    <a:pt x="23981" y="5162"/>
                  </a:lnTo>
                  <a:lnTo>
                    <a:pt x="22700" y="4855"/>
                  </a:lnTo>
                  <a:cubicBezTo>
                    <a:pt x="22370" y="4796"/>
                    <a:pt x="22121" y="4459"/>
                    <a:pt x="22187" y="4123"/>
                  </a:cubicBezTo>
                  <a:lnTo>
                    <a:pt x="22370" y="3083"/>
                  </a:lnTo>
                  <a:cubicBezTo>
                    <a:pt x="22399" y="2871"/>
                    <a:pt x="22334" y="2658"/>
                    <a:pt x="22216" y="2475"/>
                  </a:cubicBezTo>
                  <a:cubicBezTo>
                    <a:pt x="22092" y="2321"/>
                    <a:pt x="21880" y="2197"/>
                    <a:pt x="21667" y="2168"/>
                  </a:cubicBezTo>
                  <a:lnTo>
                    <a:pt x="20569" y="2080"/>
                  </a:lnTo>
                  <a:cubicBezTo>
                    <a:pt x="20232" y="2050"/>
                    <a:pt x="19990" y="1743"/>
                    <a:pt x="19990" y="1406"/>
                  </a:cubicBezTo>
                  <a:lnTo>
                    <a:pt x="200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3" name="Google Shape;1503;p50">
              <a:extLst>
                <a:ext uri="{FF2B5EF4-FFF2-40B4-BE49-F238E27FC236}">
                  <a16:creationId xmlns:a16="http://schemas.microsoft.com/office/drawing/2014/main" id="{A225AE78-EAF0-5C92-05A0-848144BB7B98}"/>
                </a:ext>
              </a:extLst>
            </p:cNvPr>
            <p:cNvSpPr/>
            <p:nvPr/>
          </p:nvSpPr>
          <p:spPr>
            <a:xfrm>
              <a:off x="1641838" y="3364783"/>
              <a:ext cx="239074" cy="287933"/>
            </a:xfrm>
            <a:custGeom>
              <a:avLst/>
              <a:gdLst/>
              <a:ahLst/>
              <a:cxnLst/>
              <a:rect l="l" t="t" r="r" b="b"/>
              <a:pathLst>
                <a:path w="4761" h="5734" extrusionOk="0">
                  <a:moveTo>
                    <a:pt x="674" y="0"/>
                  </a:moveTo>
                  <a:lnTo>
                    <a:pt x="1" y="513"/>
                  </a:lnTo>
                  <a:lnTo>
                    <a:pt x="4123" y="5734"/>
                  </a:lnTo>
                  <a:lnTo>
                    <a:pt x="4760" y="5214"/>
                  </a:lnTo>
                  <a:lnTo>
                    <a:pt x="6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4" name="Google Shape;1504;p50">
              <a:extLst>
                <a:ext uri="{FF2B5EF4-FFF2-40B4-BE49-F238E27FC236}">
                  <a16:creationId xmlns:a16="http://schemas.microsoft.com/office/drawing/2014/main" id="{3B8E19FF-5B19-D9AB-CBEE-39FA05962810}"/>
                </a:ext>
              </a:extLst>
            </p:cNvPr>
            <p:cNvSpPr/>
            <p:nvPr/>
          </p:nvSpPr>
          <p:spPr>
            <a:xfrm>
              <a:off x="1638926" y="3361469"/>
              <a:ext cx="245300" cy="294210"/>
            </a:xfrm>
            <a:custGeom>
              <a:avLst/>
              <a:gdLst/>
              <a:ahLst/>
              <a:cxnLst/>
              <a:rect l="l" t="t" r="r" b="b"/>
              <a:pathLst>
                <a:path w="4885" h="5859" extrusionOk="0">
                  <a:moveTo>
                    <a:pt x="703" y="154"/>
                  </a:moveTo>
                  <a:lnTo>
                    <a:pt x="4730" y="5280"/>
                  </a:lnTo>
                  <a:lnTo>
                    <a:pt x="4181" y="5704"/>
                  </a:lnTo>
                  <a:lnTo>
                    <a:pt x="154" y="579"/>
                  </a:lnTo>
                  <a:lnTo>
                    <a:pt x="703" y="154"/>
                  </a:lnTo>
                  <a:close/>
                  <a:moveTo>
                    <a:pt x="674" y="0"/>
                  </a:moveTo>
                  <a:lnTo>
                    <a:pt x="29" y="520"/>
                  </a:lnTo>
                  <a:cubicBezTo>
                    <a:pt x="0" y="549"/>
                    <a:pt x="0" y="579"/>
                    <a:pt x="29" y="615"/>
                  </a:cubicBezTo>
                  <a:lnTo>
                    <a:pt x="4115" y="5829"/>
                  </a:lnTo>
                  <a:lnTo>
                    <a:pt x="4152" y="5858"/>
                  </a:lnTo>
                  <a:lnTo>
                    <a:pt x="4181" y="5858"/>
                  </a:lnTo>
                  <a:cubicBezTo>
                    <a:pt x="4181" y="5858"/>
                    <a:pt x="4211" y="5858"/>
                    <a:pt x="4211" y="5829"/>
                  </a:cubicBezTo>
                  <a:lnTo>
                    <a:pt x="4848" y="5338"/>
                  </a:lnTo>
                  <a:cubicBezTo>
                    <a:pt x="4884" y="5309"/>
                    <a:pt x="4884" y="5280"/>
                    <a:pt x="4848" y="5250"/>
                  </a:cubicBezTo>
                  <a:lnTo>
                    <a:pt x="762" y="30"/>
                  </a:lnTo>
                  <a:cubicBezTo>
                    <a:pt x="762" y="0"/>
                    <a:pt x="732" y="0"/>
                    <a:pt x="73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5" name="Google Shape;1505;p50">
              <a:extLst>
                <a:ext uri="{FF2B5EF4-FFF2-40B4-BE49-F238E27FC236}">
                  <a16:creationId xmlns:a16="http://schemas.microsoft.com/office/drawing/2014/main" id="{1DC1DCE5-A5AF-421A-06EA-9D922283E353}"/>
                </a:ext>
              </a:extLst>
            </p:cNvPr>
            <p:cNvSpPr/>
            <p:nvPr/>
          </p:nvSpPr>
          <p:spPr>
            <a:xfrm>
              <a:off x="1609852" y="3390493"/>
              <a:ext cx="239074" cy="286878"/>
            </a:xfrm>
            <a:custGeom>
              <a:avLst/>
              <a:gdLst/>
              <a:ahLst/>
              <a:cxnLst/>
              <a:rect l="l" t="t" r="r" b="b"/>
              <a:pathLst>
                <a:path w="4761" h="5713" extrusionOk="0">
                  <a:moveTo>
                    <a:pt x="638" y="1"/>
                  </a:moveTo>
                  <a:lnTo>
                    <a:pt x="1" y="491"/>
                  </a:lnTo>
                  <a:lnTo>
                    <a:pt x="4116" y="5712"/>
                  </a:lnTo>
                  <a:lnTo>
                    <a:pt x="4760" y="5222"/>
                  </a:lnTo>
                  <a:lnTo>
                    <a:pt x="6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6" name="Google Shape;1506;p50">
              <a:extLst>
                <a:ext uri="{FF2B5EF4-FFF2-40B4-BE49-F238E27FC236}">
                  <a16:creationId xmlns:a16="http://schemas.microsoft.com/office/drawing/2014/main" id="{4358D29C-CAF3-249D-C483-356196A775B0}"/>
                </a:ext>
              </a:extLst>
            </p:cNvPr>
            <p:cNvSpPr/>
            <p:nvPr/>
          </p:nvSpPr>
          <p:spPr>
            <a:xfrm>
              <a:off x="1606538" y="3387580"/>
              <a:ext cx="245300" cy="292703"/>
            </a:xfrm>
            <a:custGeom>
              <a:avLst/>
              <a:gdLst/>
              <a:ahLst/>
              <a:cxnLst/>
              <a:rect l="l" t="t" r="r" b="b"/>
              <a:pathLst>
                <a:path w="4885" h="5829" extrusionOk="0">
                  <a:moveTo>
                    <a:pt x="704" y="125"/>
                  </a:moveTo>
                  <a:lnTo>
                    <a:pt x="4731" y="5250"/>
                  </a:lnTo>
                  <a:lnTo>
                    <a:pt x="4182" y="5704"/>
                  </a:lnTo>
                  <a:lnTo>
                    <a:pt x="155" y="579"/>
                  </a:lnTo>
                  <a:lnTo>
                    <a:pt x="704" y="125"/>
                  </a:lnTo>
                  <a:close/>
                  <a:moveTo>
                    <a:pt x="674" y="0"/>
                  </a:moveTo>
                  <a:lnTo>
                    <a:pt x="37" y="520"/>
                  </a:lnTo>
                  <a:cubicBezTo>
                    <a:pt x="1" y="520"/>
                    <a:pt x="1" y="579"/>
                    <a:pt x="37" y="579"/>
                  </a:cubicBezTo>
                  <a:lnTo>
                    <a:pt x="4123" y="5829"/>
                  </a:lnTo>
                  <a:lnTo>
                    <a:pt x="4211" y="5829"/>
                  </a:lnTo>
                  <a:lnTo>
                    <a:pt x="4856" y="5309"/>
                  </a:lnTo>
                  <a:lnTo>
                    <a:pt x="4885" y="5280"/>
                  </a:lnTo>
                  <a:cubicBezTo>
                    <a:pt x="4885" y="5250"/>
                    <a:pt x="4885" y="5250"/>
                    <a:pt x="4856" y="5221"/>
                  </a:cubicBezTo>
                  <a:lnTo>
                    <a:pt x="770"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7" name="Google Shape;1507;p50">
              <a:extLst>
                <a:ext uri="{FF2B5EF4-FFF2-40B4-BE49-F238E27FC236}">
                  <a16:creationId xmlns:a16="http://schemas.microsoft.com/office/drawing/2014/main" id="{9B479E4A-584A-085D-3E8D-60B172A94593}"/>
                </a:ext>
              </a:extLst>
            </p:cNvPr>
            <p:cNvSpPr/>
            <p:nvPr/>
          </p:nvSpPr>
          <p:spPr>
            <a:xfrm>
              <a:off x="2671379" y="2512850"/>
              <a:ext cx="283564" cy="285020"/>
            </a:xfrm>
            <a:custGeom>
              <a:avLst/>
              <a:gdLst/>
              <a:ahLst/>
              <a:cxnLst/>
              <a:rect l="l" t="t" r="r" b="b"/>
              <a:pathLst>
                <a:path w="5647" h="5676" extrusionOk="0">
                  <a:moveTo>
                    <a:pt x="3874" y="0"/>
                  </a:moveTo>
                  <a:lnTo>
                    <a:pt x="616" y="366"/>
                  </a:lnTo>
                  <a:cubicBezTo>
                    <a:pt x="433" y="366"/>
                    <a:pt x="279" y="425"/>
                    <a:pt x="125" y="549"/>
                  </a:cubicBezTo>
                  <a:lnTo>
                    <a:pt x="66" y="608"/>
                  </a:lnTo>
                  <a:lnTo>
                    <a:pt x="0" y="1860"/>
                  </a:lnTo>
                  <a:cubicBezTo>
                    <a:pt x="0" y="2226"/>
                    <a:pt x="279" y="2563"/>
                    <a:pt x="645" y="2592"/>
                  </a:cubicBezTo>
                  <a:lnTo>
                    <a:pt x="1743" y="2687"/>
                  </a:lnTo>
                  <a:cubicBezTo>
                    <a:pt x="2139" y="2746"/>
                    <a:pt x="2446" y="3112"/>
                    <a:pt x="2380" y="3508"/>
                  </a:cubicBezTo>
                  <a:lnTo>
                    <a:pt x="2197" y="4547"/>
                  </a:lnTo>
                  <a:cubicBezTo>
                    <a:pt x="2139" y="4943"/>
                    <a:pt x="2380" y="5280"/>
                    <a:pt x="2746" y="5367"/>
                  </a:cubicBezTo>
                  <a:lnTo>
                    <a:pt x="4057" y="5675"/>
                  </a:lnTo>
                  <a:lnTo>
                    <a:pt x="4335" y="5675"/>
                  </a:lnTo>
                  <a:cubicBezTo>
                    <a:pt x="4423" y="5580"/>
                    <a:pt x="4489" y="5463"/>
                    <a:pt x="4518" y="5338"/>
                  </a:cubicBezTo>
                  <a:lnTo>
                    <a:pt x="5646" y="2226"/>
                  </a:lnTo>
                  <a:cubicBezTo>
                    <a:pt x="5251" y="2014"/>
                    <a:pt x="4885" y="1677"/>
                    <a:pt x="4548" y="1282"/>
                  </a:cubicBezTo>
                  <a:cubicBezTo>
                    <a:pt x="4211" y="857"/>
                    <a:pt x="3999" y="425"/>
                    <a:pt x="38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8" name="Google Shape;1508;p50">
              <a:extLst>
                <a:ext uri="{FF2B5EF4-FFF2-40B4-BE49-F238E27FC236}">
                  <a16:creationId xmlns:a16="http://schemas.microsoft.com/office/drawing/2014/main" id="{40DA16D2-F0C2-6658-54E7-19B28F101338}"/>
                </a:ext>
              </a:extLst>
            </p:cNvPr>
            <p:cNvSpPr/>
            <p:nvPr/>
          </p:nvSpPr>
          <p:spPr>
            <a:xfrm>
              <a:off x="2668416" y="2509887"/>
              <a:ext cx="289439" cy="290895"/>
            </a:xfrm>
            <a:custGeom>
              <a:avLst/>
              <a:gdLst/>
              <a:ahLst/>
              <a:cxnLst/>
              <a:rect l="l" t="t" r="r" b="b"/>
              <a:pathLst>
                <a:path w="5764" h="5793" extrusionOk="0">
                  <a:moveTo>
                    <a:pt x="3904" y="118"/>
                  </a:moveTo>
                  <a:cubicBezTo>
                    <a:pt x="4028" y="550"/>
                    <a:pt x="4270" y="974"/>
                    <a:pt x="4548" y="1370"/>
                  </a:cubicBezTo>
                  <a:cubicBezTo>
                    <a:pt x="4848" y="1765"/>
                    <a:pt x="5251" y="2073"/>
                    <a:pt x="5646" y="2314"/>
                  </a:cubicBezTo>
                  <a:lnTo>
                    <a:pt x="4519" y="5397"/>
                  </a:lnTo>
                  <a:cubicBezTo>
                    <a:pt x="4482" y="5492"/>
                    <a:pt x="4424" y="5580"/>
                    <a:pt x="4365" y="5675"/>
                  </a:cubicBezTo>
                  <a:lnTo>
                    <a:pt x="4116" y="5675"/>
                  </a:lnTo>
                  <a:lnTo>
                    <a:pt x="2835" y="5368"/>
                  </a:lnTo>
                  <a:cubicBezTo>
                    <a:pt x="2505" y="5309"/>
                    <a:pt x="2256" y="4972"/>
                    <a:pt x="2322" y="4636"/>
                  </a:cubicBezTo>
                  <a:lnTo>
                    <a:pt x="2505" y="3596"/>
                  </a:lnTo>
                  <a:cubicBezTo>
                    <a:pt x="2534" y="3384"/>
                    <a:pt x="2469" y="3171"/>
                    <a:pt x="2351" y="2988"/>
                  </a:cubicBezTo>
                  <a:cubicBezTo>
                    <a:pt x="2227" y="2834"/>
                    <a:pt x="2015" y="2710"/>
                    <a:pt x="1802" y="2681"/>
                  </a:cubicBezTo>
                  <a:lnTo>
                    <a:pt x="704" y="2593"/>
                  </a:lnTo>
                  <a:cubicBezTo>
                    <a:pt x="367" y="2563"/>
                    <a:pt x="125" y="2256"/>
                    <a:pt x="125" y="1919"/>
                  </a:cubicBezTo>
                  <a:lnTo>
                    <a:pt x="184" y="696"/>
                  </a:lnTo>
                  <a:lnTo>
                    <a:pt x="213" y="638"/>
                  </a:lnTo>
                  <a:cubicBezTo>
                    <a:pt x="367" y="550"/>
                    <a:pt x="521" y="484"/>
                    <a:pt x="675" y="455"/>
                  </a:cubicBezTo>
                  <a:lnTo>
                    <a:pt x="3904" y="118"/>
                  </a:lnTo>
                  <a:close/>
                  <a:moveTo>
                    <a:pt x="3933" y="1"/>
                  </a:moveTo>
                  <a:lnTo>
                    <a:pt x="638" y="367"/>
                  </a:lnTo>
                  <a:cubicBezTo>
                    <a:pt x="455" y="367"/>
                    <a:pt x="308" y="425"/>
                    <a:pt x="155" y="550"/>
                  </a:cubicBezTo>
                  <a:lnTo>
                    <a:pt x="89" y="608"/>
                  </a:lnTo>
                  <a:cubicBezTo>
                    <a:pt x="59" y="608"/>
                    <a:pt x="59" y="638"/>
                    <a:pt x="59" y="667"/>
                  </a:cubicBezTo>
                  <a:lnTo>
                    <a:pt x="1" y="1919"/>
                  </a:lnTo>
                  <a:cubicBezTo>
                    <a:pt x="1" y="2314"/>
                    <a:pt x="308" y="2681"/>
                    <a:pt x="704" y="2710"/>
                  </a:cubicBezTo>
                  <a:lnTo>
                    <a:pt x="1802" y="2805"/>
                  </a:lnTo>
                  <a:cubicBezTo>
                    <a:pt x="1985" y="2834"/>
                    <a:pt x="2139" y="2930"/>
                    <a:pt x="2256" y="3076"/>
                  </a:cubicBezTo>
                  <a:cubicBezTo>
                    <a:pt x="2351" y="3200"/>
                    <a:pt x="2410" y="3384"/>
                    <a:pt x="2381" y="3567"/>
                  </a:cubicBezTo>
                  <a:lnTo>
                    <a:pt x="2198" y="4606"/>
                  </a:lnTo>
                  <a:cubicBezTo>
                    <a:pt x="2139" y="5002"/>
                    <a:pt x="2410" y="5397"/>
                    <a:pt x="2805" y="5492"/>
                  </a:cubicBezTo>
                  <a:lnTo>
                    <a:pt x="4116" y="5763"/>
                  </a:lnTo>
                  <a:cubicBezTo>
                    <a:pt x="4153" y="5793"/>
                    <a:pt x="4211" y="5793"/>
                    <a:pt x="4270" y="5793"/>
                  </a:cubicBezTo>
                  <a:lnTo>
                    <a:pt x="4394" y="5793"/>
                  </a:lnTo>
                  <a:cubicBezTo>
                    <a:pt x="4394" y="5793"/>
                    <a:pt x="4424" y="5793"/>
                    <a:pt x="4424" y="5763"/>
                  </a:cubicBezTo>
                  <a:cubicBezTo>
                    <a:pt x="4519" y="5675"/>
                    <a:pt x="4607" y="5551"/>
                    <a:pt x="4636" y="5426"/>
                  </a:cubicBezTo>
                  <a:lnTo>
                    <a:pt x="5764" y="2314"/>
                  </a:lnTo>
                  <a:cubicBezTo>
                    <a:pt x="5764" y="2285"/>
                    <a:pt x="5764" y="2256"/>
                    <a:pt x="5734" y="2227"/>
                  </a:cubicBezTo>
                  <a:cubicBezTo>
                    <a:pt x="5339" y="2014"/>
                    <a:pt x="4973" y="1677"/>
                    <a:pt x="4636" y="1282"/>
                  </a:cubicBezTo>
                  <a:cubicBezTo>
                    <a:pt x="4365" y="916"/>
                    <a:pt x="4116" y="484"/>
                    <a:pt x="3999" y="59"/>
                  </a:cubicBezTo>
                  <a:cubicBezTo>
                    <a:pt x="3999" y="30"/>
                    <a:pt x="3970" y="1"/>
                    <a:pt x="393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9" name="Google Shape;1509;p50">
              <a:extLst>
                <a:ext uri="{FF2B5EF4-FFF2-40B4-BE49-F238E27FC236}">
                  <a16:creationId xmlns:a16="http://schemas.microsoft.com/office/drawing/2014/main" id="{9607B67C-6D17-AF3C-4E12-2CA99C45FDC9}"/>
                </a:ext>
              </a:extLst>
            </p:cNvPr>
            <p:cNvSpPr/>
            <p:nvPr/>
          </p:nvSpPr>
          <p:spPr>
            <a:xfrm>
              <a:off x="2865909" y="2506372"/>
              <a:ext cx="120817" cy="118307"/>
            </a:xfrm>
            <a:custGeom>
              <a:avLst/>
              <a:gdLst/>
              <a:ahLst/>
              <a:cxnLst/>
              <a:rect l="l" t="t" r="r" b="b"/>
              <a:pathLst>
                <a:path w="2406" h="2356" extrusionOk="0">
                  <a:moveTo>
                    <a:pt x="1309" y="1"/>
                  </a:moveTo>
                  <a:cubicBezTo>
                    <a:pt x="1281" y="1"/>
                    <a:pt x="1252" y="2"/>
                    <a:pt x="1223" y="5"/>
                  </a:cubicBezTo>
                  <a:lnTo>
                    <a:pt x="0" y="129"/>
                  </a:lnTo>
                  <a:cubicBezTo>
                    <a:pt x="125" y="554"/>
                    <a:pt x="337" y="986"/>
                    <a:pt x="674" y="1411"/>
                  </a:cubicBezTo>
                  <a:cubicBezTo>
                    <a:pt x="1011" y="1806"/>
                    <a:pt x="1377" y="2143"/>
                    <a:pt x="1772" y="2355"/>
                  </a:cubicBezTo>
                  <a:lnTo>
                    <a:pt x="2167" y="1228"/>
                  </a:lnTo>
                  <a:cubicBezTo>
                    <a:pt x="2406" y="611"/>
                    <a:pt x="1940" y="1"/>
                    <a:pt x="1309" y="1"/>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0" name="Google Shape;1510;p50">
              <a:extLst>
                <a:ext uri="{FF2B5EF4-FFF2-40B4-BE49-F238E27FC236}">
                  <a16:creationId xmlns:a16="http://schemas.microsoft.com/office/drawing/2014/main" id="{3C68A455-EA4A-DDC8-905B-022989721FF8}"/>
                </a:ext>
              </a:extLst>
            </p:cNvPr>
            <p:cNvSpPr/>
            <p:nvPr/>
          </p:nvSpPr>
          <p:spPr>
            <a:xfrm>
              <a:off x="2862946" y="2503410"/>
              <a:ext cx="121018" cy="126040"/>
            </a:xfrm>
            <a:custGeom>
              <a:avLst/>
              <a:gdLst/>
              <a:ahLst/>
              <a:cxnLst/>
              <a:rect l="l" t="t" r="r" b="b"/>
              <a:pathLst>
                <a:path w="2410" h="2510" extrusionOk="0">
                  <a:moveTo>
                    <a:pt x="1387" y="123"/>
                  </a:moveTo>
                  <a:cubicBezTo>
                    <a:pt x="1651" y="123"/>
                    <a:pt x="1881" y="245"/>
                    <a:pt x="2043" y="459"/>
                  </a:cubicBezTo>
                  <a:cubicBezTo>
                    <a:pt x="2226" y="679"/>
                    <a:pt x="2292" y="979"/>
                    <a:pt x="2168" y="1287"/>
                  </a:cubicBezTo>
                  <a:lnTo>
                    <a:pt x="1802" y="2326"/>
                  </a:lnTo>
                  <a:cubicBezTo>
                    <a:pt x="1436" y="2107"/>
                    <a:pt x="1070" y="1806"/>
                    <a:pt x="762" y="1411"/>
                  </a:cubicBezTo>
                  <a:cubicBezTo>
                    <a:pt x="491" y="1045"/>
                    <a:pt x="279" y="642"/>
                    <a:pt x="154" y="247"/>
                  </a:cubicBezTo>
                  <a:lnTo>
                    <a:pt x="1282" y="130"/>
                  </a:lnTo>
                  <a:cubicBezTo>
                    <a:pt x="1317" y="125"/>
                    <a:pt x="1352" y="123"/>
                    <a:pt x="1387" y="123"/>
                  </a:cubicBezTo>
                  <a:close/>
                  <a:moveTo>
                    <a:pt x="1353" y="1"/>
                  </a:moveTo>
                  <a:cubicBezTo>
                    <a:pt x="1320" y="1"/>
                    <a:pt x="1286" y="2"/>
                    <a:pt x="1253" y="5"/>
                  </a:cubicBezTo>
                  <a:lnTo>
                    <a:pt x="0" y="130"/>
                  </a:lnTo>
                  <a:lnTo>
                    <a:pt x="0" y="217"/>
                  </a:lnTo>
                  <a:cubicBezTo>
                    <a:pt x="154" y="642"/>
                    <a:pt x="367" y="1103"/>
                    <a:pt x="674" y="1499"/>
                  </a:cubicBezTo>
                  <a:cubicBezTo>
                    <a:pt x="1011" y="1894"/>
                    <a:pt x="1377" y="2231"/>
                    <a:pt x="1802" y="2473"/>
                  </a:cubicBezTo>
                  <a:lnTo>
                    <a:pt x="1860" y="2509"/>
                  </a:lnTo>
                  <a:lnTo>
                    <a:pt x="2292" y="1316"/>
                  </a:lnTo>
                  <a:cubicBezTo>
                    <a:pt x="2410" y="979"/>
                    <a:pt x="2351" y="642"/>
                    <a:pt x="2139" y="371"/>
                  </a:cubicBezTo>
                  <a:cubicBezTo>
                    <a:pt x="1947" y="121"/>
                    <a:pt x="1655" y="1"/>
                    <a:pt x="13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1" name="Google Shape;1511;p50">
              <a:extLst>
                <a:ext uri="{FF2B5EF4-FFF2-40B4-BE49-F238E27FC236}">
                  <a16:creationId xmlns:a16="http://schemas.microsoft.com/office/drawing/2014/main" id="{48B28FBB-13AC-54E5-C893-DA225BD7BEFF}"/>
                </a:ext>
              </a:extLst>
            </p:cNvPr>
            <p:cNvSpPr/>
            <p:nvPr/>
          </p:nvSpPr>
          <p:spPr>
            <a:xfrm>
              <a:off x="1718716" y="2627539"/>
              <a:ext cx="960462" cy="792443"/>
            </a:xfrm>
            <a:custGeom>
              <a:avLst/>
              <a:gdLst/>
              <a:ahLst/>
              <a:cxnLst/>
              <a:rect l="l" t="t" r="r" b="b"/>
              <a:pathLst>
                <a:path w="19127" h="15781" extrusionOk="0">
                  <a:moveTo>
                    <a:pt x="19126" y="1"/>
                  </a:moveTo>
                  <a:lnTo>
                    <a:pt x="0" y="1578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2" name="Google Shape;1512;p50">
              <a:extLst>
                <a:ext uri="{FF2B5EF4-FFF2-40B4-BE49-F238E27FC236}">
                  <a16:creationId xmlns:a16="http://schemas.microsoft.com/office/drawing/2014/main" id="{CEDAE561-3588-59C2-F5C8-F57ED92807A6}"/>
                </a:ext>
              </a:extLst>
            </p:cNvPr>
            <p:cNvSpPr/>
            <p:nvPr/>
          </p:nvSpPr>
          <p:spPr>
            <a:xfrm>
              <a:off x="1713895" y="2624978"/>
              <a:ext cx="968195" cy="797967"/>
            </a:xfrm>
            <a:custGeom>
              <a:avLst/>
              <a:gdLst/>
              <a:ahLst/>
              <a:cxnLst/>
              <a:rect l="l" t="t" r="r" b="b"/>
              <a:pathLst>
                <a:path w="19281" h="15891" extrusionOk="0">
                  <a:moveTo>
                    <a:pt x="19208" y="0"/>
                  </a:moveTo>
                  <a:cubicBezTo>
                    <a:pt x="19193" y="0"/>
                    <a:pt x="19178" y="8"/>
                    <a:pt x="19164" y="22"/>
                  </a:cubicBezTo>
                  <a:lnTo>
                    <a:pt x="30" y="15766"/>
                  </a:lnTo>
                  <a:cubicBezTo>
                    <a:pt x="1" y="15795"/>
                    <a:pt x="1" y="15831"/>
                    <a:pt x="30" y="15861"/>
                  </a:cubicBezTo>
                  <a:cubicBezTo>
                    <a:pt x="30" y="15861"/>
                    <a:pt x="59" y="15890"/>
                    <a:pt x="96" y="15890"/>
                  </a:cubicBezTo>
                  <a:lnTo>
                    <a:pt x="125" y="15861"/>
                  </a:lnTo>
                  <a:lnTo>
                    <a:pt x="19252" y="118"/>
                  </a:lnTo>
                  <a:cubicBezTo>
                    <a:pt x="19281" y="88"/>
                    <a:pt x="19281" y="52"/>
                    <a:pt x="19252" y="22"/>
                  </a:cubicBezTo>
                  <a:cubicBezTo>
                    <a:pt x="19237" y="8"/>
                    <a:pt x="19222" y="0"/>
                    <a:pt x="1920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3" name="Google Shape;1513;p50">
              <a:extLst>
                <a:ext uri="{FF2B5EF4-FFF2-40B4-BE49-F238E27FC236}">
                  <a16:creationId xmlns:a16="http://schemas.microsoft.com/office/drawing/2014/main" id="{BDD47701-0B7E-6F64-4D47-8FC0E8B8FB8E}"/>
                </a:ext>
              </a:extLst>
            </p:cNvPr>
            <p:cNvSpPr/>
            <p:nvPr/>
          </p:nvSpPr>
          <p:spPr>
            <a:xfrm>
              <a:off x="1830493" y="2771704"/>
              <a:ext cx="960462" cy="792041"/>
            </a:xfrm>
            <a:custGeom>
              <a:avLst/>
              <a:gdLst/>
              <a:ahLst/>
              <a:cxnLst/>
              <a:rect l="l" t="t" r="r" b="b"/>
              <a:pathLst>
                <a:path w="19127" h="15773" extrusionOk="0">
                  <a:moveTo>
                    <a:pt x="19126" y="0"/>
                  </a:moveTo>
                  <a:lnTo>
                    <a:pt x="0" y="1577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4" name="Google Shape;1514;p50">
              <a:extLst>
                <a:ext uri="{FF2B5EF4-FFF2-40B4-BE49-F238E27FC236}">
                  <a16:creationId xmlns:a16="http://schemas.microsoft.com/office/drawing/2014/main" id="{2FC29F49-343F-B69C-0519-E49A4E60F8D1}"/>
                </a:ext>
              </a:extLst>
            </p:cNvPr>
            <p:cNvSpPr/>
            <p:nvPr/>
          </p:nvSpPr>
          <p:spPr>
            <a:xfrm>
              <a:off x="1827179" y="2769093"/>
              <a:ext cx="968547" cy="797967"/>
            </a:xfrm>
            <a:custGeom>
              <a:avLst/>
              <a:gdLst/>
              <a:ahLst/>
              <a:cxnLst/>
              <a:rect l="l" t="t" r="r" b="b"/>
              <a:pathLst>
                <a:path w="19288" h="15891" extrusionOk="0">
                  <a:moveTo>
                    <a:pt x="19208" y="1"/>
                  </a:moveTo>
                  <a:cubicBezTo>
                    <a:pt x="19192" y="1"/>
                    <a:pt x="19178" y="8"/>
                    <a:pt x="19163" y="23"/>
                  </a:cubicBezTo>
                  <a:lnTo>
                    <a:pt x="37" y="15766"/>
                  </a:lnTo>
                  <a:cubicBezTo>
                    <a:pt x="0" y="15795"/>
                    <a:pt x="0" y="15825"/>
                    <a:pt x="37" y="15854"/>
                  </a:cubicBezTo>
                  <a:cubicBezTo>
                    <a:pt x="37" y="15890"/>
                    <a:pt x="66" y="15890"/>
                    <a:pt x="66" y="15890"/>
                  </a:cubicBezTo>
                  <a:cubicBezTo>
                    <a:pt x="95" y="15890"/>
                    <a:pt x="95" y="15890"/>
                    <a:pt x="125" y="15854"/>
                  </a:cubicBezTo>
                  <a:lnTo>
                    <a:pt x="19258" y="111"/>
                  </a:lnTo>
                  <a:cubicBezTo>
                    <a:pt x="19287" y="81"/>
                    <a:pt x="19287" y="52"/>
                    <a:pt x="19258" y="23"/>
                  </a:cubicBezTo>
                  <a:cubicBezTo>
                    <a:pt x="19240" y="8"/>
                    <a:pt x="19223" y="1"/>
                    <a:pt x="19208"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5" name="Google Shape;1515;p50">
              <a:extLst>
                <a:ext uri="{FF2B5EF4-FFF2-40B4-BE49-F238E27FC236}">
                  <a16:creationId xmlns:a16="http://schemas.microsoft.com/office/drawing/2014/main" id="{70F0A62E-F978-FE8F-21A4-8BAED62F9E3D}"/>
                </a:ext>
              </a:extLst>
            </p:cNvPr>
            <p:cNvSpPr/>
            <p:nvPr/>
          </p:nvSpPr>
          <p:spPr>
            <a:xfrm>
              <a:off x="1874982" y="3108842"/>
              <a:ext cx="375056" cy="348442"/>
            </a:xfrm>
            <a:custGeom>
              <a:avLst/>
              <a:gdLst/>
              <a:ahLst/>
              <a:cxnLst/>
              <a:rect l="l" t="t" r="r" b="b"/>
              <a:pathLst>
                <a:path w="7469" h="6939" extrusionOk="0">
                  <a:moveTo>
                    <a:pt x="2014" y="1"/>
                  </a:moveTo>
                  <a:lnTo>
                    <a:pt x="0" y="1678"/>
                  </a:lnTo>
                  <a:cubicBezTo>
                    <a:pt x="1369" y="4328"/>
                    <a:pt x="4328" y="6225"/>
                    <a:pt x="4328" y="6225"/>
                  </a:cubicBezTo>
                  <a:cubicBezTo>
                    <a:pt x="4941" y="6785"/>
                    <a:pt x="5289" y="6938"/>
                    <a:pt x="5514" y="6938"/>
                  </a:cubicBezTo>
                  <a:cubicBezTo>
                    <a:pt x="5692" y="6938"/>
                    <a:pt x="5793" y="6842"/>
                    <a:pt x="5887" y="6774"/>
                  </a:cubicBezTo>
                  <a:cubicBezTo>
                    <a:pt x="7139" y="5888"/>
                    <a:pt x="6920" y="5280"/>
                    <a:pt x="6920" y="5280"/>
                  </a:cubicBezTo>
                  <a:cubicBezTo>
                    <a:pt x="6920" y="5280"/>
                    <a:pt x="7469" y="5126"/>
                    <a:pt x="7139" y="4914"/>
                  </a:cubicBezTo>
                  <a:cubicBezTo>
                    <a:pt x="6416" y="4478"/>
                    <a:pt x="5706" y="4407"/>
                    <a:pt x="5322" y="4407"/>
                  </a:cubicBezTo>
                  <a:cubicBezTo>
                    <a:pt x="5139" y="4407"/>
                    <a:pt x="5031" y="4423"/>
                    <a:pt x="5031" y="4423"/>
                  </a:cubicBezTo>
                  <a:lnTo>
                    <a:pt x="4423" y="3450"/>
                  </a:lnTo>
                  <a:lnTo>
                    <a:pt x="20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6" name="Google Shape;1516;p50">
              <a:extLst>
                <a:ext uri="{FF2B5EF4-FFF2-40B4-BE49-F238E27FC236}">
                  <a16:creationId xmlns:a16="http://schemas.microsoft.com/office/drawing/2014/main" id="{A9C19D80-2346-4F8E-C7BA-A65CF42397C3}"/>
                </a:ext>
              </a:extLst>
            </p:cNvPr>
            <p:cNvSpPr/>
            <p:nvPr/>
          </p:nvSpPr>
          <p:spPr>
            <a:xfrm>
              <a:off x="1870162" y="3104925"/>
              <a:ext cx="372545" cy="356225"/>
            </a:xfrm>
            <a:custGeom>
              <a:avLst/>
              <a:gdLst/>
              <a:ahLst/>
              <a:cxnLst/>
              <a:rect l="l" t="t" r="r" b="b"/>
              <a:pathLst>
                <a:path w="7419" h="7094" extrusionOk="0">
                  <a:moveTo>
                    <a:pt x="2103" y="1"/>
                  </a:moveTo>
                  <a:cubicBezTo>
                    <a:pt x="2094" y="1"/>
                    <a:pt x="2084" y="4"/>
                    <a:pt x="2073" y="13"/>
                  </a:cubicBezTo>
                  <a:cubicBezTo>
                    <a:pt x="2044" y="49"/>
                    <a:pt x="2044" y="79"/>
                    <a:pt x="2044" y="108"/>
                  </a:cubicBezTo>
                  <a:lnTo>
                    <a:pt x="4453" y="3557"/>
                  </a:lnTo>
                  <a:lnTo>
                    <a:pt x="5068" y="4531"/>
                  </a:lnTo>
                  <a:cubicBezTo>
                    <a:pt x="5068" y="4531"/>
                    <a:pt x="5097" y="4560"/>
                    <a:pt x="5127" y="4560"/>
                  </a:cubicBezTo>
                  <a:cubicBezTo>
                    <a:pt x="5127" y="4560"/>
                    <a:pt x="5207" y="4551"/>
                    <a:pt x="5346" y="4551"/>
                  </a:cubicBezTo>
                  <a:cubicBezTo>
                    <a:pt x="5705" y="4551"/>
                    <a:pt x="6454" y="4612"/>
                    <a:pt x="7199" y="5051"/>
                  </a:cubicBezTo>
                  <a:cubicBezTo>
                    <a:pt x="7265" y="5080"/>
                    <a:pt x="7265" y="5109"/>
                    <a:pt x="7265" y="5139"/>
                  </a:cubicBezTo>
                  <a:cubicBezTo>
                    <a:pt x="7265" y="5175"/>
                    <a:pt x="7140" y="5263"/>
                    <a:pt x="6987" y="5292"/>
                  </a:cubicBezTo>
                  <a:cubicBezTo>
                    <a:pt x="6957" y="5322"/>
                    <a:pt x="6957" y="5358"/>
                    <a:pt x="6957" y="5387"/>
                  </a:cubicBezTo>
                  <a:cubicBezTo>
                    <a:pt x="6957" y="5387"/>
                    <a:pt x="7111" y="5966"/>
                    <a:pt x="5954" y="6786"/>
                  </a:cubicBezTo>
                  <a:lnTo>
                    <a:pt x="5917" y="6823"/>
                  </a:lnTo>
                  <a:cubicBezTo>
                    <a:pt x="5834" y="6880"/>
                    <a:pt x="5746" y="6943"/>
                    <a:pt x="5609" y="6943"/>
                  </a:cubicBezTo>
                  <a:cubicBezTo>
                    <a:pt x="5397" y="6943"/>
                    <a:pt x="5066" y="6793"/>
                    <a:pt x="4453" y="6237"/>
                  </a:cubicBezTo>
                  <a:cubicBezTo>
                    <a:pt x="4424" y="6208"/>
                    <a:pt x="1495" y="4318"/>
                    <a:pt x="155" y="1726"/>
                  </a:cubicBezTo>
                  <a:cubicBezTo>
                    <a:pt x="125" y="1697"/>
                    <a:pt x="96" y="1697"/>
                    <a:pt x="60" y="1697"/>
                  </a:cubicBezTo>
                  <a:cubicBezTo>
                    <a:pt x="30" y="1726"/>
                    <a:pt x="1" y="1756"/>
                    <a:pt x="30" y="1785"/>
                  </a:cubicBezTo>
                  <a:cubicBezTo>
                    <a:pt x="1407" y="4406"/>
                    <a:pt x="4365" y="6332"/>
                    <a:pt x="4394" y="6332"/>
                  </a:cubicBezTo>
                  <a:cubicBezTo>
                    <a:pt x="5002" y="6911"/>
                    <a:pt x="5339" y="7094"/>
                    <a:pt x="5617" y="7094"/>
                  </a:cubicBezTo>
                  <a:cubicBezTo>
                    <a:pt x="5771" y="7094"/>
                    <a:pt x="5888" y="7006"/>
                    <a:pt x="5983" y="6940"/>
                  </a:cubicBezTo>
                  <a:lnTo>
                    <a:pt x="6042" y="6911"/>
                  </a:lnTo>
                  <a:cubicBezTo>
                    <a:pt x="7082" y="6149"/>
                    <a:pt x="7111" y="5600"/>
                    <a:pt x="7111" y="5417"/>
                  </a:cubicBezTo>
                  <a:cubicBezTo>
                    <a:pt x="7199" y="5387"/>
                    <a:pt x="7382" y="5292"/>
                    <a:pt x="7419" y="5139"/>
                  </a:cubicBezTo>
                  <a:cubicBezTo>
                    <a:pt x="7419" y="5080"/>
                    <a:pt x="7382" y="4992"/>
                    <a:pt x="7265" y="4926"/>
                  </a:cubicBezTo>
                  <a:cubicBezTo>
                    <a:pt x="6449" y="4445"/>
                    <a:pt x="5678" y="4405"/>
                    <a:pt x="5320" y="4405"/>
                  </a:cubicBezTo>
                  <a:cubicBezTo>
                    <a:pt x="5247" y="4405"/>
                    <a:pt x="5192" y="4406"/>
                    <a:pt x="5156" y="4406"/>
                  </a:cubicBezTo>
                  <a:lnTo>
                    <a:pt x="4577" y="3491"/>
                  </a:lnTo>
                  <a:lnTo>
                    <a:pt x="2168" y="49"/>
                  </a:lnTo>
                  <a:cubicBezTo>
                    <a:pt x="2147" y="23"/>
                    <a:pt x="2127" y="1"/>
                    <a:pt x="21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7" name="Google Shape;1517;p50">
              <a:extLst>
                <a:ext uri="{FF2B5EF4-FFF2-40B4-BE49-F238E27FC236}">
                  <a16:creationId xmlns:a16="http://schemas.microsoft.com/office/drawing/2014/main" id="{BF842526-6D39-47C0-02C2-A4F030F7AB68}"/>
                </a:ext>
              </a:extLst>
            </p:cNvPr>
            <p:cNvSpPr/>
            <p:nvPr/>
          </p:nvSpPr>
          <p:spPr>
            <a:xfrm>
              <a:off x="1858060" y="2972460"/>
              <a:ext cx="168421" cy="82754"/>
            </a:xfrm>
            <a:custGeom>
              <a:avLst/>
              <a:gdLst/>
              <a:ahLst/>
              <a:cxnLst/>
              <a:rect l="l" t="t" r="r" b="b"/>
              <a:pathLst>
                <a:path w="3353" h="1648" extrusionOk="0">
                  <a:moveTo>
                    <a:pt x="0" y="0"/>
                  </a:moveTo>
                  <a:lnTo>
                    <a:pt x="0" y="29"/>
                  </a:lnTo>
                  <a:cubicBezTo>
                    <a:pt x="1494" y="1465"/>
                    <a:pt x="3295" y="1648"/>
                    <a:pt x="3325" y="1648"/>
                  </a:cubicBezTo>
                  <a:cubicBezTo>
                    <a:pt x="3325" y="1648"/>
                    <a:pt x="3354" y="1648"/>
                    <a:pt x="3354" y="1618"/>
                  </a:cubicBezTo>
                  <a:cubicBezTo>
                    <a:pt x="3354" y="1618"/>
                    <a:pt x="3354" y="1589"/>
                    <a:pt x="3325" y="1589"/>
                  </a:cubicBezTo>
                  <a:cubicBezTo>
                    <a:pt x="3325" y="1589"/>
                    <a:pt x="1523" y="1435"/>
                    <a:pt x="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8" name="Google Shape;1518;p50">
              <a:extLst>
                <a:ext uri="{FF2B5EF4-FFF2-40B4-BE49-F238E27FC236}">
                  <a16:creationId xmlns:a16="http://schemas.microsoft.com/office/drawing/2014/main" id="{BFD0036C-C3B9-1F22-75C6-893582E8AAD3}"/>
                </a:ext>
              </a:extLst>
            </p:cNvPr>
            <p:cNvSpPr/>
            <p:nvPr/>
          </p:nvSpPr>
          <p:spPr>
            <a:xfrm>
              <a:off x="1890047" y="2224972"/>
              <a:ext cx="571447" cy="515959"/>
            </a:xfrm>
            <a:custGeom>
              <a:avLst/>
              <a:gdLst/>
              <a:ahLst/>
              <a:cxnLst/>
              <a:rect l="l" t="t" r="r" b="b"/>
              <a:pathLst>
                <a:path w="11380" h="10275" extrusionOk="0">
                  <a:moveTo>
                    <a:pt x="6826" y="0"/>
                  </a:moveTo>
                  <a:cubicBezTo>
                    <a:pt x="6013" y="0"/>
                    <a:pt x="5112" y="144"/>
                    <a:pt x="4152" y="454"/>
                  </a:cubicBezTo>
                  <a:cubicBezTo>
                    <a:pt x="945" y="1464"/>
                    <a:pt x="0" y="3932"/>
                    <a:pt x="1223" y="6956"/>
                  </a:cubicBezTo>
                  <a:cubicBezTo>
                    <a:pt x="2207" y="9384"/>
                    <a:pt x="3879" y="10275"/>
                    <a:pt x="5799" y="10275"/>
                  </a:cubicBezTo>
                  <a:cubicBezTo>
                    <a:pt x="6265" y="10275"/>
                    <a:pt x="6746" y="10222"/>
                    <a:pt x="7235" y="10127"/>
                  </a:cubicBezTo>
                  <a:cubicBezTo>
                    <a:pt x="9915" y="9607"/>
                    <a:pt x="11379" y="7439"/>
                    <a:pt x="11379" y="5455"/>
                  </a:cubicBezTo>
                  <a:cubicBezTo>
                    <a:pt x="11350" y="3324"/>
                    <a:pt x="10618" y="1947"/>
                    <a:pt x="10618" y="1947"/>
                  </a:cubicBezTo>
                  <a:cubicBezTo>
                    <a:pt x="10030" y="727"/>
                    <a:pt x="8651" y="0"/>
                    <a:pt x="6826"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9" name="Google Shape;1519;p50">
              <a:extLst>
                <a:ext uri="{FF2B5EF4-FFF2-40B4-BE49-F238E27FC236}">
                  <a16:creationId xmlns:a16="http://schemas.microsoft.com/office/drawing/2014/main" id="{05D63DBD-A2AB-4771-1420-78458523311A}"/>
                </a:ext>
              </a:extLst>
            </p:cNvPr>
            <p:cNvSpPr/>
            <p:nvPr/>
          </p:nvSpPr>
          <p:spPr>
            <a:xfrm>
              <a:off x="2363616" y="2463740"/>
              <a:ext cx="127546" cy="132618"/>
            </a:xfrm>
            <a:custGeom>
              <a:avLst/>
              <a:gdLst/>
              <a:ahLst/>
              <a:cxnLst/>
              <a:rect l="l" t="t" r="r" b="b"/>
              <a:pathLst>
                <a:path w="2540" h="2641" extrusionOk="0">
                  <a:moveTo>
                    <a:pt x="1107" y="1"/>
                  </a:moveTo>
                  <a:cubicBezTo>
                    <a:pt x="540" y="1"/>
                    <a:pt x="1" y="246"/>
                    <a:pt x="1" y="246"/>
                  </a:cubicBezTo>
                  <a:lnTo>
                    <a:pt x="154" y="2077"/>
                  </a:lnTo>
                  <a:cubicBezTo>
                    <a:pt x="414" y="2451"/>
                    <a:pt x="829" y="2640"/>
                    <a:pt x="1230" y="2640"/>
                  </a:cubicBezTo>
                  <a:cubicBezTo>
                    <a:pt x="1903" y="2640"/>
                    <a:pt x="2539" y="2110"/>
                    <a:pt x="2351" y="1037"/>
                  </a:cubicBezTo>
                  <a:cubicBezTo>
                    <a:pt x="2189" y="214"/>
                    <a:pt x="1636" y="1"/>
                    <a:pt x="11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0" name="Google Shape;1520;p50">
              <a:extLst>
                <a:ext uri="{FF2B5EF4-FFF2-40B4-BE49-F238E27FC236}">
                  <a16:creationId xmlns:a16="http://schemas.microsoft.com/office/drawing/2014/main" id="{47446CB5-53EC-1821-26CE-582745309EA6}"/>
                </a:ext>
              </a:extLst>
            </p:cNvPr>
            <p:cNvSpPr/>
            <p:nvPr/>
          </p:nvSpPr>
          <p:spPr>
            <a:xfrm>
              <a:off x="2360302" y="2460276"/>
              <a:ext cx="130609" cy="139748"/>
            </a:xfrm>
            <a:custGeom>
              <a:avLst/>
              <a:gdLst/>
              <a:ahLst/>
              <a:cxnLst/>
              <a:rect l="l" t="t" r="r" b="b"/>
              <a:pathLst>
                <a:path w="2601" h="2783" extrusionOk="0">
                  <a:moveTo>
                    <a:pt x="1165" y="152"/>
                  </a:moveTo>
                  <a:cubicBezTo>
                    <a:pt x="1375" y="152"/>
                    <a:pt x="1588" y="188"/>
                    <a:pt x="1773" y="286"/>
                  </a:cubicBezTo>
                  <a:cubicBezTo>
                    <a:pt x="2080" y="439"/>
                    <a:pt x="2263" y="710"/>
                    <a:pt x="2322" y="1135"/>
                  </a:cubicBezTo>
                  <a:cubicBezTo>
                    <a:pt x="2476" y="1809"/>
                    <a:pt x="2234" y="2358"/>
                    <a:pt x="1743" y="2570"/>
                  </a:cubicBezTo>
                  <a:cubicBezTo>
                    <a:pt x="1617" y="2618"/>
                    <a:pt x="1480" y="2640"/>
                    <a:pt x="1341" y="2640"/>
                  </a:cubicBezTo>
                  <a:cubicBezTo>
                    <a:pt x="943" y="2640"/>
                    <a:pt x="529" y="2453"/>
                    <a:pt x="279" y="2116"/>
                  </a:cubicBezTo>
                  <a:lnTo>
                    <a:pt x="154" y="374"/>
                  </a:lnTo>
                  <a:cubicBezTo>
                    <a:pt x="279" y="314"/>
                    <a:pt x="716" y="152"/>
                    <a:pt x="1165" y="152"/>
                  </a:cubicBezTo>
                  <a:close/>
                  <a:moveTo>
                    <a:pt x="1149" y="0"/>
                  </a:moveTo>
                  <a:cubicBezTo>
                    <a:pt x="600" y="0"/>
                    <a:pt x="78" y="231"/>
                    <a:pt x="37" y="256"/>
                  </a:cubicBezTo>
                  <a:cubicBezTo>
                    <a:pt x="1" y="256"/>
                    <a:pt x="1" y="286"/>
                    <a:pt x="1" y="315"/>
                  </a:cubicBezTo>
                  <a:lnTo>
                    <a:pt x="154" y="2146"/>
                  </a:lnTo>
                  <a:lnTo>
                    <a:pt x="154" y="2175"/>
                  </a:lnTo>
                  <a:cubicBezTo>
                    <a:pt x="433" y="2570"/>
                    <a:pt x="857" y="2783"/>
                    <a:pt x="1282" y="2783"/>
                  </a:cubicBezTo>
                  <a:cubicBezTo>
                    <a:pt x="1465" y="2783"/>
                    <a:pt x="1619" y="2753"/>
                    <a:pt x="1802" y="2695"/>
                  </a:cubicBezTo>
                  <a:cubicBezTo>
                    <a:pt x="2351" y="2453"/>
                    <a:pt x="2600" y="1867"/>
                    <a:pt x="2476" y="1106"/>
                  </a:cubicBezTo>
                  <a:cubicBezTo>
                    <a:pt x="2381" y="652"/>
                    <a:pt x="2168" y="315"/>
                    <a:pt x="1831" y="161"/>
                  </a:cubicBezTo>
                  <a:cubicBezTo>
                    <a:pt x="1623" y="43"/>
                    <a:pt x="1383" y="0"/>
                    <a:pt x="11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1" name="Google Shape;1521;p50">
              <a:extLst>
                <a:ext uri="{FF2B5EF4-FFF2-40B4-BE49-F238E27FC236}">
                  <a16:creationId xmlns:a16="http://schemas.microsoft.com/office/drawing/2014/main" id="{1132E819-F381-EF64-8FC8-07E0D252996F}"/>
                </a:ext>
              </a:extLst>
            </p:cNvPr>
            <p:cNvSpPr/>
            <p:nvPr/>
          </p:nvSpPr>
          <p:spPr>
            <a:xfrm>
              <a:off x="2374262" y="2488195"/>
              <a:ext cx="91994" cy="81298"/>
            </a:xfrm>
            <a:custGeom>
              <a:avLst/>
              <a:gdLst/>
              <a:ahLst/>
              <a:cxnLst/>
              <a:rect l="l" t="t" r="r" b="b"/>
              <a:pathLst>
                <a:path w="1832" h="1619" extrusionOk="0">
                  <a:moveTo>
                    <a:pt x="1187" y="1"/>
                  </a:moveTo>
                  <a:cubicBezTo>
                    <a:pt x="975" y="1"/>
                    <a:pt x="763" y="96"/>
                    <a:pt x="550" y="250"/>
                  </a:cubicBezTo>
                  <a:cubicBezTo>
                    <a:pt x="1" y="762"/>
                    <a:pt x="492" y="1590"/>
                    <a:pt x="492" y="1590"/>
                  </a:cubicBezTo>
                  <a:cubicBezTo>
                    <a:pt x="521" y="1590"/>
                    <a:pt x="521" y="1619"/>
                    <a:pt x="550" y="1619"/>
                  </a:cubicBezTo>
                  <a:lnTo>
                    <a:pt x="550" y="1590"/>
                  </a:lnTo>
                  <a:cubicBezTo>
                    <a:pt x="579" y="1590"/>
                    <a:pt x="579" y="1560"/>
                    <a:pt x="550" y="1560"/>
                  </a:cubicBezTo>
                  <a:cubicBezTo>
                    <a:pt x="550" y="1560"/>
                    <a:pt x="89" y="762"/>
                    <a:pt x="609" y="308"/>
                  </a:cubicBezTo>
                  <a:cubicBezTo>
                    <a:pt x="768" y="174"/>
                    <a:pt x="928" y="90"/>
                    <a:pt x="1107" y="90"/>
                  </a:cubicBezTo>
                  <a:cubicBezTo>
                    <a:pt x="1133" y="90"/>
                    <a:pt x="1160" y="92"/>
                    <a:pt x="1187" y="96"/>
                  </a:cubicBezTo>
                  <a:cubicBezTo>
                    <a:pt x="1524" y="125"/>
                    <a:pt x="1773" y="396"/>
                    <a:pt x="1773" y="396"/>
                  </a:cubicBezTo>
                  <a:cubicBezTo>
                    <a:pt x="1773" y="414"/>
                    <a:pt x="1780" y="423"/>
                    <a:pt x="1788" y="423"/>
                  </a:cubicBezTo>
                  <a:cubicBezTo>
                    <a:pt x="1795" y="423"/>
                    <a:pt x="1802" y="414"/>
                    <a:pt x="1802" y="396"/>
                  </a:cubicBezTo>
                  <a:cubicBezTo>
                    <a:pt x="1832" y="396"/>
                    <a:pt x="1832" y="367"/>
                    <a:pt x="1832" y="367"/>
                  </a:cubicBezTo>
                  <a:cubicBezTo>
                    <a:pt x="1802" y="337"/>
                    <a:pt x="1553" y="30"/>
                    <a:pt x="1187"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2" name="Google Shape;1522;p50">
              <a:extLst>
                <a:ext uri="{FF2B5EF4-FFF2-40B4-BE49-F238E27FC236}">
                  <a16:creationId xmlns:a16="http://schemas.microsoft.com/office/drawing/2014/main" id="{F8DEC170-F851-6211-3E3D-D7819EEAFE03}"/>
                </a:ext>
              </a:extLst>
            </p:cNvPr>
            <p:cNvSpPr/>
            <p:nvPr/>
          </p:nvSpPr>
          <p:spPr>
            <a:xfrm>
              <a:off x="2387870" y="2519830"/>
              <a:ext cx="53730" cy="15868"/>
            </a:xfrm>
            <a:custGeom>
              <a:avLst/>
              <a:gdLst/>
              <a:ahLst/>
              <a:cxnLst/>
              <a:rect l="l" t="t" r="r" b="b"/>
              <a:pathLst>
                <a:path w="1070" h="316" extrusionOk="0">
                  <a:moveTo>
                    <a:pt x="550" y="1"/>
                  </a:moveTo>
                  <a:cubicBezTo>
                    <a:pt x="375" y="1"/>
                    <a:pt x="184" y="60"/>
                    <a:pt x="38" y="257"/>
                  </a:cubicBezTo>
                  <a:cubicBezTo>
                    <a:pt x="1" y="286"/>
                    <a:pt x="1" y="286"/>
                    <a:pt x="38" y="315"/>
                  </a:cubicBezTo>
                  <a:lnTo>
                    <a:pt x="67" y="315"/>
                  </a:lnTo>
                  <a:cubicBezTo>
                    <a:pt x="202" y="132"/>
                    <a:pt x="382" y="78"/>
                    <a:pt x="548" y="78"/>
                  </a:cubicBezTo>
                  <a:cubicBezTo>
                    <a:pt x="794" y="78"/>
                    <a:pt x="1011" y="198"/>
                    <a:pt x="1011" y="198"/>
                  </a:cubicBezTo>
                  <a:lnTo>
                    <a:pt x="1041" y="169"/>
                  </a:lnTo>
                  <a:cubicBezTo>
                    <a:pt x="1070" y="169"/>
                    <a:pt x="1041" y="132"/>
                    <a:pt x="1041" y="132"/>
                  </a:cubicBezTo>
                  <a:cubicBezTo>
                    <a:pt x="1041" y="132"/>
                    <a:pt x="812" y="1"/>
                    <a:pt x="55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3" name="Google Shape;1523;p50">
              <a:extLst>
                <a:ext uri="{FF2B5EF4-FFF2-40B4-BE49-F238E27FC236}">
                  <a16:creationId xmlns:a16="http://schemas.microsoft.com/office/drawing/2014/main" id="{EDAD9EAD-18E4-868E-4C2C-8F2D53CDAA13}"/>
                </a:ext>
              </a:extLst>
            </p:cNvPr>
            <p:cNvSpPr/>
            <p:nvPr/>
          </p:nvSpPr>
          <p:spPr>
            <a:xfrm>
              <a:off x="1926803" y="2225776"/>
              <a:ext cx="507121" cy="513649"/>
            </a:xfrm>
            <a:custGeom>
              <a:avLst/>
              <a:gdLst/>
              <a:ahLst/>
              <a:cxnLst/>
              <a:rect l="l" t="t" r="r" b="b"/>
              <a:pathLst>
                <a:path w="10099" h="10229" extrusionOk="0">
                  <a:moveTo>
                    <a:pt x="5870" y="0"/>
                  </a:moveTo>
                  <a:cubicBezTo>
                    <a:pt x="5175" y="0"/>
                    <a:pt x="4412" y="130"/>
                    <a:pt x="3603" y="408"/>
                  </a:cubicBezTo>
                  <a:cubicBezTo>
                    <a:pt x="799" y="1382"/>
                    <a:pt x="1" y="3791"/>
                    <a:pt x="1128" y="6845"/>
                  </a:cubicBezTo>
                  <a:cubicBezTo>
                    <a:pt x="2029" y="9350"/>
                    <a:pt x="3572" y="10229"/>
                    <a:pt x="5326" y="10229"/>
                  </a:cubicBezTo>
                  <a:cubicBezTo>
                    <a:pt x="5710" y="10229"/>
                    <a:pt x="6103" y="10187"/>
                    <a:pt x="6503" y="10111"/>
                  </a:cubicBezTo>
                  <a:cubicBezTo>
                    <a:pt x="8853" y="9620"/>
                    <a:pt x="10098" y="7489"/>
                    <a:pt x="10040" y="5534"/>
                  </a:cubicBezTo>
                  <a:cubicBezTo>
                    <a:pt x="10010" y="3396"/>
                    <a:pt x="9337" y="1997"/>
                    <a:pt x="9337" y="1997"/>
                  </a:cubicBezTo>
                  <a:cubicBezTo>
                    <a:pt x="8799" y="747"/>
                    <a:pt x="7533" y="0"/>
                    <a:pt x="5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4" name="Google Shape;1524;p50">
              <a:extLst>
                <a:ext uri="{FF2B5EF4-FFF2-40B4-BE49-F238E27FC236}">
                  <a16:creationId xmlns:a16="http://schemas.microsoft.com/office/drawing/2014/main" id="{35110A36-3C02-5C69-2272-9B1E4379C406}"/>
                </a:ext>
              </a:extLst>
            </p:cNvPr>
            <p:cNvSpPr/>
            <p:nvPr/>
          </p:nvSpPr>
          <p:spPr>
            <a:xfrm>
              <a:off x="1946638" y="2222863"/>
              <a:ext cx="490601" cy="519826"/>
            </a:xfrm>
            <a:custGeom>
              <a:avLst/>
              <a:gdLst/>
              <a:ahLst/>
              <a:cxnLst/>
              <a:rect l="l" t="t" r="r" b="b"/>
              <a:pathLst>
                <a:path w="9770" h="10352" extrusionOk="0">
                  <a:moveTo>
                    <a:pt x="5464" y="130"/>
                  </a:moveTo>
                  <a:cubicBezTo>
                    <a:pt x="7052" y="130"/>
                    <a:pt x="8334" y="833"/>
                    <a:pt x="8883" y="2085"/>
                  </a:cubicBezTo>
                  <a:cubicBezTo>
                    <a:pt x="8883" y="2114"/>
                    <a:pt x="9557" y="3483"/>
                    <a:pt x="9586" y="5592"/>
                  </a:cubicBezTo>
                  <a:cubicBezTo>
                    <a:pt x="9645" y="7452"/>
                    <a:pt x="8458" y="9619"/>
                    <a:pt x="6079" y="10073"/>
                  </a:cubicBezTo>
                  <a:cubicBezTo>
                    <a:pt x="5664" y="10158"/>
                    <a:pt x="5270" y="10201"/>
                    <a:pt x="4896" y="10201"/>
                  </a:cubicBezTo>
                  <a:cubicBezTo>
                    <a:pt x="2986" y="10201"/>
                    <a:pt x="1614" y="9090"/>
                    <a:pt x="799" y="6874"/>
                  </a:cubicBezTo>
                  <a:cubicBezTo>
                    <a:pt x="184" y="5226"/>
                    <a:pt x="155" y="3762"/>
                    <a:pt x="704" y="2634"/>
                  </a:cubicBezTo>
                  <a:cubicBezTo>
                    <a:pt x="1165" y="1653"/>
                    <a:pt x="2015" y="957"/>
                    <a:pt x="3238" y="525"/>
                  </a:cubicBezTo>
                  <a:cubicBezTo>
                    <a:pt x="3999" y="283"/>
                    <a:pt x="4761" y="130"/>
                    <a:pt x="5464" y="130"/>
                  </a:cubicBezTo>
                  <a:close/>
                  <a:moveTo>
                    <a:pt x="5454" y="1"/>
                  </a:moveTo>
                  <a:cubicBezTo>
                    <a:pt x="4745" y="1"/>
                    <a:pt x="3975" y="133"/>
                    <a:pt x="3179" y="408"/>
                  </a:cubicBezTo>
                  <a:cubicBezTo>
                    <a:pt x="1927" y="833"/>
                    <a:pt x="1041" y="1565"/>
                    <a:pt x="587" y="2568"/>
                  </a:cubicBezTo>
                  <a:cubicBezTo>
                    <a:pt x="1" y="3732"/>
                    <a:pt x="38" y="5255"/>
                    <a:pt x="675" y="6932"/>
                  </a:cubicBezTo>
                  <a:cubicBezTo>
                    <a:pt x="1502" y="9195"/>
                    <a:pt x="2930" y="10352"/>
                    <a:pt x="4914" y="10352"/>
                  </a:cubicBezTo>
                  <a:cubicBezTo>
                    <a:pt x="5280" y="10352"/>
                    <a:pt x="5676" y="10322"/>
                    <a:pt x="6108" y="10227"/>
                  </a:cubicBezTo>
                  <a:cubicBezTo>
                    <a:pt x="8546" y="9744"/>
                    <a:pt x="9769" y="7511"/>
                    <a:pt x="9740" y="5592"/>
                  </a:cubicBezTo>
                  <a:cubicBezTo>
                    <a:pt x="9674" y="3483"/>
                    <a:pt x="9037" y="2085"/>
                    <a:pt x="9008" y="2019"/>
                  </a:cubicBezTo>
                  <a:cubicBezTo>
                    <a:pt x="8429" y="718"/>
                    <a:pt x="7104" y="1"/>
                    <a:pt x="54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5" name="Google Shape;1525;p50">
              <a:extLst>
                <a:ext uri="{FF2B5EF4-FFF2-40B4-BE49-F238E27FC236}">
                  <a16:creationId xmlns:a16="http://schemas.microsoft.com/office/drawing/2014/main" id="{4BF1FF7B-AE8D-937D-DAA1-F456F67FC4F1}"/>
                </a:ext>
              </a:extLst>
            </p:cNvPr>
            <p:cNvSpPr/>
            <p:nvPr/>
          </p:nvSpPr>
          <p:spPr>
            <a:xfrm>
              <a:off x="1868706" y="2207297"/>
              <a:ext cx="321778" cy="354518"/>
            </a:xfrm>
            <a:custGeom>
              <a:avLst/>
              <a:gdLst/>
              <a:ahLst/>
              <a:cxnLst/>
              <a:rect l="l" t="t" r="r" b="b"/>
              <a:pathLst>
                <a:path w="6408" h="7060" extrusionOk="0">
                  <a:moveTo>
                    <a:pt x="5668" y="0"/>
                  </a:moveTo>
                  <a:cubicBezTo>
                    <a:pt x="4696" y="0"/>
                    <a:pt x="2338" y="189"/>
                    <a:pt x="1311" y="1933"/>
                  </a:cubicBezTo>
                  <a:cubicBezTo>
                    <a:pt x="1" y="4159"/>
                    <a:pt x="1370" y="7059"/>
                    <a:pt x="1370" y="7059"/>
                  </a:cubicBezTo>
                  <a:lnTo>
                    <a:pt x="2227" y="6759"/>
                  </a:lnTo>
                  <a:cubicBezTo>
                    <a:pt x="2227" y="6759"/>
                    <a:pt x="3054" y="5170"/>
                    <a:pt x="3567" y="4804"/>
                  </a:cubicBezTo>
                  <a:cubicBezTo>
                    <a:pt x="4519" y="4101"/>
                    <a:pt x="5829" y="4196"/>
                    <a:pt x="6408" y="2395"/>
                  </a:cubicBezTo>
                  <a:lnTo>
                    <a:pt x="6100" y="15"/>
                  </a:lnTo>
                  <a:cubicBezTo>
                    <a:pt x="6100" y="15"/>
                    <a:pt x="5937" y="0"/>
                    <a:pt x="566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6" name="Google Shape;1526;p50">
              <a:extLst>
                <a:ext uri="{FF2B5EF4-FFF2-40B4-BE49-F238E27FC236}">
                  <a16:creationId xmlns:a16="http://schemas.microsoft.com/office/drawing/2014/main" id="{F4B9DD70-7F38-1C76-7260-75BF9A6290DD}"/>
                </a:ext>
              </a:extLst>
            </p:cNvPr>
            <p:cNvSpPr/>
            <p:nvPr/>
          </p:nvSpPr>
          <p:spPr>
            <a:xfrm>
              <a:off x="2175012" y="2190475"/>
              <a:ext cx="320321" cy="299231"/>
            </a:xfrm>
            <a:custGeom>
              <a:avLst/>
              <a:gdLst/>
              <a:ahLst/>
              <a:cxnLst/>
              <a:rect l="l" t="t" r="r" b="b"/>
              <a:pathLst>
                <a:path w="6379" h="5959" extrusionOk="0">
                  <a:moveTo>
                    <a:pt x="1894" y="0"/>
                  </a:moveTo>
                  <a:cubicBezTo>
                    <a:pt x="834" y="0"/>
                    <a:pt x="0" y="350"/>
                    <a:pt x="0" y="350"/>
                  </a:cubicBezTo>
                  <a:lnTo>
                    <a:pt x="308" y="2730"/>
                  </a:lnTo>
                  <a:cubicBezTo>
                    <a:pt x="1348" y="4311"/>
                    <a:pt x="2446" y="4099"/>
                    <a:pt x="3544" y="4494"/>
                  </a:cubicBezTo>
                  <a:cubicBezTo>
                    <a:pt x="4123" y="4743"/>
                    <a:pt x="4914" y="5900"/>
                    <a:pt x="4914" y="5900"/>
                  </a:cubicBezTo>
                  <a:lnTo>
                    <a:pt x="5829" y="5959"/>
                  </a:lnTo>
                  <a:cubicBezTo>
                    <a:pt x="5829" y="5959"/>
                    <a:pt x="6378" y="2818"/>
                    <a:pt x="4547" y="1016"/>
                  </a:cubicBezTo>
                  <a:cubicBezTo>
                    <a:pt x="3723" y="221"/>
                    <a:pt x="2737" y="0"/>
                    <a:pt x="189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7" name="Google Shape;1527;p50">
              <a:extLst>
                <a:ext uri="{FF2B5EF4-FFF2-40B4-BE49-F238E27FC236}">
                  <a16:creationId xmlns:a16="http://schemas.microsoft.com/office/drawing/2014/main" id="{4F820746-A7AA-44C2-878E-99FA878F996D}"/>
                </a:ext>
              </a:extLst>
            </p:cNvPr>
            <p:cNvSpPr/>
            <p:nvPr/>
          </p:nvSpPr>
          <p:spPr>
            <a:xfrm>
              <a:off x="1897227" y="2523043"/>
              <a:ext cx="124885" cy="134877"/>
            </a:xfrm>
            <a:custGeom>
              <a:avLst/>
              <a:gdLst/>
              <a:ahLst/>
              <a:cxnLst/>
              <a:rect l="l" t="t" r="r" b="b"/>
              <a:pathLst>
                <a:path w="2487" h="2686" extrusionOk="0">
                  <a:moveTo>
                    <a:pt x="1313" y="0"/>
                  </a:moveTo>
                  <a:cubicBezTo>
                    <a:pt x="802" y="0"/>
                    <a:pt x="1" y="187"/>
                    <a:pt x="106" y="1386"/>
                  </a:cubicBezTo>
                  <a:cubicBezTo>
                    <a:pt x="168" y="2295"/>
                    <a:pt x="699" y="2685"/>
                    <a:pt x="1253" y="2685"/>
                  </a:cubicBezTo>
                  <a:cubicBezTo>
                    <a:pt x="1757" y="2685"/>
                    <a:pt x="2280" y="2362"/>
                    <a:pt x="2486" y="1811"/>
                  </a:cubicBezTo>
                  <a:lnTo>
                    <a:pt x="1717" y="39"/>
                  </a:lnTo>
                  <a:cubicBezTo>
                    <a:pt x="1717" y="39"/>
                    <a:pt x="1545" y="0"/>
                    <a:pt x="13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8" name="Google Shape;1528;p50">
              <a:extLst>
                <a:ext uri="{FF2B5EF4-FFF2-40B4-BE49-F238E27FC236}">
                  <a16:creationId xmlns:a16="http://schemas.microsoft.com/office/drawing/2014/main" id="{25091FAE-AF24-CB70-BE36-903A09F8A123}"/>
                </a:ext>
              </a:extLst>
            </p:cNvPr>
            <p:cNvSpPr/>
            <p:nvPr/>
          </p:nvSpPr>
          <p:spPr>
            <a:xfrm>
              <a:off x="1896273" y="2520031"/>
              <a:ext cx="128751" cy="141405"/>
            </a:xfrm>
            <a:custGeom>
              <a:avLst/>
              <a:gdLst/>
              <a:ahLst/>
              <a:cxnLst/>
              <a:rect l="l" t="t" r="r" b="b"/>
              <a:pathLst>
                <a:path w="2564" h="2816" extrusionOk="0">
                  <a:moveTo>
                    <a:pt x="1308" y="1"/>
                  </a:moveTo>
                  <a:cubicBezTo>
                    <a:pt x="1033" y="1"/>
                    <a:pt x="675" y="54"/>
                    <a:pt x="396" y="282"/>
                  </a:cubicBezTo>
                  <a:cubicBezTo>
                    <a:pt x="125" y="531"/>
                    <a:pt x="1" y="926"/>
                    <a:pt x="59" y="1446"/>
                  </a:cubicBezTo>
                  <a:cubicBezTo>
                    <a:pt x="125" y="2208"/>
                    <a:pt x="521" y="2728"/>
                    <a:pt x="1128" y="2786"/>
                  </a:cubicBezTo>
                  <a:cubicBezTo>
                    <a:pt x="1158" y="2815"/>
                    <a:pt x="1224" y="2815"/>
                    <a:pt x="1282" y="2815"/>
                  </a:cubicBezTo>
                  <a:cubicBezTo>
                    <a:pt x="1831" y="2815"/>
                    <a:pt x="2351" y="2449"/>
                    <a:pt x="2564" y="1871"/>
                  </a:cubicBezTo>
                  <a:cubicBezTo>
                    <a:pt x="2564" y="1842"/>
                    <a:pt x="2564" y="1812"/>
                    <a:pt x="2534" y="1812"/>
                  </a:cubicBezTo>
                  <a:cubicBezTo>
                    <a:pt x="2515" y="1801"/>
                    <a:pt x="2498" y="1797"/>
                    <a:pt x="2485" y="1797"/>
                  </a:cubicBezTo>
                  <a:cubicBezTo>
                    <a:pt x="2454" y="1797"/>
                    <a:pt x="2439" y="1821"/>
                    <a:pt x="2439" y="1842"/>
                  </a:cubicBezTo>
                  <a:cubicBezTo>
                    <a:pt x="2245" y="2345"/>
                    <a:pt x="1767" y="2670"/>
                    <a:pt x="1266" y="2670"/>
                  </a:cubicBezTo>
                  <a:cubicBezTo>
                    <a:pt x="1220" y="2670"/>
                    <a:pt x="1174" y="2667"/>
                    <a:pt x="1128" y="2662"/>
                  </a:cubicBezTo>
                  <a:cubicBezTo>
                    <a:pt x="609" y="2603"/>
                    <a:pt x="242" y="2142"/>
                    <a:pt x="184" y="1446"/>
                  </a:cubicBezTo>
                  <a:cubicBezTo>
                    <a:pt x="155" y="956"/>
                    <a:pt x="242" y="619"/>
                    <a:pt x="491" y="406"/>
                  </a:cubicBezTo>
                  <a:cubicBezTo>
                    <a:pt x="747" y="184"/>
                    <a:pt x="1099" y="135"/>
                    <a:pt x="1359" y="135"/>
                  </a:cubicBezTo>
                  <a:cubicBezTo>
                    <a:pt x="1561" y="135"/>
                    <a:pt x="1707" y="165"/>
                    <a:pt x="1707" y="165"/>
                  </a:cubicBezTo>
                  <a:cubicBezTo>
                    <a:pt x="1736" y="165"/>
                    <a:pt x="1802" y="165"/>
                    <a:pt x="1802" y="128"/>
                  </a:cubicBezTo>
                  <a:cubicBezTo>
                    <a:pt x="1802" y="70"/>
                    <a:pt x="1773" y="40"/>
                    <a:pt x="1736" y="40"/>
                  </a:cubicBezTo>
                  <a:cubicBezTo>
                    <a:pt x="1723" y="40"/>
                    <a:pt x="1546" y="1"/>
                    <a:pt x="13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9" name="Google Shape;1529;p50">
              <a:extLst>
                <a:ext uri="{FF2B5EF4-FFF2-40B4-BE49-F238E27FC236}">
                  <a16:creationId xmlns:a16="http://schemas.microsoft.com/office/drawing/2014/main" id="{D3128FA5-23F5-6BCF-E31A-696D31387B2D}"/>
                </a:ext>
              </a:extLst>
            </p:cNvPr>
            <p:cNvSpPr/>
            <p:nvPr/>
          </p:nvSpPr>
          <p:spPr>
            <a:xfrm>
              <a:off x="1913195" y="2551465"/>
              <a:ext cx="94906" cy="71707"/>
            </a:xfrm>
            <a:custGeom>
              <a:avLst/>
              <a:gdLst/>
              <a:ahLst/>
              <a:cxnLst/>
              <a:rect l="l" t="t" r="r" b="b"/>
              <a:pathLst>
                <a:path w="1889" h="1428" extrusionOk="0">
                  <a:moveTo>
                    <a:pt x="787" y="1"/>
                  </a:moveTo>
                  <a:cubicBezTo>
                    <a:pt x="701" y="1"/>
                    <a:pt x="621" y="17"/>
                    <a:pt x="550" y="51"/>
                  </a:cubicBezTo>
                  <a:cubicBezTo>
                    <a:pt x="184" y="176"/>
                    <a:pt x="30" y="542"/>
                    <a:pt x="30" y="542"/>
                  </a:cubicBezTo>
                  <a:cubicBezTo>
                    <a:pt x="1" y="571"/>
                    <a:pt x="30" y="600"/>
                    <a:pt x="30" y="600"/>
                  </a:cubicBezTo>
                  <a:cubicBezTo>
                    <a:pt x="59" y="600"/>
                    <a:pt x="89" y="600"/>
                    <a:pt x="89" y="571"/>
                  </a:cubicBezTo>
                  <a:cubicBezTo>
                    <a:pt x="89" y="571"/>
                    <a:pt x="242" y="234"/>
                    <a:pt x="579" y="117"/>
                  </a:cubicBezTo>
                  <a:cubicBezTo>
                    <a:pt x="656" y="89"/>
                    <a:pt x="733" y="73"/>
                    <a:pt x="815" y="73"/>
                  </a:cubicBezTo>
                  <a:cubicBezTo>
                    <a:pt x="927" y="73"/>
                    <a:pt x="1047" y="104"/>
                    <a:pt x="1187" y="176"/>
                  </a:cubicBezTo>
                  <a:cubicBezTo>
                    <a:pt x="1802" y="483"/>
                    <a:pt x="1553" y="1369"/>
                    <a:pt x="1553" y="1369"/>
                  </a:cubicBezTo>
                  <a:cubicBezTo>
                    <a:pt x="1553" y="1399"/>
                    <a:pt x="1553" y="1399"/>
                    <a:pt x="1582" y="1399"/>
                  </a:cubicBezTo>
                  <a:lnTo>
                    <a:pt x="1582" y="1428"/>
                  </a:lnTo>
                  <a:cubicBezTo>
                    <a:pt x="1582" y="1399"/>
                    <a:pt x="1619" y="1399"/>
                    <a:pt x="1619" y="1399"/>
                  </a:cubicBezTo>
                  <a:cubicBezTo>
                    <a:pt x="1619" y="1369"/>
                    <a:pt x="1890" y="454"/>
                    <a:pt x="1216" y="117"/>
                  </a:cubicBezTo>
                  <a:cubicBezTo>
                    <a:pt x="1069" y="41"/>
                    <a:pt x="921" y="1"/>
                    <a:pt x="787"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0" name="Google Shape;1530;p50">
              <a:extLst>
                <a:ext uri="{FF2B5EF4-FFF2-40B4-BE49-F238E27FC236}">
                  <a16:creationId xmlns:a16="http://schemas.microsoft.com/office/drawing/2014/main" id="{56BCAE32-07D5-90EA-6060-F4C953DE878C}"/>
                </a:ext>
              </a:extLst>
            </p:cNvPr>
            <p:cNvSpPr/>
            <p:nvPr/>
          </p:nvSpPr>
          <p:spPr>
            <a:xfrm>
              <a:off x="1943726" y="2578028"/>
              <a:ext cx="52274" cy="16119"/>
            </a:xfrm>
            <a:custGeom>
              <a:avLst/>
              <a:gdLst/>
              <a:ahLst/>
              <a:cxnLst/>
              <a:rect l="l" t="t" r="r" b="b"/>
              <a:pathLst>
                <a:path w="1041" h="321" extrusionOk="0">
                  <a:moveTo>
                    <a:pt x="624" y="0"/>
                  </a:moveTo>
                  <a:cubicBezTo>
                    <a:pt x="289" y="0"/>
                    <a:pt x="0" y="255"/>
                    <a:pt x="0" y="255"/>
                  </a:cubicBezTo>
                  <a:lnTo>
                    <a:pt x="0" y="320"/>
                  </a:lnTo>
                  <a:lnTo>
                    <a:pt x="59" y="320"/>
                  </a:lnTo>
                  <a:cubicBezTo>
                    <a:pt x="59" y="320"/>
                    <a:pt x="322" y="73"/>
                    <a:pt x="630" y="73"/>
                  </a:cubicBezTo>
                  <a:cubicBezTo>
                    <a:pt x="742" y="73"/>
                    <a:pt x="861" y="106"/>
                    <a:pt x="974" y="196"/>
                  </a:cubicBezTo>
                  <a:cubicBezTo>
                    <a:pt x="1011" y="196"/>
                    <a:pt x="1011" y="196"/>
                    <a:pt x="1040" y="167"/>
                  </a:cubicBezTo>
                  <a:cubicBezTo>
                    <a:pt x="1040" y="167"/>
                    <a:pt x="1040" y="137"/>
                    <a:pt x="1011" y="137"/>
                  </a:cubicBezTo>
                  <a:cubicBezTo>
                    <a:pt x="884" y="37"/>
                    <a:pt x="751" y="0"/>
                    <a:pt x="62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1" name="Google Shape;1531;p50">
              <a:extLst>
                <a:ext uri="{FF2B5EF4-FFF2-40B4-BE49-F238E27FC236}">
                  <a16:creationId xmlns:a16="http://schemas.microsoft.com/office/drawing/2014/main" id="{660C94BC-BF6C-DB60-4E9C-4D6CA0A3DF59}"/>
                </a:ext>
              </a:extLst>
            </p:cNvPr>
            <p:cNvSpPr/>
            <p:nvPr/>
          </p:nvSpPr>
          <p:spPr>
            <a:xfrm>
              <a:off x="2207350" y="2601829"/>
              <a:ext cx="39770" cy="22848"/>
            </a:xfrm>
            <a:custGeom>
              <a:avLst/>
              <a:gdLst/>
              <a:ahLst/>
              <a:cxnLst/>
              <a:rect l="l" t="t" r="r" b="b"/>
              <a:pathLst>
                <a:path w="792" h="455" extrusionOk="0">
                  <a:moveTo>
                    <a:pt x="30" y="0"/>
                  </a:moveTo>
                  <a:lnTo>
                    <a:pt x="1" y="29"/>
                  </a:lnTo>
                  <a:lnTo>
                    <a:pt x="1" y="59"/>
                  </a:lnTo>
                  <a:cubicBezTo>
                    <a:pt x="1" y="88"/>
                    <a:pt x="88" y="454"/>
                    <a:pt x="550" y="454"/>
                  </a:cubicBezTo>
                  <a:lnTo>
                    <a:pt x="638" y="454"/>
                  </a:lnTo>
                  <a:cubicBezTo>
                    <a:pt x="704" y="454"/>
                    <a:pt x="733" y="425"/>
                    <a:pt x="762" y="425"/>
                  </a:cubicBezTo>
                  <a:cubicBezTo>
                    <a:pt x="791" y="425"/>
                    <a:pt x="791" y="396"/>
                    <a:pt x="791" y="366"/>
                  </a:cubicBezTo>
                  <a:cubicBezTo>
                    <a:pt x="791" y="330"/>
                    <a:pt x="762" y="330"/>
                    <a:pt x="733" y="330"/>
                  </a:cubicBezTo>
                  <a:cubicBezTo>
                    <a:pt x="662" y="347"/>
                    <a:pt x="599" y="354"/>
                    <a:pt x="542" y="354"/>
                  </a:cubicBezTo>
                  <a:cubicBezTo>
                    <a:pt x="181" y="354"/>
                    <a:pt x="88" y="59"/>
                    <a:pt x="88" y="59"/>
                  </a:cubicBezTo>
                  <a:cubicBezTo>
                    <a:pt x="88" y="29"/>
                    <a:pt x="59" y="29"/>
                    <a:pt x="59" y="29"/>
                  </a:cubicBezTo>
                  <a:cubicBezTo>
                    <a:pt x="59" y="0"/>
                    <a:pt x="30" y="0"/>
                    <a:pt x="3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2" name="Google Shape;1532;p50">
              <a:extLst>
                <a:ext uri="{FF2B5EF4-FFF2-40B4-BE49-F238E27FC236}">
                  <a16:creationId xmlns:a16="http://schemas.microsoft.com/office/drawing/2014/main" id="{18D2F91D-4F3E-AC99-691D-9556F4F56802}"/>
                </a:ext>
              </a:extLst>
            </p:cNvPr>
            <p:cNvSpPr/>
            <p:nvPr/>
          </p:nvSpPr>
          <p:spPr>
            <a:xfrm>
              <a:off x="2046313" y="2441496"/>
              <a:ext cx="95258" cy="59203"/>
            </a:xfrm>
            <a:custGeom>
              <a:avLst/>
              <a:gdLst/>
              <a:ahLst/>
              <a:cxnLst/>
              <a:rect l="l" t="t" r="r" b="b"/>
              <a:pathLst>
                <a:path w="1897" h="1179" extrusionOk="0">
                  <a:moveTo>
                    <a:pt x="1503" y="0"/>
                  </a:moveTo>
                  <a:cubicBezTo>
                    <a:pt x="1328" y="0"/>
                    <a:pt x="1071" y="97"/>
                    <a:pt x="674" y="381"/>
                  </a:cubicBezTo>
                  <a:cubicBezTo>
                    <a:pt x="0" y="843"/>
                    <a:pt x="396" y="1114"/>
                    <a:pt x="396" y="1114"/>
                  </a:cubicBezTo>
                  <a:cubicBezTo>
                    <a:pt x="459" y="1158"/>
                    <a:pt x="529" y="1179"/>
                    <a:pt x="607" y="1179"/>
                  </a:cubicBezTo>
                  <a:cubicBezTo>
                    <a:pt x="801" y="1179"/>
                    <a:pt x="1048" y="1048"/>
                    <a:pt x="1377" y="813"/>
                  </a:cubicBezTo>
                  <a:cubicBezTo>
                    <a:pt x="1772" y="564"/>
                    <a:pt x="1897" y="294"/>
                    <a:pt x="1772" y="110"/>
                  </a:cubicBezTo>
                  <a:cubicBezTo>
                    <a:pt x="1709" y="47"/>
                    <a:pt x="1626" y="0"/>
                    <a:pt x="1503"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3" name="Google Shape;1533;p50">
              <a:extLst>
                <a:ext uri="{FF2B5EF4-FFF2-40B4-BE49-F238E27FC236}">
                  <a16:creationId xmlns:a16="http://schemas.microsoft.com/office/drawing/2014/main" id="{2866FBBB-2D48-85A7-E64C-B4EEC62EA03B}"/>
                </a:ext>
              </a:extLst>
            </p:cNvPr>
            <p:cNvSpPr/>
            <p:nvPr/>
          </p:nvSpPr>
          <p:spPr>
            <a:xfrm>
              <a:off x="2102955" y="2531228"/>
              <a:ext cx="38615" cy="43235"/>
            </a:xfrm>
            <a:custGeom>
              <a:avLst/>
              <a:gdLst/>
              <a:ahLst/>
              <a:cxnLst/>
              <a:rect l="l" t="t" r="r" b="b"/>
              <a:pathLst>
                <a:path w="769" h="861" extrusionOk="0">
                  <a:moveTo>
                    <a:pt x="337" y="0"/>
                  </a:moveTo>
                  <a:cubicBezTo>
                    <a:pt x="154" y="30"/>
                    <a:pt x="0" y="242"/>
                    <a:pt x="37" y="491"/>
                  </a:cubicBezTo>
                  <a:cubicBezTo>
                    <a:pt x="64" y="713"/>
                    <a:pt x="220" y="861"/>
                    <a:pt x="410" y="861"/>
                  </a:cubicBezTo>
                  <a:cubicBezTo>
                    <a:pt x="427" y="861"/>
                    <a:pt x="444" y="859"/>
                    <a:pt x="461" y="857"/>
                  </a:cubicBezTo>
                  <a:cubicBezTo>
                    <a:pt x="644" y="820"/>
                    <a:pt x="769" y="608"/>
                    <a:pt x="732" y="396"/>
                  </a:cubicBezTo>
                  <a:cubicBezTo>
                    <a:pt x="703" y="154"/>
                    <a:pt x="520" y="0"/>
                    <a:pt x="337"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4" name="Google Shape;1534;p50">
              <a:extLst>
                <a:ext uri="{FF2B5EF4-FFF2-40B4-BE49-F238E27FC236}">
                  <a16:creationId xmlns:a16="http://schemas.microsoft.com/office/drawing/2014/main" id="{9D87014E-446D-DF0F-11E6-24028255328F}"/>
                </a:ext>
              </a:extLst>
            </p:cNvPr>
            <p:cNvSpPr/>
            <p:nvPr/>
          </p:nvSpPr>
          <p:spPr>
            <a:xfrm>
              <a:off x="2290103" y="2506422"/>
              <a:ext cx="38264" cy="43386"/>
            </a:xfrm>
            <a:custGeom>
              <a:avLst/>
              <a:gdLst/>
              <a:ahLst/>
              <a:cxnLst/>
              <a:rect l="l" t="t" r="r" b="b"/>
              <a:pathLst>
                <a:path w="762" h="864" extrusionOk="0">
                  <a:moveTo>
                    <a:pt x="376" y="1"/>
                  </a:moveTo>
                  <a:cubicBezTo>
                    <a:pt x="363" y="1"/>
                    <a:pt x="350" y="2"/>
                    <a:pt x="337" y="4"/>
                  </a:cubicBezTo>
                  <a:cubicBezTo>
                    <a:pt x="117" y="33"/>
                    <a:pt x="0" y="253"/>
                    <a:pt x="29" y="465"/>
                  </a:cubicBezTo>
                  <a:cubicBezTo>
                    <a:pt x="57" y="690"/>
                    <a:pt x="217" y="863"/>
                    <a:pt x="386" y="863"/>
                  </a:cubicBezTo>
                  <a:cubicBezTo>
                    <a:pt x="399" y="863"/>
                    <a:pt x="412" y="862"/>
                    <a:pt x="425" y="860"/>
                  </a:cubicBezTo>
                  <a:cubicBezTo>
                    <a:pt x="637" y="831"/>
                    <a:pt x="762" y="619"/>
                    <a:pt x="732" y="370"/>
                  </a:cubicBezTo>
                  <a:cubicBezTo>
                    <a:pt x="705" y="173"/>
                    <a:pt x="545" y="1"/>
                    <a:pt x="37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5" name="Google Shape;1535;p50">
              <a:extLst>
                <a:ext uri="{FF2B5EF4-FFF2-40B4-BE49-F238E27FC236}">
                  <a16:creationId xmlns:a16="http://schemas.microsoft.com/office/drawing/2014/main" id="{99FF3B16-D826-2977-1096-348A24F0C4D8}"/>
                </a:ext>
              </a:extLst>
            </p:cNvPr>
            <p:cNvSpPr/>
            <p:nvPr/>
          </p:nvSpPr>
          <p:spPr>
            <a:xfrm>
              <a:off x="2262485" y="2415937"/>
              <a:ext cx="99727" cy="47754"/>
            </a:xfrm>
            <a:custGeom>
              <a:avLst/>
              <a:gdLst/>
              <a:ahLst/>
              <a:cxnLst/>
              <a:rect l="l" t="t" r="r" b="b"/>
              <a:pathLst>
                <a:path w="1986" h="951" extrusionOk="0">
                  <a:moveTo>
                    <a:pt x="485" y="1"/>
                  </a:moveTo>
                  <a:cubicBezTo>
                    <a:pt x="252" y="1"/>
                    <a:pt x="145" y="95"/>
                    <a:pt x="89" y="224"/>
                  </a:cubicBezTo>
                  <a:cubicBezTo>
                    <a:pt x="1" y="407"/>
                    <a:pt x="213" y="649"/>
                    <a:pt x="638" y="803"/>
                  </a:cubicBezTo>
                  <a:cubicBezTo>
                    <a:pt x="908" y="897"/>
                    <a:pt x="1128" y="951"/>
                    <a:pt x="1303" y="951"/>
                  </a:cubicBezTo>
                  <a:cubicBezTo>
                    <a:pt x="1466" y="951"/>
                    <a:pt x="1590" y="905"/>
                    <a:pt x="1678" y="803"/>
                  </a:cubicBezTo>
                  <a:cubicBezTo>
                    <a:pt x="1678" y="803"/>
                    <a:pt x="1985" y="466"/>
                    <a:pt x="1187" y="158"/>
                  </a:cubicBezTo>
                  <a:cubicBezTo>
                    <a:pt x="874" y="47"/>
                    <a:pt x="649" y="1"/>
                    <a:pt x="485"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6" name="Google Shape;1536;p50">
              <a:extLst>
                <a:ext uri="{FF2B5EF4-FFF2-40B4-BE49-F238E27FC236}">
                  <a16:creationId xmlns:a16="http://schemas.microsoft.com/office/drawing/2014/main" id="{83C910AE-CC94-55B3-DCCF-2F63E30641E4}"/>
                </a:ext>
              </a:extLst>
            </p:cNvPr>
            <p:cNvSpPr/>
            <p:nvPr/>
          </p:nvSpPr>
          <p:spPr>
            <a:xfrm>
              <a:off x="2187515" y="2452894"/>
              <a:ext cx="77984" cy="128751"/>
            </a:xfrm>
            <a:custGeom>
              <a:avLst/>
              <a:gdLst/>
              <a:ahLst/>
              <a:cxnLst/>
              <a:rect l="l" t="t" r="r" b="b"/>
              <a:pathLst>
                <a:path w="1553" h="2564" extrusionOk="0">
                  <a:moveTo>
                    <a:pt x="29" y="1"/>
                  </a:moveTo>
                  <a:cubicBezTo>
                    <a:pt x="0" y="1"/>
                    <a:pt x="0" y="37"/>
                    <a:pt x="0" y="67"/>
                  </a:cubicBezTo>
                  <a:lnTo>
                    <a:pt x="0" y="220"/>
                  </a:lnTo>
                  <a:cubicBezTo>
                    <a:pt x="0" y="616"/>
                    <a:pt x="29" y="1407"/>
                    <a:pt x="213" y="1590"/>
                  </a:cubicBezTo>
                  <a:cubicBezTo>
                    <a:pt x="256" y="1652"/>
                    <a:pt x="332" y="1705"/>
                    <a:pt x="446" y="1705"/>
                  </a:cubicBezTo>
                  <a:cubicBezTo>
                    <a:pt x="560" y="1705"/>
                    <a:pt x="714" y="1652"/>
                    <a:pt x="915" y="1502"/>
                  </a:cubicBezTo>
                  <a:lnTo>
                    <a:pt x="945" y="1502"/>
                  </a:lnTo>
                  <a:cubicBezTo>
                    <a:pt x="994" y="1448"/>
                    <a:pt x="1055" y="1425"/>
                    <a:pt x="1109" y="1425"/>
                  </a:cubicBezTo>
                  <a:cubicBezTo>
                    <a:pt x="1151" y="1425"/>
                    <a:pt x="1190" y="1439"/>
                    <a:pt x="1216" y="1465"/>
                  </a:cubicBezTo>
                  <a:cubicBezTo>
                    <a:pt x="1369" y="1560"/>
                    <a:pt x="1428" y="1831"/>
                    <a:pt x="1369" y="2051"/>
                  </a:cubicBezTo>
                  <a:cubicBezTo>
                    <a:pt x="1282" y="2293"/>
                    <a:pt x="1033" y="2476"/>
                    <a:pt x="1033" y="2476"/>
                  </a:cubicBezTo>
                  <a:cubicBezTo>
                    <a:pt x="1003" y="2476"/>
                    <a:pt x="1003" y="2505"/>
                    <a:pt x="1003" y="2534"/>
                  </a:cubicBezTo>
                  <a:cubicBezTo>
                    <a:pt x="1003" y="2563"/>
                    <a:pt x="1033" y="2563"/>
                    <a:pt x="1033" y="2563"/>
                  </a:cubicBezTo>
                  <a:lnTo>
                    <a:pt x="1062" y="2563"/>
                  </a:lnTo>
                  <a:cubicBezTo>
                    <a:pt x="1099" y="2534"/>
                    <a:pt x="1369" y="2380"/>
                    <a:pt x="1465" y="2080"/>
                  </a:cubicBezTo>
                  <a:cubicBezTo>
                    <a:pt x="1553" y="1831"/>
                    <a:pt x="1465" y="1531"/>
                    <a:pt x="1282" y="1377"/>
                  </a:cubicBezTo>
                  <a:cubicBezTo>
                    <a:pt x="1230" y="1338"/>
                    <a:pt x="1179" y="1321"/>
                    <a:pt x="1125" y="1321"/>
                  </a:cubicBezTo>
                  <a:cubicBezTo>
                    <a:pt x="1049" y="1321"/>
                    <a:pt x="969" y="1355"/>
                    <a:pt x="879" y="1407"/>
                  </a:cubicBezTo>
                  <a:lnTo>
                    <a:pt x="850" y="1407"/>
                  </a:lnTo>
                  <a:cubicBezTo>
                    <a:pt x="680" y="1540"/>
                    <a:pt x="544" y="1615"/>
                    <a:pt x="436" y="1615"/>
                  </a:cubicBezTo>
                  <a:cubicBezTo>
                    <a:pt x="372" y="1615"/>
                    <a:pt x="318" y="1588"/>
                    <a:pt x="271" y="1531"/>
                  </a:cubicBezTo>
                  <a:cubicBezTo>
                    <a:pt x="147" y="1377"/>
                    <a:pt x="117" y="887"/>
                    <a:pt x="117" y="403"/>
                  </a:cubicBezTo>
                  <a:cubicBezTo>
                    <a:pt x="88" y="279"/>
                    <a:pt x="88" y="154"/>
                    <a:pt x="88" y="37"/>
                  </a:cubicBezTo>
                  <a:cubicBezTo>
                    <a:pt x="88" y="37"/>
                    <a:pt x="59" y="1"/>
                    <a:pt x="2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7" name="Google Shape;1537;p50">
              <a:extLst>
                <a:ext uri="{FF2B5EF4-FFF2-40B4-BE49-F238E27FC236}">
                  <a16:creationId xmlns:a16="http://schemas.microsoft.com/office/drawing/2014/main" id="{D986512B-4C37-A15D-A048-ECE45E19E31D}"/>
                </a:ext>
              </a:extLst>
            </p:cNvPr>
            <p:cNvSpPr/>
            <p:nvPr/>
          </p:nvSpPr>
          <p:spPr>
            <a:xfrm>
              <a:off x="1965067" y="2486739"/>
              <a:ext cx="89031" cy="251175"/>
            </a:xfrm>
            <a:custGeom>
              <a:avLst/>
              <a:gdLst/>
              <a:ahLst/>
              <a:cxnLst/>
              <a:rect l="l" t="t" r="r" b="b"/>
              <a:pathLst>
                <a:path w="1773" h="5002" extrusionOk="0">
                  <a:moveTo>
                    <a:pt x="1011" y="0"/>
                  </a:moveTo>
                  <a:lnTo>
                    <a:pt x="0" y="462"/>
                  </a:lnTo>
                  <a:cubicBezTo>
                    <a:pt x="0" y="462"/>
                    <a:pt x="886" y="1069"/>
                    <a:pt x="798" y="1648"/>
                  </a:cubicBezTo>
                  <a:cubicBezTo>
                    <a:pt x="703" y="2226"/>
                    <a:pt x="491" y="3207"/>
                    <a:pt x="1069" y="3720"/>
                  </a:cubicBezTo>
                  <a:cubicBezTo>
                    <a:pt x="1648" y="4269"/>
                    <a:pt x="1465" y="5001"/>
                    <a:pt x="1465" y="5001"/>
                  </a:cubicBezTo>
                  <a:cubicBezTo>
                    <a:pt x="1772" y="4181"/>
                    <a:pt x="1531" y="3720"/>
                    <a:pt x="1318" y="3237"/>
                  </a:cubicBezTo>
                  <a:cubicBezTo>
                    <a:pt x="1098" y="2746"/>
                    <a:pt x="1377" y="2321"/>
                    <a:pt x="1377" y="1311"/>
                  </a:cubicBezTo>
                  <a:cubicBezTo>
                    <a:pt x="1377" y="337"/>
                    <a:pt x="1011" y="0"/>
                    <a:pt x="101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8" name="Google Shape;1538;p50">
              <a:extLst>
                <a:ext uri="{FF2B5EF4-FFF2-40B4-BE49-F238E27FC236}">
                  <a16:creationId xmlns:a16="http://schemas.microsoft.com/office/drawing/2014/main" id="{C046F992-93E1-998A-26BF-B6E11FB2EF01}"/>
                </a:ext>
              </a:extLst>
            </p:cNvPr>
            <p:cNvSpPr/>
            <p:nvPr/>
          </p:nvSpPr>
          <p:spPr>
            <a:xfrm>
              <a:off x="2384957" y="2456208"/>
              <a:ext cx="82754" cy="248263"/>
            </a:xfrm>
            <a:custGeom>
              <a:avLst/>
              <a:gdLst/>
              <a:ahLst/>
              <a:cxnLst/>
              <a:rect l="l" t="t" r="r" b="b"/>
              <a:pathLst>
                <a:path w="1648" h="4944" extrusionOk="0">
                  <a:moveTo>
                    <a:pt x="279" y="1"/>
                  </a:moveTo>
                  <a:cubicBezTo>
                    <a:pt x="279" y="1"/>
                    <a:pt x="0" y="425"/>
                    <a:pt x="279" y="1370"/>
                  </a:cubicBezTo>
                  <a:cubicBezTo>
                    <a:pt x="520" y="2314"/>
                    <a:pt x="916" y="2681"/>
                    <a:pt x="857" y="3200"/>
                  </a:cubicBezTo>
                  <a:cubicBezTo>
                    <a:pt x="762" y="3720"/>
                    <a:pt x="645" y="4211"/>
                    <a:pt x="1157" y="4943"/>
                  </a:cubicBezTo>
                  <a:cubicBezTo>
                    <a:pt x="1157" y="4943"/>
                    <a:pt x="791" y="4269"/>
                    <a:pt x="1223" y="3596"/>
                  </a:cubicBezTo>
                  <a:cubicBezTo>
                    <a:pt x="1648" y="2929"/>
                    <a:pt x="1157" y="2043"/>
                    <a:pt x="916" y="1524"/>
                  </a:cubicBezTo>
                  <a:cubicBezTo>
                    <a:pt x="703" y="974"/>
                    <a:pt x="1377" y="154"/>
                    <a:pt x="1377" y="154"/>
                  </a:cubicBezTo>
                  <a:lnTo>
                    <a:pt x="279"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9" name="Google Shape;1539;p50">
              <a:extLst>
                <a:ext uri="{FF2B5EF4-FFF2-40B4-BE49-F238E27FC236}">
                  <a16:creationId xmlns:a16="http://schemas.microsoft.com/office/drawing/2014/main" id="{9BA4C848-7872-2A0A-76B7-8FEEFC8FF241}"/>
                </a:ext>
              </a:extLst>
            </p:cNvPr>
            <p:cNvSpPr/>
            <p:nvPr/>
          </p:nvSpPr>
          <p:spPr>
            <a:xfrm>
              <a:off x="2613281" y="2920589"/>
              <a:ext cx="113034" cy="112180"/>
            </a:xfrm>
            <a:custGeom>
              <a:avLst/>
              <a:gdLst/>
              <a:ahLst/>
              <a:cxnLst/>
              <a:rect l="l" t="t" r="r" b="b"/>
              <a:pathLst>
                <a:path w="2251" h="2234" extrusionOk="0">
                  <a:moveTo>
                    <a:pt x="1509" y="0"/>
                  </a:moveTo>
                  <a:cubicBezTo>
                    <a:pt x="1483" y="0"/>
                    <a:pt x="1459" y="7"/>
                    <a:pt x="1436" y="23"/>
                  </a:cubicBezTo>
                  <a:cubicBezTo>
                    <a:pt x="1170" y="170"/>
                    <a:pt x="1659" y="1125"/>
                    <a:pt x="1703" y="1210"/>
                  </a:cubicBezTo>
                  <a:lnTo>
                    <a:pt x="1703" y="1210"/>
                  </a:lnTo>
                  <a:cubicBezTo>
                    <a:pt x="1659" y="1125"/>
                    <a:pt x="1153" y="168"/>
                    <a:pt x="965" y="168"/>
                  </a:cubicBezTo>
                  <a:cubicBezTo>
                    <a:pt x="945" y="168"/>
                    <a:pt x="928" y="180"/>
                    <a:pt x="916" y="206"/>
                  </a:cubicBezTo>
                  <a:cubicBezTo>
                    <a:pt x="791" y="484"/>
                    <a:pt x="1311" y="1458"/>
                    <a:pt x="1311" y="1458"/>
                  </a:cubicBezTo>
                  <a:cubicBezTo>
                    <a:pt x="1311" y="1458"/>
                    <a:pt x="852" y="644"/>
                    <a:pt x="539" y="644"/>
                  </a:cubicBezTo>
                  <a:cubicBezTo>
                    <a:pt x="509" y="644"/>
                    <a:pt x="481" y="651"/>
                    <a:pt x="455" y="667"/>
                  </a:cubicBezTo>
                  <a:cubicBezTo>
                    <a:pt x="180" y="834"/>
                    <a:pt x="713" y="1588"/>
                    <a:pt x="807" y="1717"/>
                  </a:cubicBezTo>
                  <a:lnTo>
                    <a:pt x="807" y="1717"/>
                  </a:lnTo>
                  <a:cubicBezTo>
                    <a:pt x="733" y="1619"/>
                    <a:pt x="386" y="1169"/>
                    <a:pt x="182" y="1169"/>
                  </a:cubicBezTo>
                  <a:cubicBezTo>
                    <a:pt x="145" y="1169"/>
                    <a:pt x="113" y="1183"/>
                    <a:pt x="88" y="1216"/>
                  </a:cubicBezTo>
                  <a:cubicBezTo>
                    <a:pt x="1" y="1370"/>
                    <a:pt x="271" y="1795"/>
                    <a:pt x="491" y="2036"/>
                  </a:cubicBezTo>
                  <a:cubicBezTo>
                    <a:pt x="592" y="2163"/>
                    <a:pt x="743" y="2233"/>
                    <a:pt x="896" y="2233"/>
                  </a:cubicBezTo>
                  <a:cubicBezTo>
                    <a:pt x="964" y="2233"/>
                    <a:pt x="1033" y="2219"/>
                    <a:pt x="1099" y="2190"/>
                  </a:cubicBezTo>
                  <a:cubicBezTo>
                    <a:pt x="1282" y="2102"/>
                    <a:pt x="1436" y="1978"/>
                    <a:pt x="1436" y="1978"/>
                  </a:cubicBezTo>
                  <a:cubicBezTo>
                    <a:pt x="1406" y="1948"/>
                    <a:pt x="2102" y="1487"/>
                    <a:pt x="2197" y="1158"/>
                  </a:cubicBezTo>
                  <a:cubicBezTo>
                    <a:pt x="2251" y="849"/>
                    <a:pt x="1795" y="0"/>
                    <a:pt x="1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10" name="Google Shape;1540;p50">
              <a:extLst>
                <a:ext uri="{FF2B5EF4-FFF2-40B4-BE49-F238E27FC236}">
                  <a16:creationId xmlns:a16="http://schemas.microsoft.com/office/drawing/2014/main" id="{CCAF3AC3-F1C2-539F-963A-745FB9975879}"/>
                </a:ext>
              </a:extLst>
            </p:cNvPr>
            <p:cNvSpPr/>
            <p:nvPr/>
          </p:nvSpPr>
          <p:spPr>
            <a:xfrm>
              <a:off x="2607055" y="2917275"/>
              <a:ext cx="122826" cy="119562"/>
            </a:xfrm>
            <a:custGeom>
              <a:avLst/>
              <a:gdLst/>
              <a:ahLst/>
              <a:cxnLst/>
              <a:rect l="l" t="t" r="r" b="b"/>
              <a:pathLst>
                <a:path w="2446" h="2381" extrusionOk="0">
                  <a:moveTo>
                    <a:pt x="1622" y="142"/>
                  </a:moveTo>
                  <a:cubicBezTo>
                    <a:pt x="1653" y="142"/>
                    <a:pt x="1696" y="163"/>
                    <a:pt x="1743" y="184"/>
                  </a:cubicBezTo>
                  <a:cubicBezTo>
                    <a:pt x="1984" y="367"/>
                    <a:pt x="2292" y="975"/>
                    <a:pt x="2263" y="1187"/>
                  </a:cubicBezTo>
                  <a:cubicBezTo>
                    <a:pt x="2197" y="1436"/>
                    <a:pt x="1801" y="1736"/>
                    <a:pt x="1618" y="1890"/>
                  </a:cubicBezTo>
                  <a:cubicBezTo>
                    <a:pt x="1530" y="1956"/>
                    <a:pt x="1494" y="1985"/>
                    <a:pt x="1494" y="2014"/>
                  </a:cubicBezTo>
                  <a:cubicBezTo>
                    <a:pt x="1465" y="2044"/>
                    <a:pt x="1347" y="2102"/>
                    <a:pt x="1194" y="2197"/>
                  </a:cubicBezTo>
                  <a:cubicBezTo>
                    <a:pt x="1135" y="2225"/>
                    <a:pt x="1074" y="2239"/>
                    <a:pt x="1014" y="2239"/>
                  </a:cubicBezTo>
                  <a:cubicBezTo>
                    <a:pt x="885" y="2239"/>
                    <a:pt x="759" y="2178"/>
                    <a:pt x="674" y="2073"/>
                  </a:cubicBezTo>
                  <a:cubicBezTo>
                    <a:pt x="308" y="1619"/>
                    <a:pt x="249" y="1370"/>
                    <a:pt x="278" y="1311"/>
                  </a:cubicBezTo>
                  <a:lnTo>
                    <a:pt x="308" y="1311"/>
                  </a:lnTo>
                  <a:cubicBezTo>
                    <a:pt x="432" y="1311"/>
                    <a:pt x="703" y="1590"/>
                    <a:pt x="857" y="1831"/>
                  </a:cubicBezTo>
                  <a:cubicBezTo>
                    <a:pt x="886" y="1831"/>
                    <a:pt x="886" y="1831"/>
                    <a:pt x="886" y="1861"/>
                  </a:cubicBezTo>
                  <a:cubicBezTo>
                    <a:pt x="901" y="1875"/>
                    <a:pt x="915" y="1883"/>
                    <a:pt x="931" y="1883"/>
                  </a:cubicBezTo>
                  <a:cubicBezTo>
                    <a:pt x="946" y="1883"/>
                    <a:pt x="963" y="1875"/>
                    <a:pt x="981" y="1861"/>
                  </a:cubicBezTo>
                  <a:cubicBezTo>
                    <a:pt x="1011" y="1831"/>
                    <a:pt x="1011" y="1802"/>
                    <a:pt x="1011" y="1773"/>
                  </a:cubicBezTo>
                  <a:cubicBezTo>
                    <a:pt x="981" y="1773"/>
                    <a:pt x="981" y="1736"/>
                    <a:pt x="981" y="1736"/>
                  </a:cubicBezTo>
                  <a:cubicBezTo>
                    <a:pt x="827" y="1524"/>
                    <a:pt x="520" y="1041"/>
                    <a:pt x="579" y="858"/>
                  </a:cubicBezTo>
                  <a:cubicBezTo>
                    <a:pt x="579" y="821"/>
                    <a:pt x="579" y="792"/>
                    <a:pt x="615" y="792"/>
                  </a:cubicBezTo>
                  <a:cubicBezTo>
                    <a:pt x="627" y="784"/>
                    <a:pt x="641" y="781"/>
                    <a:pt x="655" y="781"/>
                  </a:cubicBezTo>
                  <a:cubicBezTo>
                    <a:pt x="825" y="781"/>
                    <a:pt x="1181" y="1217"/>
                    <a:pt x="1377" y="1553"/>
                  </a:cubicBezTo>
                  <a:cubicBezTo>
                    <a:pt x="1377" y="1590"/>
                    <a:pt x="1435" y="1590"/>
                    <a:pt x="1465" y="1590"/>
                  </a:cubicBezTo>
                  <a:cubicBezTo>
                    <a:pt x="1494" y="1553"/>
                    <a:pt x="1494" y="1524"/>
                    <a:pt x="1494" y="1495"/>
                  </a:cubicBezTo>
                  <a:cubicBezTo>
                    <a:pt x="1281" y="1128"/>
                    <a:pt x="1011" y="491"/>
                    <a:pt x="1098" y="308"/>
                  </a:cubicBezTo>
                  <a:lnTo>
                    <a:pt x="1098" y="308"/>
                  </a:lnTo>
                  <a:cubicBezTo>
                    <a:pt x="1194" y="338"/>
                    <a:pt x="1465" y="704"/>
                    <a:pt x="1714" y="1187"/>
                  </a:cubicBezTo>
                  <a:cubicBezTo>
                    <a:pt x="1743" y="1253"/>
                    <a:pt x="1772" y="1282"/>
                    <a:pt x="1772" y="1311"/>
                  </a:cubicBezTo>
                  <a:cubicBezTo>
                    <a:pt x="1801" y="1341"/>
                    <a:pt x="1831" y="1341"/>
                    <a:pt x="1860" y="1341"/>
                  </a:cubicBezTo>
                  <a:cubicBezTo>
                    <a:pt x="1897" y="1311"/>
                    <a:pt x="1926" y="1282"/>
                    <a:pt x="1897" y="1253"/>
                  </a:cubicBezTo>
                  <a:cubicBezTo>
                    <a:pt x="1897" y="1224"/>
                    <a:pt x="1860" y="1158"/>
                    <a:pt x="1831" y="1128"/>
                  </a:cubicBezTo>
                  <a:cubicBezTo>
                    <a:pt x="1648" y="733"/>
                    <a:pt x="1465" y="213"/>
                    <a:pt x="1589" y="155"/>
                  </a:cubicBezTo>
                  <a:cubicBezTo>
                    <a:pt x="1598" y="146"/>
                    <a:pt x="1609" y="142"/>
                    <a:pt x="1622" y="142"/>
                  </a:cubicBezTo>
                  <a:close/>
                  <a:moveTo>
                    <a:pt x="1645" y="1"/>
                  </a:moveTo>
                  <a:cubicBezTo>
                    <a:pt x="1596" y="1"/>
                    <a:pt x="1560" y="15"/>
                    <a:pt x="1530" y="30"/>
                  </a:cubicBezTo>
                  <a:cubicBezTo>
                    <a:pt x="1406" y="89"/>
                    <a:pt x="1406" y="272"/>
                    <a:pt x="1435" y="455"/>
                  </a:cubicBezTo>
                  <a:cubicBezTo>
                    <a:pt x="1311" y="272"/>
                    <a:pt x="1164" y="155"/>
                    <a:pt x="1098" y="155"/>
                  </a:cubicBezTo>
                  <a:cubicBezTo>
                    <a:pt x="1069" y="155"/>
                    <a:pt x="1011" y="184"/>
                    <a:pt x="981" y="242"/>
                  </a:cubicBezTo>
                  <a:cubicBezTo>
                    <a:pt x="915" y="367"/>
                    <a:pt x="981" y="638"/>
                    <a:pt x="1069" y="916"/>
                  </a:cubicBezTo>
                  <a:cubicBezTo>
                    <a:pt x="925" y="772"/>
                    <a:pt x="780" y="645"/>
                    <a:pt x="650" y="645"/>
                  </a:cubicBezTo>
                  <a:cubicBezTo>
                    <a:pt x="615" y="645"/>
                    <a:pt x="582" y="654"/>
                    <a:pt x="549" y="674"/>
                  </a:cubicBezTo>
                  <a:cubicBezTo>
                    <a:pt x="491" y="704"/>
                    <a:pt x="461" y="762"/>
                    <a:pt x="432" y="821"/>
                  </a:cubicBezTo>
                  <a:cubicBezTo>
                    <a:pt x="395" y="945"/>
                    <a:pt x="461" y="1099"/>
                    <a:pt x="520" y="1253"/>
                  </a:cubicBezTo>
                  <a:cubicBezTo>
                    <a:pt x="461" y="1187"/>
                    <a:pt x="366" y="1158"/>
                    <a:pt x="308" y="1158"/>
                  </a:cubicBezTo>
                  <a:cubicBezTo>
                    <a:pt x="249" y="1158"/>
                    <a:pt x="212" y="1187"/>
                    <a:pt x="183" y="1253"/>
                  </a:cubicBezTo>
                  <a:cubicBezTo>
                    <a:pt x="125" y="1282"/>
                    <a:pt x="0" y="1465"/>
                    <a:pt x="549" y="2168"/>
                  </a:cubicBezTo>
                  <a:cubicBezTo>
                    <a:pt x="674" y="2285"/>
                    <a:pt x="827" y="2381"/>
                    <a:pt x="1011" y="2381"/>
                  </a:cubicBezTo>
                  <a:cubicBezTo>
                    <a:pt x="1098" y="2381"/>
                    <a:pt x="1194" y="2351"/>
                    <a:pt x="1252" y="2322"/>
                  </a:cubicBezTo>
                  <a:cubicBezTo>
                    <a:pt x="1494" y="2197"/>
                    <a:pt x="1589" y="2102"/>
                    <a:pt x="1618" y="2073"/>
                  </a:cubicBezTo>
                  <a:cubicBezTo>
                    <a:pt x="1618" y="2073"/>
                    <a:pt x="1677" y="2014"/>
                    <a:pt x="1714" y="1985"/>
                  </a:cubicBezTo>
                  <a:cubicBezTo>
                    <a:pt x="1926" y="1831"/>
                    <a:pt x="2321" y="1495"/>
                    <a:pt x="2380" y="1224"/>
                  </a:cubicBezTo>
                  <a:cubicBezTo>
                    <a:pt x="2446" y="945"/>
                    <a:pt x="2109" y="272"/>
                    <a:pt x="1831" y="59"/>
                  </a:cubicBezTo>
                  <a:cubicBezTo>
                    <a:pt x="1754" y="15"/>
                    <a:pt x="1693" y="1"/>
                    <a:pt x="164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Tree>
    <p:extLst>
      <p:ext uri="{BB962C8B-B14F-4D97-AF65-F5344CB8AC3E}">
        <p14:creationId xmlns:p14="http://schemas.microsoft.com/office/powerpoint/2010/main" val="399467070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9">
          <a:extLst>
            <a:ext uri="{FF2B5EF4-FFF2-40B4-BE49-F238E27FC236}">
              <a16:creationId xmlns:a16="http://schemas.microsoft.com/office/drawing/2014/main" id="{96564CE8-574C-6509-537C-F51A4F977257}"/>
            </a:ext>
          </a:extLst>
        </p:cNvPr>
        <p:cNvGrpSpPr/>
        <p:nvPr/>
      </p:nvGrpSpPr>
      <p:grpSpPr>
        <a:xfrm>
          <a:off x="0" y="0"/>
          <a:ext cx="0" cy="0"/>
          <a:chOff x="0" y="0"/>
          <a:chExt cx="0" cy="0"/>
        </a:xfrm>
      </p:grpSpPr>
      <p:sp>
        <p:nvSpPr>
          <p:cNvPr id="1582" name="Google Shape;1582;p51">
            <a:extLst>
              <a:ext uri="{FF2B5EF4-FFF2-40B4-BE49-F238E27FC236}">
                <a16:creationId xmlns:a16="http://schemas.microsoft.com/office/drawing/2014/main" id="{B4A7B8DA-44F5-2F53-C11D-399C058ECFD1}"/>
              </a:ext>
            </a:extLst>
          </p:cNvPr>
          <p:cNvSpPr txBox="1">
            <a:spLocks noGrp="1"/>
          </p:cNvSpPr>
          <p:nvPr>
            <p:ph type="title" idx="15"/>
          </p:nvPr>
        </p:nvSpPr>
        <p:spPr>
          <a:xfrm>
            <a:off x="861249" y="1168129"/>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1800" dirty="0"/>
              <a:t>技术概览</a:t>
            </a:r>
            <a:endParaRPr lang="zh-CN" altLang="en-GB" sz="1800" dirty="0"/>
          </a:p>
        </p:txBody>
      </p:sp>
      <p:sp>
        <p:nvSpPr>
          <p:cNvPr id="9" name="Google Shape;1215;p48">
            <a:extLst>
              <a:ext uri="{FF2B5EF4-FFF2-40B4-BE49-F238E27FC236}">
                <a16:creationId xmlns:a16="http://schemas.microsoft.com/office/drawing/2014/main" id="{887D729B-ED8F-C208-CA85-6FB7ECFC7058}"/>
              </a:ext>
            </a:extLst>
          </p:cNvPr>
          <p:cNvSpPr txBox="1">
            <a:spLocks/>
          </p:cNvSpPr>
          <p:nvPr/>
        </p:nvSpPr>
        <p:spPr>
          <a:xfrm>
            <a:off x="646489" y="821973"/>
            <a:ext cx="3845091" cy="3335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2500"/>
              <a:buFont typeface="Yanone Kaffeesatz"/>
              <a:buNone/>
              <a:defRPr sz="2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2pPr>
            <a:lvl3pPr marR="0" lvl="2"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3pPr>
            <a:lvl4pPr marR="0" lvl="3"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4pPr>
            <a:lvl5pPr marR="0" lvl="4"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5pPr>
            <a:lvl6pPr marR="0" lvl="5"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6pPr>
            <a:lvl7pPr marR="0" lvl="6"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7pPr>
            <a:lvl8pPr marR="0" lvl="7"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8pPr>
            <a:lvl9pPr marR="0" lvl="8"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9pPr>
          </a:lstStyle>
          <a:p>
            <a:pPr algn="l"/>
            <a:r>
              <a:rPr lang="zh-CN" altLang="en-US" sz="4400" b="0"/>
              <a:t>项目概述</a:t>
            </a:r>
            <a:endParaRPr lang="zh-CN" altLang="en-US" sz="4400" b="0" dirty="0"/>
          </a:p>
        </p:txBody>
      </p:sp>
      <p:sp>
        <p:nvSpPr>
          <p:cNvPr id="32" name="Google Shape;1582;p51">
            <a:extLst>
              <a:ext uri="{FF2B5EF4-FFF2-40B4-BE49-F238E27FC236}">
                <a16:creationId xmlns:a16="http://schemas.microsoft.com/office/drawing/2014/main" id="{95A86B7A-1608-A173-B715-D3B8624266DE}"/>
              </a:ext>
            </a:extLst>
          </p:cNvPr>
          <p:cNvSpPr txBox="1">
            <a:spLocks/>
          </p:cNvSpPr>
          <p:nvPr/>
        </p:nvSpPr>
        <p:spPr>
          <a:xfrm>
            <a:off x="5105589" y="3326264"/>
            <a:ext cx="2240091" cy="102389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3500"/>
              <a:buFont typeface="Yanone Kaffeesatz"/>
              <a:buNone/>
              <a:defRPr sz="3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2pPr>
            <a:lvl3pPr marR="0" lvl="2"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3pPr>
            <a:lvl4pPr marR="0" lvl="3"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4pPr>
            <a:lvl5pPr marR="0" lvl="4"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5pPr>
            <a:lvl6pPr marR="0" lvl="5"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6pPr>
            <a:lvl7pPr marR="0" lvl="6"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7pPr>
            <a:lvl8pPr marR="0" lvl="7"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8pPr>
            <a:lvl9pPr marR="0" lvl="8"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9pPr>
          </a:lstStyle>
          <a:p>
            <a:pPr marL="457200" indent="-457200" algn="l">
              <a:lnSpc>
                <a:spcPct val="200000"/>
              </a:lnSpc>
              <a:buFont typeface="+mj-lt"/>
              <a:buAutoNum type="arabicPeriod" startAt="2"/>
            </a:pPr>
            <a:r>
              <a:rPr lang="en-US" altLang="zh-CN" sz="2400" dirty="0">
                <a:effectLst>
                  <a:outerShdw blurRad="50800" dist="38100" algn="l" rotWithShape="0">
                    <a:prstClr val="black">
                      <a:alpha val="40000"/>
                    </a:prstClr>
                  </a:outerShdw>
                </a:effectLst>
              </a:rPr>
              <a:t>AI</a:t>
            </a:r>
            <a:r>
              <a:rPr lang="zh-CN" altLang="en-US" sz="2400" dirty="0">
                <a:effectLst>
                  <a:outerShdw blurRad="50800" dist="38100" algn="l" rotWithShape="0">
                    <a:prstClr val="black">
                      <a:alpha val="40000"/>
                    </a:prstClr>
                  </a:outerShdw>
                </a:effectLst>
              </a:rPr>
              <a:t>接口</a:t>
            </a:r>
            <a:endParaRPr lang="zh-CN" altLang="en-GB" sz="1800" b="0" dirty="0"/>
          </a:p>
        </p:txBody>
      </p:sp>
      <p:sp>
        <p:nvSpPr>
          <p:cNvPr id="40" name="Google Shape;1582;p51">
            <a:extLst>
              <a:ext uri="{FF2B5EF4-FFF2-40B4-BE49-F238E27FC236}">
                <a16:creationId xmlns:a16="http://schemas.microsoft.com/office/drawing/2014/main" id="{056A7721-0C46-267F-1001-C439B77EC762}"/>
              </a:ext>
            </a:extLst>
          </p:cNvPr>
          <p:cNvSpPr txBox="1">
            <a:spLocks/>
          </p:cNvSpPr>
          <p:nvPr/>
        </p:nvSpPr>
        <p:spPr>
          <a:xfrm>
            <a:off x="2699723" y="1168129"/>
            <a:ext cx="2240091" cy="102389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3500"/>
              <a:buFont typeface="Yanone Kaffeesatz"/>
              <a:buNone/>
              <a:defRPr sz="3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2pPr>
            <a:lvl3pPr marR="0" lvl="2"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3pPr>
            <a:lvl4pPr marR="0" lvl="3"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4pPr>
            <a:lvl5pPr marR="0" lvl="4"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5pPr>
            <a:lvl6pPr marR="0" lvl="5"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6pPr>
            <a:lvl7pPr marR="0" lvl="6"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7pPr>
            <a:lvl8pPr marR="0" lvl="7"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8pPr>
            <a:lvl9pPr marR="0" lvl="8"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9pPr>
          </a:lstStyle>
          <a:p>
            <a:pPr marL="342900" indent="-342900" algn="l">
              <a:lnSpc>
                <a:spcPct val="200000"/>
              </a:lnSpc>
              <a:buAutoNum type="arabicPeriod"/>
            </a:pPr>
            <a:r>
              <a:rPr lang="en-US" altLang="zh-CN" sz="2400" dirty="0" err="1">
                <a:effectLst>
                  <a:outerShdw blurRad="50800" dist="38100" algn="l" rotWithShape="0">
                    <a:prstClr val="black">
                      <a:alpha val="40000"/>
                    </a:prstClr>
                  </a:outerShdw>
                </a:effectLst>
              </a:rPr>
              <a:t>ChromaDB</a:t>
            </a:r>
            <a:endParaRPr lang="zh-CN" altLang="en-US" sz="2400" dirty="0">
              <a:effectLst>
                <a:outerShdw blurRad="50800" dist="38100" algn="l" rotWithShape="0">
                  <a:prstClr val="black">
                    <a:alpha val="40000"/>
                  </a:prstClr>
                </a:outerShdw>
              </a:effectLst>
            </a:endParaRPr>
          </a:p>
          <a:p>
            <a:pPr algn="l">
              <a:lnSpc>
                <a:spcPct val="200000"/>
              </a:lnSpc>
            </a:pPr>
            <a:endParaRPr lang="zh-CN" altLang="en-GB" sz="1800" b="0" dirty="0"/>
          </a:p>
        </p:txBody>
      </p:sp>
      <p:pic>
        <p:nvPicPr>
          <p:cNvPr id="2" name="图片 1">
            <a:extLst>
              <a:ext uri="{FF2B5EF4-FFF2-40B4-BE49-F238E27FC236}">
                <a16:creationId xmlns:a16="http://schemas.microsoft.com/office/drawing/2014/main" id="{BC6A301C-9D4F-6C63-4786-44C0171C8404}"/>
              </a:ext>
            </a:extLst>
          </p:cNvPr>
          <p:cNvPicPr>
            <a:picLocks noChangeAspect="1"/>
          </p:cNvPicPr>
          <p:nvPr/>
        </p:nvPicPr>
        <p:blipFill>
          <a:blip r:embed="rId3"/>
          <a:srcRect l="50501"/>
          <a:stretch>
            <a:fillRect/>
          </a:stretch>
        </p:blipFill>
        <p:spPr>
          <a:xfrm>
            <a:off x="2772697" y="3326264"/>
            <a:ext cx="1940552" cy="1148981"/>
          </a:xfrm>
          <a:prstGeom prst="rect">
            <a:avLst/>
          </a:prstGeom>
        </p:spPr>
      </p:pic>
      <p:pic>
        <p:nvPicPr>
          <p:cNvPr id="4" name="图片 3">
            <a:extLst>
              <a:ext uri="{FF2B5EF4-FFF2-40B4-BE49-F238E27FC236}">
                <a16:creationId xmlns:a16="http://schemas.microsoft.com/office/drawing/2014/main" id="{0F6C0398-B7F7-D618-4413-34F5379523A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4816884" y="900992"/>
            <a:ext cx="3562695" cy="1383164"/>
          </a:xfrm>
          <a:prstGeom prst="rect">
            <a:avLst/>
          </a:prstGeom>
        </p:spPr>
      </p:pic>
      <p:pic>
        <p:nvPicPr>
          <p:cNvPr id="5" name="图片 4">
            <a:extLst>
              <a:ext uri="{FF2B5EF4-FFF2-40B4-BE49-F238E27FC236}">
                <a16:creationId xmlns:a16="http://schemas.microsoft.com/office/drawing/2014/main" id="{A995A2F3-B4DF-F233-6572-9325CDE123EF}"/>
              </a:ext>
            </a:extLst>
          </p:cNvPr>
          <p:cNvPicPr>
            <a:picLocks noChangeAspect="1"/>
          </p:cNvPicPr>
          <p:nvPr/>
        </p:nvPicPr>
        <p:blipFill>
          <a:blip r:embed="rId6"/>
          <a:stretch>
            <a:fillRect/>
          </a:stretch>
        </p:blipFill>
        <p:spPr>
          <a:xfrm>
            <a:off x="764857" y="3326264"/>
            <a:ext cx="2066925" cy="1148981"/>
          </a:xfrm>
          <a:prstGeom prst="rect">
            <a:avLst/>
          </a:prstGeom>
        </p:spPr>
      </p:pic>
    </p:spTree>
    <p:extLst>
      <p:ext uri="{BB962C8B-B14F-4D97-AF65-F5344CB8AC3E}">
        <p14:creationId xmlns:p14="http://schemas.microsoft.com/office/powerpoint/2010/main" val="42246464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9">
          <a:extLst>
            <a:ext uri="{FF2B5EF4-FFF2-40B4-BE49-F238E27FC236}">
              <a16:creationId xmlns:a16="http://schemas.microsoft.com/office/drawing/2014/main" id="{38EA62DE-AEB1-5B1E-4D2C-3105A13E5E87}"/>
            </a:ext>
          </a:extLst>
        </p:cNvPr>
        <p:cNvGrpSpPr/>
        <p:nvPr/>
      </p:nvGrpSpPr>
      <p:grpSpPr>
        <a:xfrm>
          <a:off x="0" y="0"/>
          <a:ext cx="0" cy="0"/>
          <a:chOff x="0" y="0"/>
          <a:chExt cx="0" cy="0"/>
        </a:xfrm>
      </p:grpSpPr>
      <p:sp>
        <p:nvSpPr>
          <p:cNvPr id="1582" name="Google Shape;1582;p51">
            <a:extLst>
              <a:ext uri="{FF2B5EF4-FFF2-40B4-BE49-F238E27FC236}">
                <a16:creationId xmlns:a16="http://schemas.microsoft.com/office/drawing/2014/main" id="{72FCE2B9-F21B-F304-76D4-7ABC7D2E345F}"/>
              </a:ext>
            </a:extLst>
          </p:cNvPr>
          <p:cNvSpPr txBox="1">
            <a:spLocks noGrp="1"/>
          </p:cNvSpPr>
          <p:nvPr>
            <p:ph type="title" idx="15"/>
          </p:nvPr>
        </p:nvSpPr>
        <p:spPr>
          <a:xfrm>
            <a:off x="861249" y="1168129"/>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1800"/>
              <a:t>视觉亮点</a:t>
            </a:r>
            <a:endParaRPr lang="zh-CN" altLang="en-GB" sz="1800" dirty="0"/>
          </a:p>
        </p:txBody>
      </p:sp>
      <p:sp>
        <p:nvSpPr>
          <p:cNvPr id="9" name="Google Shape;1215;p48">
            <a:extLst>
              <a:ext uri="{FF2B5EF4-FFF2-40B4-BE49-F238E27FC236}">
                <a16:creationId xmlns:a16="http://schemas.microsoft.com/office/drawing/2014/main" id="{984C1791-3317-0564-6B12-8E27AB9C84BF}"/>
              </a:ext>
            </a:extLst>
          </p:cNvPr>
          <p:cNvSpPr txBox="1">
            <a:spLocks/>
          </p:cNvSpPr>
          <p:nvPr/>
        </p:nvSpPr>
        <p:spPr>
          <a:xfrm>
            <a:off x="646489" y="821973"/>
            <a:ext cx="3845091" cy="3335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2500"/>
              <a:buFont typeface="Yanone Kaffeesatz"/>
              <a:buNone/>
              <a:defRPr sz="2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2pPr>
            <a:lvl3pPr marR="0" lvl="2"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3pPr>
            <a:lvl4pPr marR="0" lvl="3"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4pPr>
            <a:lvl5pPr marR="0" lvl="4"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5pPr>
            <a:lvl6pPr marR="0" lvl="5"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6pPr>
            <a:lvl7pPr marR="0" lvl="6"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7pPr>
            <a:lvl8pPr marR="0" lvl="7"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8pPr>
            <a:lvl9pPr marR="0" lvl="8" algn="ctr" rtl="0">
              <a:lnSpc>
                <a:spcPct val="100000"/>
              </a:lnSpc>
              <a:spcBef>
                <a:spcPct val="0"/>
              </a:spcBef>
              <a:spcAft>
                <a:spcPct val="0"/>
              </a:spcAft>
              <a:buClr>
                <a:srgbClr val="000000"/>
              </a:buClr>
              <a:buSzPts val="2500"/>
              <a:buFont typeface="Yanone Kaffeesatz"/>
              <a:buNone/>
              <a:defRPr sz="2500" b="1" i="0" u="none" strike="noStrike" cap="none">
                <a:solidFill>
                  <a:srgbClr val="000000"/>
                </a:solidFill>
                <a:latin typeface="Yanone Kaffeesatz"/>
                <a:ea typeface="Yanone Kaffeesatz"/>
                <a:cs typeface="Yanone Kaffeesatz"/>
                <a:sym typeface="Yanone Kaffeesatz"/>
              </a:defRPr>
            </a:lvl9pPr>
          </a:lstStyle>
          <a:p>
            <a:pPr algn="l"/>
            <a:r>
              <a:rPr lang="zh-CN" altLang="en-US" sz="4400" b="0"/>
              <a:t>项目概述</a:t>
            </a:r>
            <a:endParaRPr lang="zh-CN" altLang="en-US" sz="4400" b="0" dirty="0"/>
          </a:p>
        </p:txBody>
      </p:sp>
      <p:sp>
        <p:nvSpPr>
          <p:cNvPr id="32" name="Google Shape;1582;p51">
            <a:extLst>
              <a:ext uri="{FF2B5EF4-FFF2-40B4-BE49-F238E27FC236}">
                <a16:creationId xmlns:a16="http://schemas.microsoft.com/office/drawing/2014/main" id="{CA7E1BAD-2728-4D3C-3660-A9722A951351}"/>
              </a:ext>
            </a:extLst>
          </p:cNvPr>
          <p:cNvSpPr txBox="1">
            <a:spLocks/>
          </p:cNvSpPr>
          <p:nvPr/>
        </p:nvSpPr>
        <p:spPr>
          <a:xfrm>
            <a:off x="5282445" y="3242444"/>
            <a:ext cx="2240091" cy="102389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3500"/>
              <a:buFont typeface="Yanone Kaffeesatz"/>
              <a:buNone/>
              <a:defRPr sz="3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2pPr>
            <a:lvl3pPr marR="0" lvl="2"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3pPr>
            <a:lvl4pPr marR="0" lvl="3"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4pPr>
            <a:lvl5pPr marR="0" lvl="4"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5pPr>
            <a:lvl6pPr marR="0" lvl="5"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6pPr>
            <a:lvl7pPr marR="0" lvl="6"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7pPr>
            <a:lvl8pPr marR="0" lvl="7"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8pPr>
            <a:lvl9pPr marR="0" lvl="8"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9pPr>
          </a:lstStyle>
          <a:p>
            <a:pPr marL="457200" indent="-457200" algn="l">
              <a:lnSpc>
                <a:spcPct val="200000"/>
              </a:lnSpc>
              <a:buFont typeface="+mj-lt"/>
              <a:buAutoNum type="arabicPeriod" startAt="4"/>
            </a:pPr>
            <a:r>
              <a:rPr lang="zh-CN" altLang="en-US" sz="2400" dirty="0">
                <a:effectLst>
                  <a:outerShdw blurRad="50800" dist="38100" algn="l" rotWithShape="0">
                    <a:prstClr val="black">
                      <a:alpha val="40000"/>
                    </a:prstClr>
                  </a:outerShdw>
                </a:effectLst>
              </a:rPr>
              <a:t>白天</a:t>
            </a:r>
            <a:r>
              <a:rPr lang="en-US" altLang="zh-CN" sz="2400" dirty="0">
                <a:effectLst>
                  <a:outerShdw blurRad="50800" dist="38100" algn="l" rotWithShape="0">
                    <a:prstClr val="black">
                      <a:alpha val="40000"/>
                    </a:prstClr>
                  </a:outerShdw>
                </a:effectLst>
              </a:rPr>
              <a:t>/</a:t>
            </a:r>
            <a:r>
              <a:rPr lang="zh-CN" altLang="en-US" sz="2400" dirty="0">
                <a:effectLst>
                  <a:outerShdw blurRad="50800" dist="38100" algn="l" rotWithShape="0">
                    <a:prstClr val="black">
                      <a:alpha val="40000"/>
                    </a:prstClr>
                  </a:outerShdw>
                </a:effectLst>
              </a:rPr>
              <a:t>夜间模式</a:t>
            </a:r>
            <a:endParaRPr lang="zh-CN" altLang="en-GB" sz="1800" b="0" dirty="0"/>
          </a:p>
        </p:txBody>
      </p:sp>
      <p:sp>
        <p:nvSpPr>
          <p:cNvPr id="40" name="Google Shape;1582;p51">
            <a:extLst>
              <a:ext uri="{FF2B5EF4-FFF2-40B4-BE49-F238E27FC236}">
                <a16:creationId xmlns:a16="http://schemas.microsoft.com/office/drawing/2014/main" id="{A54FEEBC-0A8B-277C-F4D6-984C0EC30B4B}"/>
              </a:ext>
            </a:extLst>
          </p:cNvPr>
          <p:cNvSpPr txBox="1">
            <a:spLocks/>
          </p:cNvSpPr>
          <p:nvPr/>
        </p:nvSpPr>
        <p:spPr>
          <a:xfrm>
            <a:off x="2646921" y="1359829"/>
            <a:ext cx="2240091" cy="102389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ctr" rtl="0">
              <a:lnSpc>
                <a:spcPct val="100000"/>
              </a:lnSpc>
              <a:spcBef>
                <a:spcPct val="0"/>
              </a:spcBef>
              <a:spcAft>
                <a:spcPct val="0"/>
              </a:spcAft>
              <a:buClr>
                <a:schemeClr val="accent2"/>
              </a:buClr>
              <a:buSzPts val="3500"/>
              <a:buFont typeface="Yanone Kaffeesatz"/>
              <a:buNone/>
              <a:defRPr sz="3500" b="1"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R="0" lvl="1"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2pPr>
            <a:lvl3pPr marR="0" lvl="2"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3pPr>
            <a:lvl4pPr marR="0" lvl="3"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4pPr>
            <a:lvl5pPr marR="0" lvl="4"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5pPr>
            <a:lvl6pPr marR="0" lvl="5"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6pPr>
            <a:lvl7pPr marR="0" lvl="6"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7pPr>
            <a:lvl8pPr marR="0" lvl="7"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8pPr>
            <a:lvl9pPr marR="0" lvl="8" algn="l" rtl="0">
              <a:lnSpc>
                <a:spcPct val="100000"/>
              </a:lnSpc>
              <a:spcBef>
                <a:spcPct val="0"/>
              </a:spcBef>
              <a:spcAft>
                <a:spcPct val="0"/>
              </a:spcAft>
              <a:buClr>
                <a:srgbClr val="000000"/>
              </a:buClr>
              <a:buSzPts val="3500"/>
              <a:buFont typeface="Yanone Kaffeesatz"/>
              <a:buNone/>
              <a:defRPr sz="3500" b="1" i="0" u="none" strike="noStrike" cap="none">
                <a:solidFill>
                  <a:srgbClr val="000000"/>
                </a:solidFill>
                <a:latin typeface="Yanone Kaffeesatz"/>
                <a:ea typeface="Yanone Kaffeesatz"/>
                <a:cs typeface="Yanone Kaffeesatz"/>
                <a:sym typeface="Yanone Kaffeesatz"/>
              </a:defRPr>
            </a:lvl9pPr>
          </a:lstStyle>
          <a:p>
            <a:pPr marL="457200" indent="-457200" algn="l">
              <a:lnSpc>
                <a:spcPct val="200000"/>
              </a:lnSpc>
              <a:buFont typeface="+mj-lt"/>
              <a:buAutoNum type="arabicPeriod" startAt="3"/>
            </a:pPr>
            <a:r>
              <a:rPr lang="zh-CN" altLang="en-US" sz="2400" dirty="0">
                <a:effectLst>
                  <a:outerShdw blurRad="50800" dist="38100" algn="l" rotWithShape="0">
                    <a:prstClr val="black">
                      <a:alpha val="40000"/>
                    </a:prstClr>
                  </a:outerShdw>
                </a:effectLst>
              </a:rPr>
              <a:t>响应式布局</a:t>
            </a:r>
          </a:p>
          <a:p>
            <a:pPr algn="l">
              <a:lnSpc>
                <a:spcPct val="200000"/>
              </a:lnSpc>
            </a:pPr>
            <a:endParaRPr lang="zh-CN" altLang="en-GB" sz="1800" b="0" dirty="0"/>
          </a:p>
        </p:txBody>
      </p:sp>
      <p:pic>
        <p:nvPicPr>
          <p:cNvPr id="4" name="图片 3">
            <a:extLst>
              <a:ext uri="{FF2B5EF4-FFF2-40B4-BE49-F238E27FC236}">
                <a16:creationId xmlns:a16="http://schemas.microsoft.com/office/drawing/2014/main" id="{51BACADF-6BB8-2FB7-1E2E-790C6DDB07CC}"/>
              </a:ext>
            </a:extLst>
          </p:cNvPr>
          <p:cNvPicPr>
            <a:picLocks noChangeAspect="1"/>
          </p:cNvPicPr>
          <p:nvPr/>
        </p:nvPicPr>
        <p:blipFill>
          <a:blip r:embed="rId3"/>
          <a:stretch>
            <a:fillRect/>
          </a:stretch>
        </p:blipFill>
        <p:spPr>
          <a:xfrm>
            <a:off x="5797817" y="636597"/>
            <a:ext cx="1856626" cy="2470355"/>
          </a:xfrm>
          <a:prstGeom prst="rect">
            <a:avLst/>
          </a:prstGeom>
        </p:spPr>
      </p:pic>
      <p:pic>
        <p:nvPicPr>
          <p:cNvPr id="5" name="图片 4">
            <a:extLst>
              <a:ext uri="{FF2B5EF4-FFF2-40B4-BE49-F238E27FC236}">
                <a16:creationId xmlns:a16="http://schemas.microsoft.com/office/drawing/2014/main" id="{9549D9DC-E916-FD63-831E-9B2FE1F7F5AB}"/>
              </a:ext>
            </a:extLst>
          </p:cNvPr>
          <p:cNvPicPr>
            <a:picLocks noChangeAspect="1"/>
          </p:cNvPicPr>
          <p:nvPr/>
        </p:nvPicPr>
        <p:blipFill>
          <a:blip r:embed="rId4"/>
          <a:stretch>
            <a:fillRect/>
          </a:stretch>
        </p:blipFill>
        <p:spPr>
          <a:xfrm>
            <a:off x="754565" y="2383722"/>
            <a:ext cx="4390133" cy="2143472"/>
          </a:xfrm>
          <a:prstGeom prst="rect">
            <a:avLst/>
          </a:prstGeom>
        </p:spPr>
      </p:pic>
    </p:spTree>
    <p:extLst>
      <p:ext uri="{BB962C8B-B14F-4D97-AF65-F5344CB8AC3E}">
        <p14:creationId xmlns:p14="http://schemas.microsoft.com/office/powerpoint/2010/main" val="370371233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id="{E99800E1-8C03-44CC-773D-10DEB8E47881}"/>
            </a:ext>
          </a:extLst>
        </p:cNvPr>
        <p:cNvGrpSpPr/>
        <p:nvPr/>
      </p:nvGrpSpPr>
      <p:grpSpPr>
        <a:xfrm>
          <a:off x="0" y="0"/>
          <a:ext cx="0" cy="0"/>
          <a:chOff x="0" y="0"/>
          <a:chExt cx="0" cy="0"/>
        </a:xfrm>
      </p:grpSpPr>
      <p:grpSp>
        <p:nvGrpSpPr>
          <p:cNvPr id="1125" name="Google Shape;1125;p47">
            <a:extLst>
              <a:ext uri="{FF2B5EF4-FFF2-40B4-BE49-F238E27FC236}">
                <a16:creationId xmlns:a16="http://schemas.microsoft.com/office/drawing/2014/main" id="{DE873570-6071-0F16-4BE1-7B2892800982}"/>
              </a:ext>
            </a:extLst>
          </p:cNvPr>
          <p:cNvGrpSpPr/>
          <p:nvPr/>
        </p:nvGrpSpPr>
        <p:grpSpPr>
          <a:xfrm>
            <a:off x="4653088" y="2978750"/>
            <a:ext cx="852463" cy="855600"/>
            <a:chOff x="4653088" y="2978750"/>
            <a:chExt cx="852463" cy="855600"/>
          </a:xfrm>
        </p:grpSpPr>
        <p:pic>
          <p:nvPicPr>
            <p:cNvPr id="1126" name="Google Shape;1126;p47">
              <a:extLst>
                <a:ext uri="{FF2B5EF4-FFF2-40B4-BE49-F238E27FC236}">
                  <a16:creationId xmlns:a16="http://schemas.microsoft.com/office/drawing/2014/main" id="{EECE6ED6-5C9B-64DC-FF81-65C80CC763E3}"/>
                </a:ext>
              </a:extLst>
            </p:cNvPr>
            <p:cNvPicPr preferRelativeResize="0"/>
            <p:nvPr/>
          </p:nvPicPr>
          <p:blipFill>
            <a:blip r:embed="rId3"/>
            <a:srcRect l="11177" t="11177" r="9211" b="9211"/>
            <a:stretch>
              <a:fillRect/>
            </a:stretch>
          </p:blipFill>
          <p:spPr>
            <a:xfrm>
              <a:off x="4713550" y="3042350"/>
              <a:ext cx="792000" cy="792000"/>
            </a:xfrm>
            <a:prstGeom prst="roundRect">
              <a:avLst>
                <a:gd name="adj" fmla="val 11783"/>
              </a:avLst>
            </a:prstGeom>
            <a:noFill/>
            <a:ln>
              <a:noFill/>
            </a:ln>
          </p:spPr>
        </p:pic>
        <p:grpSp>
          <p:nvGrpSpPr>
            <p:cNvPr id="1127" name="Google Shape;1127;p47">
              <a:extLst>
                <a:ext uri="{FF2B5EF4-FFF2-40B4-BE49-F238E27FC236}">
                  <a16:creationId xmlns:a16="http://schemas.microsoft.com/office/drawing/2014/main" id="{49E67ABB-B77F-52F4-6F8C-E6F26450E0C7}"/>
                </a:ext>
              </a:extLst>
            </p:cNvPr>
            <p:cNvGrpSpPr/>
            <p:nvPr/>
          </p:nvGrpSpPr>
          <p:grpSpPr>
            <a:xfrm>
              <a:off x="4653088" y="2978750"/>
              <a:ext cx="792000" cy="792000"/>
              <a:chOff x="725175" y="1305950"/>
              <a:chExt cx="792000" cy="792000"/>
            </a:xfrm>
          </p:grpSpPr>
          <p:sp>
            <p:nvSpPr>
              <p:cNvPr id="1128" name="Google Shape;1128;p47">
                <a:extLst>
                  <a:ext uri="{FF2B5EF4-FFF2-40B4-BE49-F238E27FC236}">
                    <a16:creationId xmlns:a16="http://schemas.microsoft.com/office/drawing/2014/main" id="{71CBC497-AC48-8503-DA02-71A1E0400E59}"/>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29" name="Google Shape;1129;p47">
                <a:extLst>
                  <a:ext uri="{FF2B5EF4-FFF2-40B4-BE49-F238E27FC236}">
                    <a16:creationId xmlns:a16="http://schemas.microsoft.com/office/drawing/2014/main" id="{402C8A9D-9281-5141-4548-80608414D394}"/>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0" name="Google Shape;1130;p47">
                <a:extLst>
                  <a:ext uri="{FF2B5EF4-FFF2-40B4-BE49-F238E27FC236}">
                    <a16:creationId xmlns:a16="http://schemas.microsoft.com/office/drawing/2014/main" id="{E069051F-CF93-1187-1ED6-FDA6EA69D74A}"/>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1" name="Google Shape;1131;p47">
            <a:extLst>
              <a:ext uri="{FF2B5EF4-FFF2-40B4-BE49-F238E27FC236}">
                <a16:creationId xmlns:a16="http://schemas.microsoft.com/office/drawing/2014/main" id="{C830C4DE-0029-2CF5-96B7-81EA814BA94B}"/>
              </a:ext>
            </a:extLst>
          </p:cNvPr>
          <p:cNvGrpSpPr/>
          <p:nvPr/>
        </p:nvGrpSpPr>
        <p:grpSpPr>
          <a:xfrm>
            <a:off x="1260788" y="2978750"/>
            <a:ext cx="852463" cy="855600"/>
            <a:chOff x="1260788" y="2978750"/>
            <a:chExt cx="852463" cy="855600"/>
          </a:xfrm>
        </p:grpSpPr>
        <p:pic>
          <p:nvPicPr>
            <p:cNvPr id="1132" name="Google Shape;1132;p47">
              <a:extLst>
                <a:ext uri="{FF2B5EF4-FFF2-40B4-BE49-F238E27FC236}">
                  <a16:creationId xmlns:a16="http://schemas.microsoft.com/office/drawing/2014/main" id="{9F3EF1AB-B327-C8A7-44B2-A799D339DD76}"/>
                </a:ext>
              </a:extLst>
            </p:cNvPr>
            <p:cNvPicPr preferRelativeResize="0"/>
            <p:nvPr/>
          </p:nvPicPr>
          <p:blipFill>
            <a:blip r:embed="rId3"/>
            <a:srcRect l="11177" t="11177" r="9211" b="9211"/>
            <a:stretch>
              <a:fillRect/>
            </a:stretch>
          </p:blipFill>
          <p:spPr>
            <a:xfrm>
              <a:off x="1321250" y="3042350"/>
              <a:ext cx="792000" cy="792000"/>
            </a:xfrm>
            <a:prstGeom prst="roundRect">
              <a:avLst>
                <a:gd name="adj" fmla="val 11783"/>
              </a:avLst>
            </a:prstGeom>
            <a:noFill/>
            <a:ln>
              <a:noFill/>
            </a:ln>
          </p:spPr>
        </p:pic>
        <p:grpSp>
          <p:nvGrpSpPr>
            <p:cNvPr id="1133" name="Google Shape;1133;p47">
              <a:extLst>
                <a:ext uri="{FF2B5EF4-FFF2-40B4-BE49-F238E27FC236}">
                  <a16:creationId xmlns:a16="http://schemas.microsoft.com/office/drawing/2014/main" id="{2C9C35B8-D6BC-F3A9-7FEC-BA165160F49F}"/>
                </a:ext>
              </a:extLst>
            </p:cNvPr>
            <p:cNvGrpSpPr/>
            <p:nvPr/>
          </p:nvGrpSpPr>
          <p:grpSpPr>
            <a:xfrm>
              <a:off x="1260788" y="2978750"/>
              <a:ext cx="792000" cy="792000"/>
              <a:chOff x="725175" y="1305950"/>
              <a:chExt cx="792000" cy="792000"/>
            </a:xfrm>
          </p:grpSpPr>
          <p:sp>
            <p:nvSpPr>
              <p:cNvPr id="1134" name="Google Shape;1134;p47">
                <a:extLst>
                  <a:ext uri="{FF2B5EF4-FFF2-40B4-BE49-F238E27FC236}">
                    <a16:creationId xmlns:a16="http://schemas.microsoft.com/office/drawing/2014/main" id="{456A6F2F-0A3F-626C-3E4D-82674029A0D2}"/>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35" name="Google Shape;1135;p47">
                <a:extLst>
                  <a:ext uri="{FF2B5EF4-FFF2-40B4-BE49-F238E27FC236}">
                    <a16:creationId xmlns:a16="http://schemas.microsoft.com/office/drawing/2014/main" id="{6A129C2C-FB34-806A-5DE9-63C2FF8D1D6E}"/>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6" name="Google Shape;1136;p47">
                <a:extLst>
                  <a:ext uri="{FF2B5EF4-FFF2-40B4-BE49-F238E27FC236}">
                    <a16:creationId xmlns:a16="http://schemas.microsoft.com/office/drawing/2014/main" id="{805DE530-11F4-8E15-358B-EBAABF2DE09D}"/>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7" name="Google Shape;1137;p47">
            <a:extLst>
              <a:ext uri="{FF2B5EF4-FFF2-40B4-BE49-F238E27FC236}">
                <a16:creationId xmlns:a16="http://schemas.microsoft.com/office/drawing/2014/main" id="{28CC6ED1-E040-9EAC-A7FA-175492F03407}"/>
              </a:ext>
            </a:extLst>
          </p:cNvPr>
          <p:cNvGrpSpPr/>
          <p:nvPr/>
        </p:nvGrpSpPr>
        <p:grpSpPr>
          <a:xfrm>
            <a:off x="4653088" y="1749525"/>
            <a:ext cx="852463" cy="843325"/>
            <a:chOff x="4653088" y="1749525"/>
            <a:chExt cx="852463" cy="843325"/>
          </a:xfrm>
        </p:grpSpPr>
        <p:pic>
          <p:nvPicPr>
            <p:cNvPr id="1138" name="Google Shape;1138;p47">
              <a:extLst>
                <a:ext uri="{FF2B5EF4-FFF2-40B4-BE49-F238E27FC236}">
                  <a16:creationId xmlns:a16="http://schemas.microsoft.com/office/drawing/2014/main" id="{69C28637-1597-062D-D194-853F085E0F26}"/>
                </a:ext>
              </a:extLst>
            </p:cNvPr>
            <p:cNvPicPr preferRelativeResize="0"/>
            <p:nvPr/>
          </p:nvPicPr>
          <p:blipFill>
            <a:blip r:embed="rId3"/>
            <a:srcRect l="11177" t="11177" r="9211" b="9211"/>
            <a:stretch>
              <a:fillRect/>
            </a:stretch>
          </p:blipFill>
          <p:spPr>
            <a:xfrm>
              <a:off x="4713550" y="1800850"/>
              <a:ext cx="792000" cy="792000"/>
            </a:xfrm>
            <a:prstGeom prst="roundRect">
              <a:avLst>
                <a:gd name="adj" fmla="val 11783"/>
              </a:avLst>
            </a:prstGeom>
            <a:noFill/>
            <a:ln>
              <a:noFill/>
            </a:ln>
          </p:spPr>
        </p:pic>
        <p:grpSp>
          <p:nvGrpSpPr>
            <p:cNvPr id="1139" name="Google Shape;1139;p47">
              <a:extLst>
                <a:ext uri="{FF2B5EF4-FFF2-40B4-BE49-F238E27FC236}">
                  <a16:creationId xmlns:a16="http://schemas.microsoft.com/office/drawing/2014/main" id="{C5BF5113-B4B6-47D7-7E05-CD783D2DA62E}"/>
                </a:ext>
              </a:extLst>
            </p:cNvPr>
            <p:cNvGrpSpPr/>
            <p:nvPr/>
          </p:nvGrpSpPr>
          <p:grpSpPr>
            <a:xfrm>
              <a:off x="4653088" y="1749525"/>
              <a:ext cx="792000" cy="792000"/>
              <a:chOff x="725175" y="1305950"/>
              <a:chExt cx="792000" cy="792000"/>
            </a:xfrm>
          </p:grpSpPr>
          <p:sp>
            <p:nvSpPr>
              <p:cNvPr id="1140" name="Google Shape;1140;p47">
                <a:extLst>
                  <a:ext uri="{FF2B5EF4-FFF2-40B4-BE49-F238E27FC236}">
                    <a16:creationId xmlns:a16="http://schemas.microsoft.com/office/drawing/2014/main" id="{0863E727-288C-F38D-4370-C46F4869DE20}"/>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1" name="Google Shape;1141;p47">
                <a:extLst>
                  <a:ext uri="{FF2B5EF4-FFF2-40B4-BE49-F238E27FC236}">
                    <a16:creationId xmlns:a16="http://schemas.microsoft.com/office/drawing/2014/main" id="{73A898BD-9169-2B25-4717-AFF75712FC64}"/>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2" name="Google Shape;1142;p47">
                <a:extLst>
                  <a:ext uri="{FF2B5EF4-FFF2-40B4-BE49-F238E27FC236}">
                    <a16:creationId xmlns:a16="http://schemas.microsoft.com/office/drawing/2014/main" id="{CDBEE2A6-A969-5A77-5A8B-CB04523E78EF}"/>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43" name="Google Shape;1143;p47">
            <a:extLst>
              <a:ext uri="{FF2B5EF4-FFF2-40B4-BE49-F238E27FC236}">
                <a16:creationId xmlns:a16="http://schemas.microsoft.com/office/drawing/2014/main" id="{2C92E447-4025-826A-7474-781476BFF8CA}"/>
              </a:ext>
            </a:extLst>
          </p:cNvPr>
          <p:cNvGrpSpPr/>
          <p:nvPr/>
        </p:nvGrpSpPr>
        <p:grpSpPr>
          <a:xfrm>
            <a:off x="1260788" y="1749525"/>
            <a:ext cx="852463" cy="843325"/>
            <a:chOff x="1260788" y="1749525"/>
            <a:chExt cx="852463" cy="843325"/>
          </a:xfrm>
        </p:grpSpPr>
        <p:pic>
          <p:nvPicPr>
            <p:cNvPr id="1144" name="Google Shape;1144;p47">
              <a:extLst>
                <a:ext uri="{FF2B5EF4-FFF2-40B4-BE49-F238E27FC236}">
                  <a16:creationId xmlns:a16="http://schemas.microsoft.com/office/drawing/2014/main" id="{27D2A110-B260-C8E1-D7A9-9ECF8D5C59A0}"/>
                </a:ext>
              </a:extLst>
            </p:cNvPr>
            <p:cNvPicPr preferRelativeResize="0"/>
            <p:nvPr/>
          </p:nvPicPr>
          <p:blipFill>
            <a:blip r:embed="rId3"/>
            <a:srcRect l="11177" t="11177" r="9211" b="9211"/>
            <a:stretch>
              <a:fillRect/>
            </a:stretch>
          </p:blipFill>
          <p:spPr>
            <a:xfrm>
              <a:off x="1321250" y="1800850"/>
              <a:ext cx="792000" cy="792000"/>
            </a:xfrm>
            <a:prstGeom prst="roundRect">
              <a:avLst>
                <a:gd name="adj" fmla="val 11783"/>
              </a:avLst>
            </a:prstGeom>
            <a:noFill/>
            <a:ln>
              <a:noFill/>
            </a:ln>
          </p:spPr>
        </p:pic>
        <p:grpSp>
          <p:nvGrpSpPr>
            <p:cNvPr id="1145" name="Google Shape;1145;p47">
              <a:extLst>
                <a:ext uri="{FF2B5EF4-FFF2-40B4-BE49-F238E27FC236}">
                  <a16:creationId xmlns:a16="http://schemas.microsoft.com/office/drawing/2014/main" id="{7156939A-41CD-0F30-C3C1-94B609CB4D17}"/>
                </a:ext>
              </a:extLst>
            </p:cNvPr>
            <p:cNvGrpSpPr/>
            <p:nvPr/>
          </p:nvGrpSpPr>
          <p:grpSpPr>
            <a:xfrm>
              <a:off x="1260788" y="1749525"/>
              <a:ext cx="792000" cy="792000"/>
              <a:chOff x="725175" y="1305950"/>
              <a:chExt cx="792000" cy="792000"/>
            </a:xfrm>
          </p:grpSpPr>
          <p:sp>
            <p:nvSpPr>
              <p:cNvPr id="1146" name="Google Shape;1146;p47">
                <a:extLst>
                  <a:ext uri="{FF2B5EF4-FFF2-40B4-BE49-F238E27FC236}">
                    <a16:creationId xmlns:a16="http://schemas.microsoft.com/office/drawing/2014/main" id="{671FFC3E-A9BC-8AB3-5528-A9BE42CC98AC}"/>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7" name="Google Shape;1147;p47">
                <a:extLst>
                  <a:ext uri="{FF2B5EF4-FFF2-40B4-BE49-F238E27FC236}">
                    <a16:creationId xmlns:a16="http://schemas.microsoft.com/office/drawing/2014/main" id="{67B2A69A-7161-8DD2-A2A7-4D7E6FEEE746}"/>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8" name="Google Shape;1148;p47">
                <a:extLst>
                  <a:ext uri="{FF2B5EF4-FFF2-40B4-BE49-F238E27FC236}">
                    <a16:creationId xmlns:a16="http://schemas.microsoft.com/office/drawing/2014/main" id="{D6E7CB31-CD3D-B34C-25E1-6E9170B1A01A}"/>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sp>
        <p:nvSpPr>
          <p:cNvPr id="1149" name="Google Shape;1149;p47">
            <a:extLst>
              <a:ext uri="{FF2B5EF4-FFF2-40B4-BE49-F238E27FC236}">
                <a16:creationId xmlns:a16="http://schemas.microsoft.com/office/drawing/2014/main" id="{3F31A3A7-45F8-B8E5-623C-391E0CF8509D}"/>
              </a:ext>
            </a:extLst>
          </p:cNvPr>
          <p:cNvSpPr txBox="1">
            <a:spLocks noGrp="1"/>
          </p:cNvSpPr>
          <p:nvPr>
            <p:ph type="title"/>
          </p:nvPr>
        </p:nvSpPr>
        <p:spPr>
          <a:xfrm>
            <a:off x="720000" y="676000"/>
            <a:ext cx="7704000" cy="5727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US">
                <a:solidFill>
                  <a:schemeClr val="accent2"/>
                </a:solidFill>
              </a:rPr>
              <a:t>目录</a:t>
            </a:r>
          </a:p>
        </p:txBody>
      </p:sp>
      <p:sp>
        <p:nvSpPr>
          <p:cNvPr id="1150" name="Google Shape;1150;p47">
            <a:extLst>
              <a:ext uri="{FF2B5EF4-FFF2-40B4-BE49-F238E27FC236}">
                <a16:creationId xmlns:a16="http://schemas.microsoft.com/office/drawing/2014/main" id="{563FBA3A-669D-89F3-E1A1-6D15B10E8B28}"/>
              </a:ext>
            </a:extLst>
          </p:cNvPr>
          <p:cNvSpPr txBox="1">
            <a:spLocks noGrp="1"/>
          </p:cNvSpPr>
          <p:nvPr>
            <p:ph type="title" idx="2"/>
          </p:nvPr>
        </p:nvSpPr>
        <p:spPr>
          <a:xfrm>
            <a:off x="2154555" y="1680210"/>
            <a:ext cx="246062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Clr>
                <a:schemeClr val="accent2"/>
              </a:buClr>
              <a:buSzPts val="1100"/>
              <a:buFont typeface="得意黑" charset="-122"/>
              <a:buNone/>
            </a:pPr>
            <a:r>
              <a:rPr lang="zh-CN" altLang="en-US" sz="2400" b="1" dirty="0"/>
              <a:t>项目概述</a:t>
            </a:r>
          </a:p>
        </p:txBody>
      </p:sp>
      <p:sp>
        <p:nvSpPr>
          <p:cNvPr id="1151" name="Google Shape;1151;p47">
            <a:extLst>
              <a:ext uri="{FF2B5EF4-FFF2-40B4-BE49-F238E27FC236}">
                <a16:creationId xmlns:a16="http://schemas.microsoft.com/office/drawing/2014/main" id="{295BC45E-7AC8-832F-1226-57DE4C2B5401}"/>
              </a:ext>
            </a:extLst>
          </p:cNvPr>
          <p:cNvSpPr txBox="1">
            <a:spLocks noGrp="1"/>
          </p:cNvSpPr>
          <p:nvPr>
            <p:ph type="title" idx="3"/>
          </p:nvPr>
        </p:nvSpPr>
        <p:spPr>
          <a:xfrm>
            <a:off x="1262488" y="1877060"/>
            <a:ext cx="828207"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01</a:t>
            </a:r>
          </a:p>
        </p:txBody>
      </p:sp>
      <p:sp>
        <p:nvSpPr>
          <p:cNvPr id="1153" name="Google Shape;1153;p47">
            <a:extLst>
              <a:ext uri="{FF2B5EF4-FFF2-40B4-BE49-F238E27FC236}">
                <a16:creationId xmlns:a16="http://schemas.microsoft.com/office/drawing/2014/main" id="{01CF86B3-3B86-59B7-BB37-073A19ABFEE6}"/>
              </a:ext>
            </a:extLst>
          </p:cNvPr>
          <p:cNvSpPr txBox="1">
            <a:spLocks noGrp="1"/>
          </p:cNvSpPr>
          <p:nvPr>
            <p:ph type="title" idx="4"/>
          </p:nvPr>
        </p:nvSpPr>
        <p:spPr>
          <a:xfrm>
            <a:off x="2154513" y="3268375"/>
            <a:ext cx="2336400" cy="4455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b="1" dirty="0"/>
              <a:t>效果演示</a:t>
            </a:r>
            <a:endParaRPr lang="zh-CN" altLang="en-US" sz="2400" b="1" dirty="0">
              <a:solidFill>
                <a:schemeClr val="accent2"/>
              </a:solidFill>
            </a:endParaRPr>
          </a:p>
        </p:txBody>
      </p:sp>
      <p:sp>
        <p:nvSpPr>
          <p:cNvPr id="1154" name="Google Shape;1154;p47">
            <a:extLst>
              <a:ext uri="{FF2B5EF4-FFF2-40B4-BE49-F238E27FC236}">
                <a16:creationId xmlns:a16="http://schemas.microsoft.com/office/drawing/2014/main" id="{98B882D1-D5A8-5DD5-9B98-80777374760B}"/>
              </a:ext>
            </a:extLst>
          </p:cNvPr>
          <p:cNvSpPr txBox="1">
            <a:spLocks noGrp="1"/>
          </p:cNvSpPr>
          <p:nvPr>
            <p:ph type="title" idx="5"/>
          </p:nvPr>
        </p:nvSpPr>
        <p:spPr>
          <a:xfrm>
            <a:off x="1159076" y="3099435"/>
            <a:ext cx="895376"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03</a:t>
            </a:r>
          </a:p>
        </p:txBody>
      </p:sp>
      <p:sp>
        <p:nvSpPr>
          <p:cNvPr id="1156" name="Google Shape;1156;p47">
            <a:extLst>
              <a:ext uri="{FF2B5EF4-FFF2-40B4-BE49-F238E27FC236}">
                <a16:creationId xmlns:a16="http://schemas.microsoft.com/office/drawing/2014/main" id="{18442AB7-56C0-F5ED-F70E-BF32A5AC3ECD}"/>
              </a:ext>
            </a:extLst>
          </p:cNvPr>
          <p:cNvSpPr txBox="1">
            <a:spLocks noGrp="1"/>
          </p:cNvSpPr>
          <p:nvPr>
            <p:ph type="title" idx="7"/>
          </p:nvPr>
        </p:nvSpPr>
        <p:spPr>
          <a:xfrm>
            <a:off x="5546724" y="3340100"/>
            <a:ext cx="319087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b="1">
                <a:solidFill>
                  <a:schemeClr val="accent2"/>
                </a:solidFill>
              </a:rPr>
              <a:t>项目总结</a:t>
            </a:r>
            <a:endParaRPr lang="zh-CN" altLang="en-US" b="1" dirty="0">
              <a:solidFill>
                <a:schemeClr val="accent2"/>
              </a:solidFill>
            </a:endParaRPr>
          </a:p>
        </p:txBody>
      </p:sp>
      <p:sp>
        <p:nvSpPr>
          <p:cNvPr id="1157" name="Google Shape;1157;p47">
            <a:extLst>
              <a:ext uri="{FF2B5EF4-FFF2-40B4-BE49-F238E27FC236}">
                <a16:creationId xmlns:a16="http://schemas.microsoft.com/office/drawing/2014/main" id="{B67C9A5F-23FB-6ECE-DF97-4D5918CFC8F4}"/>
              </a:ext>
            </a:extLst>
          </p:cNvPr>
          <p:cNvSpPr txBox="1">
            <a:spLocks noGrp="1"/>
          </p:cNvSpPr>
          <p:nvPr>
            <p:ph type="title" idx="8"/>
          </p:nvPr>
        </p:nvSpPr>
        <p:spPr>
          <a:xfrm>
            <a:off x="4647588" y="3099435"/>
            <a:ext cx="833175"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04</a:t>
            </a:r>
          </a:p>
        </p:txBody>
      </p:sp>
      <p:sp>
        <p:nvSpPr>
          <p:cNvPr id="1159" name="Google Shape;1159;p47">
            <a:extLst>
              <a:ext uri="{FF2B5EF4-FFF2-40B4-BE49-F238E27FC236}">
                <a16:creationId xmlns:a16="http://schemas.microsoft.com/office/drawing/2014/main" id="{9D47C229-E698-88A4-6364-70F7B83B51BB}"/>
              </a:ext>
            </a:extLst>
          </p:cNvPr>
          <p:cNvSpPr txBox="1">
            <a:spLocks noGrp="1"/>
          </p:cNvSpPr>
          <p:nvPr>
            <p:ph type="title" idx="13"/>
          </p:nvPr>
        </p:nvSpPr>
        <p:spPr>
          <a:xfrm>
            <a:off x="5546725" y="1680210"/>
            <a:ext cx="296989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3600" b="1" dirty="0">
                <a:solidFill>
                  <a:schemeClr val="accent2"/>
                </a:solidFill>
              </a:rPr>
              <a:t>技术与功能介绍</a:t>
            </a:r>
          </a:p>
        </p:txBody>
      </p:sp>
      <p:sp>
        <p:nvSpPr>
          <p:cNvPr id="1160" name="Google Shape;1160;p47">
            <a:extLst>
              <a:ext uri="{FF2B5EF4-FFF2-40B4-BE49-F238E27FC236}">
                <a16:creationId xmlns:a16="http://schemas.microsoft.com/office/drawing/2014/main" id="{5B7EA20E-20F7-5628-15EF-A49EA44EEB81}"/>
              </a:ext>
            </a:extLst>
          </p:cNvPr>
          <p:cNvSpPr txBox="1">
            <a:spLocks noGrp="1"/>
          </p:cNvSpPr>
          <p:nvPr>
            <p:ph type="title" idx="14"/>
          </p:nvPr>
        </p:nvSpPr>
        <p:spPr>
          <a:xfrm>
            <a:off x="4615180" y="1877060"/>
            <a:ext cx="865583"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dirty="0"/>
              <a:t>02</a:t>
            </a:r>
          </a:p>
        </p:txBody>
      </p:sp>
      <p:cxnSp>
        <p:nvCxnSpPr>
          <p:cNvPr id="3" name="直线箭头连接符 2">
            <a:hlinkClick r:id="rId4" action="ppaction://hlinksldjump"/>
            <a:extLst>
              <a:ext uri="{FF2B5EF4-FFF2-40B4-BE49-F238E27FC236}">
                <a16:creationId xmlns:a16="http://schemas.microsoft.com/office/drawing/2014/main" id="{018C2D89-D0F8-91B3-DE10-1AE4762A32B4}"/>
              </a:ext>
            </a:extLst>
          </p:cNvPr>
          <p:cNvCxnSpPr/>
          <p:nvPr/>
        </p:nvCxnSpPr>
        <p:spPr>
          <a:xfrm>
            <a:off x="7299960" y="247015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23852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图片 73" descr="图形用户界面&#10;&#10;AI 生成的内容可能不正确。">
            <a:extLst>
              <a:ext uri="{FF2B5EF4-FFF2-40B4-BE49-F238E27FC236}">
                <a16:creationId xmlns:a16="http://schemas.microsoft.com/office/drawing/2014/main" id="{4D6274B7-4C92-9701-1802-18F1D8C046FB}"/>
              </a:ext>
            </a:extLst>
          </p:cNvPr>
          <p:cNvPicPr>
            <a:picLocks noChangeAspect="1"/>
          </p:cNvPicPr>
          <p:nvPr/>
        </p:nvPicPr>
        <p:blipFill>
          <a:blip r:embed="rId2"/>
          <a:stretch>
            <a:fillRect/>
          </a:stretch>
        </p:blipFill>
        <p:spPr>
          <a:xfrm>
            <a:off x="685800" y="718821"/>
            <a:ext cx="7772400" cy="3486082"/>
          </a:xfrm>
          <a:prstGeom prst="rect">
            <a:avLst/>
          </a:prstGeom>
        </p:spPr>
      </p:pic>
    </p:spTree>
    <p:extLst>
      <p:ext uri="{BB962C8B-B14F-4D97-AF65-F5344CB8AC3E}">
        <p14:creationId xmlns:p14="http://schemas.microsoft.com/office/powerpoint/2010/main" val="4342225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descr="日程表&#10;&#10;AI 生成的内容可能不正确。">
            <a:extLst>
              <a:ext uri="{FF2B5EF4-FFF2-40B4-BE49-F238E27FC236}">
                <a16:creationId xmlns:a16="http://schemas.microsoft.com/office/drawing/2014/main" id="{F4E07CAE-AC59-8F38-A8BB-EDE1A3E4F210}"/>
              </a:ext>
            </a:extLst>
          </p:cNvPr>
          <p:cNvPicPr>
            <a:picLocks noChangeAspect="1"/>
          </p:cNvPicPr>
          <p:nvPr/>
        </p:nvPicPr>
        <p:blipFill>
          <a:blip r:embed="rId2"/>
          <a:stretch>
            <a:fillRect/>
          </a:stretch>
        </p:blipFill>
        <p:spPr>
          <a:xfrm>
            <a:off x="685800" y="799017"/>
            <a:ext cx="7772400" cy="3545466"/>
          </a:xfrm>
          <a:prstGeom prst="rect">
            <a:avLst/>
          </a:prstGeom>
        </p:spPr>
      </p:pic>
    </p:spTree>
    <p:extLst>
      <p:ext uri="{BB962C8B-B14F-4D97-AF65-F5344CB8AC3E}">
        <p14:creationId xmlns:p14="http://schemas.microsoft.com/office/powerpoint/2010/main" val="20349572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descr="图形用户界面, 应用程序, 网站&#10;&#10;AI 生成的内容可能不正确。">
            <a:extLst>
              <a:ext uri="{FF2B5EF4-FFF2-40B4-BE49-F238E27FC236}">
                <a16:creationId xmlns:a16="http://schemas.microsoft.com/office/drawing/2014/main" id="{42D9C7CA-B982-C360-7AC7-735A5BB6DF8B}"/>
              </a:ext>
            </a:extLst>
          </p:cNvPr>
          <p:cNvPicPr>
            <a:picLocks noChangeAspect="1"/>
          </p:cNvPicPr>
          <p:nvPr/>
        </p:nvPicPr>
        <p:blipFill>
          <a:blip r:embed="rId2"/>
          <a:stretch>
            <a:fillRect/>
          </a:stretch>
        </p:blipFill>
        <p:spPr>
          <a:xfrm>
            <a:off x="685800" y="594508"/>
            <a:ext cx="7772400" cy="4138550"/>
          </a:xfrm>
          <a:prstGeom prst="rect">
            <a:avLst/>
          </a:prstGeom>
        </p:spPr>
      </p:pic>
    </p:spTree>
    <p:extLst>
      <p:ext uri="{BB962C8B-B14F-4D97-AF65-F5344CB8AC3E}">
        <p14:creationId xmlns:p14="http://schemas.microsoft.com/office/powerpoint/2010/main" val="241024669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descr="图形用户界面, 应用程序&#10;&#10;AI 生成的内容可能不正确。">
            <a:extLst>
              <a:ext uri="{FF2B5EF4-FFF2-40B4-BE49-F238E27FC236}">
                <a16:creationId xmlns:a16="http://schemas.microsoft.com/office/drawing/2014/main" id="{46222BA6-8E33-2747-5E87-3054F205DBB6}"/>
              </a:ext>
            </a:extLst>
          </p:cNvPr>
          <p:cNvPicPr>
            <a:picLocks noChangeAspect="1"/>
          </p:cNvPicPr>
          <p:nvPr/>
        </p:nvPicPr>
        <p:blipFill>
          <a:blip r:embed="rId2"/>
          <a:stretch>
            <a:fillRect/>
          </a:stretch>
        </p:blipFill>
        <p:spPr>
          <a:xfrm>
            <a:off x="685800" y="842626"/>
            <a:ext cx="7772400" cy="3128569"/>
          </a:xfrm>
          <a:prstGeom prst="rect">
            <a:avLst/>
          </a:prstGeom>
        </p:spPr>
      </p:pic>
    </p:spTree>
    <p:extLst>
      <p:ext uri="{BB962C8B-B14F-4D97-AF65-F5344CB8AC3E}">
        <p14:creationId xmlns:p14="http://schemas.microsoft.com/office/powerpoint/2010/main" val="38381066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descr="图形用户界面, 文本&#10;&#10;AI 生成的内容可能不正确。">
            <a:extLst>
              <a:ext uri="{FF2B5EF4-FFF2-40B4-BE49-F238E27FC236}">
                <a16:creationId xmlns:a16="http://schemas.microsoft.com/office/drawing/2014/main" id="{F223AA21-50DF-8F66-7608-DB5F2F7D261B}"/>
              </a:ext>
            </a:extLst>
          </p:cNvPr>
          <p:cNvPicPr>
            <a:picLocks noChangeAspect="1"/>
          </p:cNvPicPr>
          <p:nvPr/>
        </p:nvPicPr>
        <p:blipFill>
          <a:blip r:embed="rId2"/>
          <a:stretch>
            <a:fillRect/>
          </a:stretch>
        </p:blipFill>
        <p:spPr>
          <a:xfrm>
            <a:off x="827903" y="1250135"/>
            <a:ext cx="7772400" cy="2183723"/>
          </a:xfrm>
          <a:prstGeom prst="rect">
            <a:avLst/>
          </a:prstGeom>
        </p:spPr>
      </p:pic>
    </p:spTree>
    <p:extLst>
      <p:ext uri="{BB962C8B-B14F-4D97-AF65-F5344CB8AC3E}">
        <p14:creationId xmlns:p14="http://schemas.microsoft.com/office/powerpoint/2010/main" val="207329239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图片 81" descr="图形用户界面, 文本, 应用程序&#10;&#10;AI 生成的内容可能不正确。">
            <a:extLst>
              <a:ext uri="{FF2B5EF4-FFF2-40B4-BE49-F238E27FC236}">
                <a16:creationId xmlns:a16="http://schemas.microsoft.com/office/drawing/2014/main" id="{68EB2CC0-E2A1-5495-5675-88E536235A59}"/>
              </a:ext>
            </a:extLst>
          </p:cNvPr>
          <p:cNvPicPr>
            <a:picLocks noChangeAspect="1"/>
          </p:cNvPicPr>
          <p:nvPr/>
        </p:nvPicPr>
        <p:blipFill>
          <a:blip r:embed="rId2"/>
          <a:stretch>
            <a:fillRect/>
          </a:stretch>
        </p:blipFill>
        <p:spPr>
          <a:xfrm>
            <a:off x="601784" y="544429"/>
            <a:ext cx="7772400" cy="4179688"/>
          </a:xfrm>
          <a:prstGeom prst="rect">
            <a:avLst/>
          </a:prstGeom>
        </p:spPr>
      </p:pic>
    </p:spTree>
    <p:extLst>
      <p:ext uri="{BB962C8B-B14F-4D97-AF65-F5344CB8AC3E}">
        <p14:creationId xmlns:p14="http://schemas.microsoft.com/office/powerpoint/2010/main" val="22407569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图形用户界面, 文本, 应用程序, 聊天或短信&#10;&#10;AI 生成的内容可能不正确。">
            <a:extLst>
              <a:ext uri="{FF2B5EF4-FFF2-40B4-BE49-F238E27FC236}">
                <a16:creationId xmlns:a16="http://schemas.microsoft.com/office/drawing/2014/main" id="{84567330-0F8A-33F9-45D0-994287A14312}"/>
              </a:ext>
            </a:extLst>
          </p:cNvPr>
          <p:cNvPicPr>
            <a:picLocks noChangeAspect="1"/>
          </p:cNvPicPr>
          <p:nvPr/>
        </p:nvPicPr>
        <p:blipFill>
          <a:blip r:embed="rId2"/>
          <a:stretch>
            <a:fillRect/>
          </a:stretch>
        </p:blipFill>
        <p:spPr>
          <a:xfrm>
            <a:off x="685800" y="1448936"/>
            <a:ext cx="7772400" cy="1988499"/>
          </a:xfrm>
          <a:prstGeom prst="rect">
            <a:avLst/>
          </a:prstGeom>
        </p:spPr>
      </p:pic>
    </p:spTree>
    <p:extLst>
      <p:ext uri="{BB962C8B-B14F-4D97-AF65-F5344CB8AC3E}">
        <p14:creationId xmlns:p14="http://schemas.microsoft.com/office/powerpoint/2010/main" val="261701139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id="{E893173C-7930-C700-9217-C076574EF401}"/>
            </a:ext>
          </a:extLst>
        </p:cNvPr>
        <p:cNvGrpSpPr/>
        <p:nvPr/>
      </p:nvGrpSpPr>
      <p:grpSpPr>
        <a:xfrm>
          <a:off x="0" y="0"/>
          <a:ext cx="0" cy="0"/>
          <a:chOff x="0" y="0"/>
          <a:chExt cx="0" cy="0"/>
        </a:xfrm>
      </p:grpSpPr>
      <p:grpSp>
        <p:nvGrpSpPr>
          <p:cNvPr id="1125" name="Google Shape;1125;p47">
            <a:extLst>
              <a:ext uri="{FF2B5EF4-FFF2-40B4-BE49-F238E27FC236}">
                <a16:creationId xmlns:a16="http://schemas.microsoft.com/office/drawing/2014/main" id="{FF876CF5-D381-E24B-3836-DBBA22C48A5D}"/>
              </a:ext>
            </a:extLst>
          </p:cNvPr>
          <p:cNvGrpSpPr/>
          <p:nvPr/>
        </p:nvGrpSpPr>
        <p:grpSpPr>
          <a:xfrm>
            <a:off x="4653088" y="2978750"/>
            <a:ext cx="852463" cy="855600"/>
            <a:chOff x="4653088" y="2978750"/>
            <a:chExt cx="852463" cy="855600"/>
          </a:xfrm>
        </p:grpSpPr>
        <p:pic>
          <p:nvPicPr>
            <p:cNvPr id="1126" name="Google Shape;1126;p47">
              <a:extLst>
                <a:ext uri="{FF2B5EF4-FFF2-40B4-BE49-F238E27FC236}">
                  <a16:creationId xmlns:a16="http://schemas.microsoft.com/office/drawing/2014/main" id="{7225CDD7-9E20-A9EE-54AA-2C5C862D7905}"/>
                </a:ext>
              </a:extLst>
            </p:cNvPr>
            <p:cNvPicPr preferRelativeResize="0"/>
            <p:nvPr/>
          </p:nvPicPr>
          <p:blipFill>
            <a:blip r:embed="rId3"/>
            <a:srcRect l="11177" t="11177" r="9211" b="9211"/>
            <a:stretch>
              <a:fillRect/>
            </a:stretch>
          </p:blipFill>
          <p:spPr>
            <a:xfrm>
              <a:off x="4713550" y="3042350"/>
              <a:ext cx="792000" cy="792000"/>
            </a:xfrm>
            <a:prstGeom prst="roundRect">
              <a:avLst>
                <a:gd name="adj" fmla="val 11783"/>
              </a:avLst>
            </a:prstGeom>
            <a:noFill/>
            <a:ln>
              <a:noFill/>
            </a:ln>
          </p:spPr>
        </p:pic>
        <p:grpSp>
          <p:nvGrpSpPr>
            <p:cNvPr id="1127" name="Google Shape;1127;p47">
              <a:extLst>
                <a:ext uri="{FF2B5EF4-FFF2-40B4-BE49-F238E27FC236}">
                  <a16:creationId xmlns:a16="http://schemas.microsoft.com/office/drawing/2014/main" id="{5917592B-FF44-A482-2EF9-444DCA22BAA5}"/>
                </a:ext>
              </a:extLst>
            </p:cNvPr>
            <p:cNvGrpSpPr/>
            <p:nvPr/>
          </p:nvGrpSpPr>
          <p:grpSpPr>
            <a:xfrm>
              <a:off x="4653088" y="2978750"/>
              <a:ext cx="792000" cy="792000"/>
              <a:chOff x="725175" y="1305950"/>
              <a:chExt cx="792000" cy="792000"/>
            </a:xfrm>
          </p:grpSpPr>
          <p:sp>
            <p:nvSpPr>
              <p:cNvPr id="1128" name="Google Shape;1128;p47">
                <a:extLst>
                  <a:ext uri="{FF2B5EF4-FFF2-40B4-BE49-F238E27FC236}">
                    <a16:creationId xmlns:a16="http://schemas.microsoft.com/office/drawing/2014/main" id="{71FAA96C-21A3-BFA2-ED41-9186F81A3352}"/>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29" name="Google Shape;1129;p47">
                <a:extLst>
                  <a:ext uri="{FF2B5EF4-FFF2-40B4-BE49-F238E27FC236}">
                    <a16:creationId xmlns:a16="http://schemas.microsoft.com/office/drawing/2014/main" id="{0A7C05B0-E522-62FD-6872-7CA2C2311F4D}"/>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0" name="Google Shape;1130;p47">
                <a:extLst>
                  <a:ext uri="{FF2B5EF4-FFF2-40B4-BE49-F238E27FC236}">
                    <a16:creationId xmlns:a16="http://schemas.microsoft.com/office/drawing/2014/main" id="{3B62F23F-5228-64A9-C1A3-6B2B6D68B2B1}"/>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1" name="Google Shape;1131;p47">
            <a:extLst>
              <a:ext uri="{FF2B5EF4-FFF2-40B4-BE49-F238E27FC236}">
                <a16:creationId xmlns:a16="http://schemas.microsoft.com/office/drawing/2014/main" id="{2F086127-7048-E5AA-B178-A409A1A1911D}"/>
              </a:ext>
            </a:extLst>
          </p:cNvPr>
          <p:cNvGrpSpPr/>
          <p:nvPr/>
        </p:nvGrpSpPr>
        <p:grpSpPr>
          <a:xfrm>
            <a:off x="1260788" y="2978750"/>
            <a:ext cx="852463" cy="855600"/>
            <a:chOff x="1260788" y="2978750"/>
            <a:chExt cx="852463" cy="855600"/>
          </a:xfrm>
        </p:grpSpPr>
        <p:pic>
          <p:nvPicPr>
            <p:cNvPr id="1132" name="Google Shape;1132;p47">
              <a:extLst>
                <a:ext uri="{FF2B5EF4-FFF2-40B4-BE49-F238E27FC236}">
                  <a16:creationId xmlns:a16="http://schemas.microsoft.com/office/drawing/2014/main" id="{0A39E3B9-2B54-AA75-93AF-22EE111A2B57}"/>
                </a:ext>
              </a:extLst>
            </p:cNvPr>
            <p:cNvPicPr preferRelativeResize="0"/>
            <p:nvPr/>
          </p:nvPicPr>
          <p:blipFill>
            <a:blip r:embed="rId3"/>
            <a:srcRect l="11177" t="11177" r="9211" b="9211"/>
            <a:stretch>
              <a:fillRect/>
            </a:stretch>
          </p:blipFill>
          <p:spPr>
            <a:xfrm>
              <a:off x="1321250" y="3042350"/>
              <a:ext cx="792000" cy="792000"/>
            </a:xfrm>
            <a:prstGeom prst="roundRect">
              <a:avLst>
                <a:gd name="adj" fmla="val 11783"/>
              </a:avLst>
            </a:prstGeom>
            <a:noFill/>
            <a:ln>
              <a:noFill/>
            </a:ln>
          </p:spPr>
        </p:pic>
        <p:grpSp>
          <p:nvGrpSpPr>
            <p:cNvPr id="1133" name="Google Shape;1133;p47">
              <a:extLst>
                <a:ext uri="{FF2B5EF4-FFF2-40B4-BE49-F238E27FC236}">
                  <a16:creationId xmlns:a16="http://schemas.microsoft.com/office/drawing/2014/main" id="{BB4D46C4-2CA6-EDC0-CA7C-C5F0A4D10E5C}"/>
                </a:ext>
              </a:extLst>
            </p:cNvPr>
            <p:cNvGrpSpPr/>
            <p:nvPr/>
          </p:nvGrpSpPr>
          <p:grpSpPr>
            <a:xfrm>
              <a:off x="1260788" y="2978750"/>
              <a:ext cx="792000" cy="792000"/>
              <a:chOff x="725175" y="1305950"/>
              <a:chExt cx="792000" cy="792000"/>
            </a:xfrm>
          </p:grpSpPr>
          <p:sp>
            <p:nvSpPr>
              <p:cNvPr id="1134" name="Google Shape;1134;p47">
                <a:extLst>
                  <a:ext uri="{FF2B5EF4-FFF2-40B4-BE49-F238E27FC236}">
                    <a16:creationId xmlns:a16="http://schemas.microsoft.com/office/drawing/2014/main" id="{42E1A67E-78E8-E7CE-05A6-C9E4C342D40A}"/>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35" name="Google Shape;1135;p47">
                <a:extLst>
                  <a:ext uri="{FF2B5EF4-FFF2-40B4-BE49-F238E27FC236}">
                    <a16:creationId xmlns:a16="http://schemas.microsoft.com/office/drawing/2014/main" id="{51017B3C-1013-87AD-036B-3E385620248C}"/>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6" name="Google Shape;1136;p47">
                <a:extLst>
                  <a:ext uri="{FF2B5EF4-FFF2-40B4-BE49-F238E27FC236}">
                    <a16:creationId xmlns:a16="http://schemas.microsoft.com/office/drawing/2014/main" id="{DBCEA86F-CA20-E464-4D15-B7D9D24B9791}"/>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7" name="Google Shape;1137;p47">
            <a:extLst>
              <a:ext uri="{FF2B5EF4-FFF2-40B4-BE49-F238E27FC236}">
                <a16:creationId xmlns:a16="http://schemas.microsoft.com/office/drawing/2014/main" id="{0848097C-9B93-5493-685B-419B61A3E0B4}"/>
              </a:ext>
            </a:extLst>
          </p:cNvPr>
          <p:cNvGrpSpPr/>
          <p:nvPr/>
        </p:nvGrpSpPr>
        <p:grpSpPr>
          <a:xfrm>
            <a:off x="4653088" y="1749525"/>
            <a:ext cx="852463" cy="843325"/>
            <a:chOff x="4653088" y="1749525"/>
            <a:chExt cx="852463" cy="843325"/>
          </a:xfrm>
        </p:grpSpPr>
        <p:pic>
          <p:nvPicPr>
            <p:cNvPr id="1138" name="Google Shape;1138;p47">
              <a:extLst>
                <a:ext uri="{FF2B5EF4-FFF2-40B4-BE49-F238E27FC236}">
                  <a16:creationId xmlns:a16="http://schemas.microsoft.com/office/drawing/2014/main" id="{ED38E5E2-F1DD-3B52-C77F-E4AC8A8D653B}"/>
                </a:ext>
              </a:extLst>
            </p:cNvPr>
            <p:cNvPicPr preferRelativeResize="0"/>
            <p:nvPr/>
          </p:nvPicPr>
          <p:blipFill>
            <a:blip r:embed="rId3"/>
            <a:srcRect l="11177" t="11177" r="9211" b="9211"/>
            <a:stretch>
              <a:fillRect/>
            </a:stretch>
          </p:blipFill>
          <p:spPr>
            <a:xfrm>
              <a:off x="4713550" y="1800850"/>
              <a:ext cx="792000" cy="792000"/>
            </a:xfrm>
            <a:prstGeom prst="roundRect">
              <a:avLst>
                <a:gd name="adj" fmla="val 11783"/>
              </a:avLst>
            </a:prstGeom>
            <a:noFill/>
            <a:ln>
              <a:noFill/>
            </a:ln>
          </p:spPr>
        </p:pic>
        <p:grpSp>
          <p:nvGrpSpPr>
            <p:cNvPr id="1139" name="Google Shape;1139;p47">
              <a:extLst>
                <a:ext uri="{FF2B5EF4-FFF2-40B4-BE49-F238E27FC236}">
                  <a16:creationId xmlns:a16="http://schemas.microsoft.com/office/drawing/2014/main" id="{A3E9AF7A-09DE-9613-A9EF-C12ABEB1C06E}"/>
                </a:ext>
              </a:extLst>
            </p:cNvPr>
            <p:cNvGrpSpPr/>
            <p:nvPr/>
          </p:nvGrpSpPr>
          <p:grpSpPr>
            <a:xfrm>
              <a:off x="4653088" y="1749525"/>
              <a:ext cx="792000" cy="792000"/>
              <a:chOff x="725175" y="1305950"/>
              <a:chExt cx="792000" cy="792000"/>
            </a:xfrm>
          </p:grpSpPr>
          <p:sp>
            <p:nvSpPr>
              <p:cNvPr id="1140" name="Google Shape;1140;p47">
                <a:extLst>
                  <a:ext uri="{FF2B5EF4-FFF2-40B4-BE49-F238E27FC236}">
                    <a16:creationId xmlns:a16="http://schemas.microsoft.com/office/drawing/2014/main" id="{2C3E4F69-6F19-1252-CEEC-7F59CD3F09D5}"/>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1" name="Google Shape;1141;p47">
                <a:extLst>
                  <a:ext uri="{FF2B5EF4-FFF2-40B4-BE49-F238E27FC236}">
                    <a16:creationId xmlns:a16="http://schemas.microsoft.com/office/drawing/2014/main" id="{4C07071B-4145-2C4C-633A-FEA15E8A22EE}"/>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2" name="Google Shape;1142;p47">
                <a:extLst>
                  <a:ext uri="{FF2B5EF4-FFF2-40B4-BE49-F238E27FC236}">
                    <a16:creationId xmlns:a16="http://schemas.microsoft.com/office/drawing/2014/main" id="{513E8E58-CA50-BE56-B974-2FE251791A39}"/>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43" name="Google Shape;1143;p47">
            <a:extLst>
              <a:ext uri="{FF2B5EF4-FFF2-40B4-BE49-F238E27FC236}">
                <a16:creationId xmlns:a16="http://schemas.microsoft.com/office/drawing/2014/main" id="{302FA20F-8296-232F-9782-D518115B8F68}"/>
              </a:ext>
            </a:extLst>
          </p:cNvPr>
          <p:cNvGrpSpPr/>
          <p:nvPr/>
        </p:nvGrpSpPr>
        <p:grpSpPr>
          <a:xfrm>
            <a:off x="1260788" y="1749525"/>
            <a:ext cx="852463" cy="843325"/>
            <a:chOff x="1260788" y="1749525"/>
            <a:chExt cx="852463" cy="843325"/>
          </a:xfrm>
        </p:grpSpPr>
        <p:pic>
          <p:nvPicPr>
            <p:cNvPr id="1144" name="Google Shape;1144;p47">
              <a:extLst>
                <a:ext uri="{FF2B5EF4-FFF2-40B4-BE49-F238E27FC236}">
                  <a16:creationId xmlns:a16="http://schemas.microsoft.com/office/drawing/2014/main" id="{BAF04CA6-ED62-87F6-BB06-BFA61A5902D4}"/>
                </a:ext>
              </a:extLst>
            </p:cNvPr>
            <p:cNvPicPr preferRelativeResize="0"/>
            <p:nvPr/>
          </p:nvPicPr>
          <p:blipFill>
            <a:blip r:embed="rId3"/>
            <a:srcRect l="11177" t="11177" r="9211" b="9211"/>
            <a:stretch>
              <a:fillRect/>
            </a:stretch>
          </p:blipFill>
          <p:spPr>
            <a:xfrm>
              <a:off x="1321250" y="1800850"/>
              <a:ext cx="792000" cy="792000"/>
            </a:xfrm>
            <a:prstGeom prst="roundRect">
              <a:avLst>
                <a:gd name="adj" fmla="val 11783"/>
              </a:avLst>
            </a:prstGeom>
            <a:noFill/>
            <a:ln>
              <a:noFill/>
            </a:ln>
          </p:spPr>
        </p:pic>
        <p:grpSp>
          <p:nvGrpSpPr>
            <p:cNvPr id="1145" name="Google Shape;1145;p47">
              <a:extLst>
                <a:ext uri="{FF2B5EF4-FFF2-40B4-BE49-F238E27FC236}">
                  <a16:creationId xmlns:a16="http://schemas.microsoft.com/office/drawing/2014/main" id="{F4BF9229-FEB7-3F32-B8FF-8902884F6990}"/>
                </a:ext>
              </a:extLst>
            </p:cNvPr>
            <p:cNvGrpSpPr/>
            <p:nvPr/>
          </p:nvGrpSpPr>
          <p:grpSpPr>
            <a:xfrm>
              <a:off x="1260788" y="1749525"/>
              <a:ext cx="792000" cy="792000"/>
              <a:chOff x="725175" y="1305950"/>
              <a:chExt cx="792000" cy="792000"/>
            </a:xfrm>
          </p:grpSpPr>
          <p:sp>
            <p:nvSpPr>
              <p:cNvPr id="1146" name="Google Shape;1146;p47">
                <a:extLst>
                  <a:ext uri="{FF2B5EF4-FFF2-40B4-BE49-F238E27FC236}">
                    <a16:creationId xmlns:a16="http://schemas.microsoft.com/office/drawing/2014/main" id="{1A43846B-24AA-8DE0-4245-16872B986636}"/>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7" name="Google Shape;1147;p47">
                <a:extLst>
                  <a:ext uri="{FF2B5EF4-FFF2-40B4-BE49-F238E27FC236}">
                    <a16:creationId xmlns:a16="http://schemas.microsoft.com/office/drawing/2014/main" id="{9EC93FD0-C65A-AC46-B53E-82710B15262A}"/>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8" name="Google Shape;1148;p47">
                <a:extLst>
                  <a:ext uri="{FF2B5EF4-FFF2-40B4-BE49-F238E27FC236}">
                    <a16:creationId xmlns:a16="http://schemas.microsoft.com/office/drawing/2014/main" id="{0F83CE34-3545-5663-F90B-C70D5D6EB3FF}"/>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sp>
        <p:nvSpPr>
          <p:cNvPr id="1149" name="Google Shape;1149;p47">
            <a:extLst>
              <a:ext uri="{FF2B5EF4-FFF2-40B4-BE49-F238E27FC236}">
                <a16:creationId xmlns:a16="http://schemas.microsoft.com/office/drawing/2014/main" id="{5AC260BC-27AF-9719-C2F5-25A05BB2B10B}"/>
              </a:ext>
            </a:extLst>
          </p:cNvPr>
          <p:cNvSpPr txBox="1">
            <a:spLocks noGrp="1"/>
          </p:cNvSpPr>
          <p:nvPr>
            <p:ph type="title"/>
          </p:nvPr>
        </p:nvSpPr>
        <p:spPr>
          <a:xfrm>
            <a:off x="720000" y="676000"/>
            <a:ext cx="7704000" cy="5727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US">
                <a:solidFill>
                  <a:schemeClr val="accent2"/>
                </a:solidFill>
              </a:rPr>
              <a:t>目录</a:t>
            </a:r>
          </a:p>
        </p:txBody>
      </p:sp>
      <p:sp>
        <p:nvSpPr>
          <p:cNvPr id="1150" name="Google Shape;1150;p47">
            <a:extLst>
              <a:ext uri="{FF2B5EF4-FFF2-40B4-BE49-F238E27FC236}">
                <a16:creationId xmlns:a16="http://schemas.microsoft.com/office/drawing/2014/main" id="{D2C5357C-53CC-396F-B7F9-A30259694381}"/>
              </a:ext>
            </a:extLst>
          </p:cNvPr>
          <p:cNvSpPr txBox="1">
            <a:spLocks noGrp="1"/>
          </p:cNvSpPr>
          <p:nvPr>
            <p:ph type="title" idx="2"/>
          </p:nvPr>
        </p:nvSpPr>
        <p:spPr>
          <a:xfrm>
            <a:off x="2154555" y="1680210"/>
            <a:ext cx="246062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Clr>
                <a:schemeClr val="accent2"/>
              </a:buClr>
              <a:buSzPts val="1100"/>
              <a:buFont typeface="得意黑" charset="-122"/>
              <a:buNone/>
            </a:pPr>
            <a:r>
              <a:rPr lang="zh-CN" altLang="en-US" sz="2400" b="1" dirty="0"/>
              <a:t>项目概述</a:t>
            </a:r>
          </a:p>
        </p:txBody>
      </p:sp>
      <p:sp>
        <p:nvSpPr>
          <p:cNvPr id="1151" name="Google Shape;1151;p47">
            <a:extLst>
              <a:ext uri="{FF2B5EF4-FFF2-40B4-BE49-F238E27FC236}">
                <a16:creationId xmlns:a16="http://schemas.microsoft.com/office/drawing/2014/main" id="{CC98FD28-E372-51E9-068B-52698626801E}"/>
              </a:ext>
            </a:extLst>
          </p:cNvPr>
          <p:cNvSpPr txBox="1">
            <a:spLocks noGrp="1"/>
          </p:cNvSpPr>
          <p:nvPr>
            <p:ph type="title" idx="3"/>
          </p:nvPr>
        </p:nvSpPr>
        <p:spPr>
          <a:xfrm>
            <a:off x="1262488" y="1877060"/>
            <a:ext cx="828207"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01</a:t>
            </a:r>
          </a:p>
        </p:txBody>
      </p:sp>
      <p:sp>
        <p:nvSpPr>
          <p:cNvPr id="1153" name="Google Shape;1153;p47">
            <a:extLst>
              <a:ext uri="{FF2B5EF4-FFF2-40B4-BE49-F238E27FC236}">
                <a16:creationId xmlns:a16="http://schemas.microsoft.com/office/drawing/2014/main" id="{C4A3FB49-BB81-3602-D4FA-F0A5E2A95CC1}"/>
              </a:ext>
            </a:extLst>
          </p:cNvPr>
          <p:cNvSpPr txBox="1">
            <a:spLocks noGrp="1"/>
          </p:cNvSpPr>
          <p:nvPr>
            <p:ph type="title" idx="4"/>
          </p:nvPr>
        </p:nvSpPr>
        <p:spPr>
          <a:xfrm>
            <a:off x="2154513" y="3268375"/>
            <a:ext cx="2336400" cy="445500"/>
          </a:xfrm>
          <a:prstGeom prst="rect">
            <a:avLst/>
          </a:prstGeom>
        </p:spPr>
        <p:txBody>
          <a:bodyPr spcFirstLastPara="1" wrap="square" lIns="91425" tIns="91425" rIns="91425" bIns="91425" anchor="ctr" anchorCtr="0">
            <a:noAutofit/>
          </a:bodyPr>
          <a:lstStyle/>
          <a:p>
            <a:r>
              <a:rPr lang="zh-CN" altLang="en-US" sz="3600" b="1" dirty="0"/>
              <a:t>效果演示</a:t>
            </a:r>
          </a:p>
        </p:txBody>
      </p:sp>
      <p:sp>
        <p:nvSpPr>
          <p:cNvPr id="1154" name="Google Shape;1154;p47">
            <a:extLst>
              <a:ext uri="{FF2B5EF4-FFF2-40B4-BE49-F238E27FC236}">
                <a16:creationId xmlns:a16="http://schemas.microsoft.com/office/drawing/2014/main" id="{27ADB087-0795-2F4A-1185-06FC446FC934}"/>
              </a:ext>
            </a:extLst>
          </p:cNvPr>
          <p:cNvSpPr txBox="1">
            <a:spLocks noGrp="1"/>
          </p:cNvSpPr>
          <p:nvPr>
            <p:ph type="title" idx="5"/>
          </p:nvPr>
        </p:nvSpPr>
        <p:spPr>
          <a:xfrm>
            <a:off x="1159076" y="3099435"/>
            <a:ext cx="895376"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03</a:t>
            </a:r>
          </a:p>
        </p:txBody>
      </p:sp>
      <p:sp>
        <p:nvSpPr>
          <p:cNvPr id="1156" name="Google Shape;1156;p47">
            <a:extLst>
              <a:ext uri="{FF2B5EF4-FFF2-40B4-BE49-F238E27FC236}">
                <a16:creationId xmlns:a16="http://schemas.microsoft.com/office/drawing/2014/main" id="{80304C6E-29CD-CFD5-6A2F-8D6737D28236}"/>
              </a:ext>
            </a:extLst>
          </p:cNvPr>
          <p:cNvSpPr txBox="1">
            <a:spLocks noGrp="1"/>
          </p:cNvSpPr>
          <p:nvPr>
            <p:ph type="title" idx="7"/>
          </p:nvPr>
        </p:nvSpPr>
        <p:spPr>
          <a:xfrm>
            <a:off x="5546724" y="3340100"/>
            <a:ext cx="3190875" cy="445770"/>
          </a:xfrm>
          <a:prstGeom prst="rect">
            <a:avLst/>
          </a:prstGeom>
        </p:spPr>
        <p:txBody>
          <a:bodyPr spcFirstLastPara="1" wrap="square" lIns="91425" tIns="91425" rIns="91425" bIns="91425" anchor="ctr" anchorCtr="0">
            <a:noAutofit/>
          </a:bodyPr>
          <a:lstStyle/>
          <a:p>
            <a:r>
              <a:rPr lang="zh-CN" altLang="en-US" b="1"/>
              <a:t>项目总结</a:t>
            </a:r>
            <a:endParaRPr lang="zh-CN" altLang="en-US" b="1" dirty="0"/>
          </a:p>
        </p:txBody>
      </p:sp>
      <p:sp>
        <p:nvSpPr>
          <p:cNvPr id="1157" name="Google Shape;1157;p47">
            <a:extLst>
              <a:ext uri="{FF2B5EF4-FFF2-40B4-BE49-F238E27FC236}">
                <a16:creationId xmlns:a16="http://schemas.microsoft.com/office/drawing/2014/main" id="{6CC80095-7717-323D-13B3-42CFD30847B9}"/>
              </a:ext>
            </a:extLst>
          </p:cNvPr>
          <p:cNvSpPr txBox="1">
            <a:spLocks noGrp="1"/>
          </p:cNvSpPr>
          <p:nvPr>
            <p:ph type="title" idx="8"/>
          </p:nvPr>
        </p:nvSpPr>
        <p:spPr>
          <a:xfrm>
            <a:off x="4647588" y="3099435"/>
            <a:ext cx="833175"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04</a:t>
            </a:r>
          </a:p>
        </p:txBody>
      </p:sp>
      <p:sp>
        <p:nvSpPr>
          <p:cNvPr id="1159" name="Google Shape;1159;p47">
            <a:extLst>
              <a:ext uri="{FF2B5EF4-FFF2-40B4-BE49-F238E27FC236}">
                <a16:creationId xmlns:a16="http://schemas.microsoft.com/office/drawing/2014/main" id="{1137616C-53CE-2954-7FB7-AE774161354F}"/>
              </a:ext>
            </a:extLst>
          </p:cNvPr>
          <p:cNvSpPr txBox="1">
            <a:spLocks noGrp="1"/>
          </p:cNvSpPr>
          <p:nvPr>
            <p:ph type="title" idx="13"/>
          </p:nvPr>
        </p:nvSpPr>
        <p:spPr>
          <a:xfrm>
            <a:off x="5546725" y="1680210"/>
            <a:ext cx="2969895" cy="445770"/>
          </a:xfrm>
          <a:prstGeom prst="rect">
            <a:avLst/>
          </a:prstGeom>
        </p:spPr>
        <p:txBody>
          <a:bodyPr spcFirstLastPara="1" wrap="square" lIns="91425" tIns="91425" rIns="91425" bIns="91425" anchor="ctr" anchorCtr="0">
            <a:noAutofit/>
          </a:bodyPr>
          <a:lstStyle/>
          <a:p>
            <a:br>
              <a:rPr lang="en-US" altLang="zh-CN" sz="2400" b="1" dirty="0">
                <a:solidFill>
                  <a:schemeClr val="accent2"/>
                </a:solidFill>
              </a:rPr>
            </a:br>
            <a:r>
              <a:rPr lang="zh-CN" altLang="en-US" sz="2400" b="1" dirty="0">
                <a:solidFill>
                  <a:schemeClr val="accent2"/>
                </a:solidFill>
              </a:rPr>
              <a:t>技术介绍</a:t>
            </a:r>
            <a:br>
              <a:rPr lang="zh-CN" altLang="en-US" sz="2400" b="1" dirty="0">
                <a:solidFill>
                  <a:schemeClr val="accent2"/>
                </a:solidFill>
              </a:rPr>
            </a:br>
            <a:endParaRPr lang="zh-CN" altLang="en-US" sz="2400" b="1" dirty="0">
              <a:solidFill>
                <a:schemeClr val="accent2"/>
              </a:solidFill>
            </a:endParaRPr>
          </a:p>
        </p:txBody>
      </p:sp>
      <p:sp>
        <p:nvSpPr>
          <p:cNvPr id="1160" name="Google Shape;1160;p47">
            <a:extLst>
              <a:ext uri="{FF2B5EF4-FFF2-40B4-BE49-F238E27FC236}">
                <a16:creationId xmlns:a16="http://schemas.microsoft.com/office/drawing/2014/main" id="{CFA38657-B32D-07BE-F547-3A03BB2DB7E0}"/>
              </a:ext>
            </a:extLst>
          </p:cNvPr>
          <p:cNvSpPr txBox="1">
            <a:spLocks noGrp="1"/>
          </p:cNvSpPr>
          <p:nvPr>
            <p:ph type="title" idx="14"/>
          </p:nvPr>
        </p:nvSpPr>
        <p:spPr>
          <a:xfrm>
            <a:off x="4615180" y="1877060"/>
            <a:ext cx="865583"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dirty="0"/>
              <a:t>02</a:t>
            </a:r>
          </a:p>
        </p:txBody>
      </p:sp>
      <p:cxnSp>
        <p:nvCxnSpPr>
          <p:cNvPr id="2" name="直线箭头连接符 1">
            <a:hlinkClick r:id="rId4" action="ppaction://hlinksldjump"/>
            <a:extLst>
              <a:ext uri="{FF2B5EF4-FFF2-40B4-BE49-F238E27FC236}">
                <a16:creationId xmlns:a16="http://schemas.microsoft.com/office/drawing/2014/main" id="{3420FB4C-7C6F-7D11-04C1-3CDD49243B83}"/>
              </a:ext>
            </a:extLst>
          </p:cNvPr>
          <p:cNvCxnSpPr/>
          <p:nvPr/>
        </p:nvCxnSpPr>
        <p:spPr>
          <a:xfrm>
            <a:off x="2811780" y="404749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461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A6E820A5-25F8-5F6C-B409-928A10D2C0E0}"/>
            </a:ext>
          </a:extLst>
        </p:cNvPr>
        <p:cNvGrpSpPr/>
        <p:nvPr/>
      </p:nvGrpSpPr>
      <p:grpSpPr>
        <a:xfrm>
          <a:off x="0" y="0"/>
          <a:ext cx="0" cy="0"/>
          <a:chOff x="0" y="0"/>
          <a:chExt cx="0" cy="0"/>
        </a:xfrm>
      </p:grpSpPr>
      <p:sp>
        <p:nvSpPr>
          <p:cNvPr id="1728" name="Google Shape;1728;p53">
            <a:extLst>
              <a:ext uri="{FF2B5EF4-FFF2-40B4-BE49-F238E27FC236}">
                <a16:creationId xmlns:a16="http://schemas.microsoft.com/office/drawing/2014/main" id="{7834C42D-13C1-6930-AD91-BBA3D88E51C6}"/>
              </a:ext>
            </a:extLst>
          </p:cNvPr>
          <p:cNvSpPr txBox="1">
            <a:spLocks noGrp="1"/>
          </p:cNvSpPr>
          <p:nvPr>
            <p:ph type="title"/>
          </p:nvPr>
        </p:nvSpPr>
        <p:spPr>
          <a:xfrm>
            <a:off x="557954" y="1999050"/>
            <a:ext cx="7704000" cy="572700"/>
          </a:xfrm>
          <a:prstGeom prst="rect">
            <a:avLst/>
          </a:prstGeom>
          <a:effectLst>
            <a:outerShdw blurRad="50800" dist="38100" algn="l" rotWithShape="0">
              <a:prstClr val="black">
                <a:alpha val="40000"/>
              </a:prstClr>
            </a:outerShdw>
          </a:effectLst>
        </p:spPr>
        <p:txBody>
          <a:bodyPr spcFirstLastPara="1" wrap="square" lIns="91425" tIns="91425" rIns="91425" bIns="91425" anchor="ctr" anchorCtr="0">
            <a:noAutofit/>
          </a:bodyPr>
          <a:lstStyle/>
          <a:p>
            <a:pPr marL="0" lvl="0" indent="0" rtl="0">
              <a:spcBef>
                <a:spcPct val="0"/>
              </a:spcBef>
              <a:spcAft>
                <a:spcPct val="0"/>
              </a:spcAft>
              <a:buNone/>
            </a:pPr>
            <a:r>
              <a:rPr lang="zh-CN" altLang="en-US" sz="4800" dirty="0">
                <a:hlinkClick r:id="rId3"/>
              </a:rPr>
              <a:t>效果演示</a:t>
            </a:r>
            <a:endParaRPr lang="zh-CN" altLang="en-US" sz="4800" dirty="0"/>
          </a:p>
        </p:txBody>
      </p:sp>
      <p:grpSp>
        <p:nvGrpSpPr>
          <p:cNvPr id="1764" name="Google Shape;1764;p53">
            <a:extLst>
              <a:ext uri="{FF2B5EF4-FFF2-40B4-BE49-F238E27FC236}">
                <a16:creationId xmlns:a16="http://schemas.microsoft.com/office/drawing/2014/main" id="{41D52B0F-2BAB-7D19-91FE-D615AE360E19}"/>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8884413D-5887-E10D-CFC2-48BB143A1F32}"/>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6BD9AED2-7CD1-478A-4F50-A46857CBADB4}"/>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DE9DD482-55CB-5352-A33F-89E2D8145533}"/>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F8AB5432-B578-C88B-A8E8-03570AC9FA2B}"/>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E2208E38-B319-CAB2-4AB1-1047854441C7}"/>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FFEF96EB-4C6D-61F6-90ED-A80E45789BA1}"/>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B4994FBE-377F-41E0-9687-69A2AE88D2CE}"/>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B33468C1-BEAA-EBB0-A1EA-264BCC8A95C1}"/>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12D1BE8A-10A6-0B1B-150E-01A9AD919AB9}"/>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26EDEA3F-46EF-EBB6-24B4-80B31FAE3480}"/>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570E8E3A-D6E3-3A1D-479A-6115987C2DAB}"/>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E0B17CF4-592D-F514-9D53-D83000F61A4B}"/>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8AF82E6D-76E9-006C-063F-1C99A3133536}"/>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2536D842-D739-823D-4FD8-96AC0D711632}"/>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533996CF-7A13-1CCE-678C-566AFE481747}"/>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276149D3-1F64-104C-FCA8-FE4AB7B9D772}"/>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22" name="Google Shape;1726;p53">
            <a:extLst>
              <a:ext uri="{FF2B5EF4-FFF2-40B4-BE49-F238E27FC236}">
                <a16:creationId xmlns:a16="http://schemas.microsoft.com/office/drawing/2014/main" id="{52E8F8C5-445F-E438-B091-A1910A38E6DA}"/>
              </a:ext>
            </a:extLst>
          </p:cNvPr>
          <p:cNvSpPr txBox="1">
            <a:spLocks/>
          </p:cNvSpPr>
          <p:nvPr/>
        </p:nvSpPr>
        <p:spPr>
          <a:xfrm>
            <a:off x="3009419" y="3646025"/>
            <a:ext cx="3622876" cy="11458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ct val="0"/>
              </a:spcBef>
              <a:spcAft>
                <a:spcPct val="0"/>
              </a:spcAft>
            </a:defPPr>
            <a:lvl1pPr marL="457200" marR="0" lvl="0" indent="-317500" algn="l"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2pPr>
            <a:lvl3pPr marL="1371600" marR="0" lvl="2"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3pPr>
            <a:lvl4pPr marL="1828800" marR="0" lvl="3"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4pPr>
            <a:lvl5pPr marL="2286000" marR="0" lvl="4"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5pPr>
            <a:lvl6pPr marL="2743200" marR="0" lvl="5"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6pPr>
            <a:lvl7pPr marL="3200400" marR="0" lvl="6"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7pPr>
            <a:lvl8pPr marL="3657600" marR="0" lvl="7"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8pPr>
            <a:lvl9pPr marL="4114800" marR="0" lvl="8"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9pPr>
          </a:lstStyle>
          <a:p>
            <a:pPr marL="0" indent="0">
              <a:lnSpc>
                <a:spcPct val="150000"/>
              </a:lnSpc>
              <a:buClr>
                <a:srgbClr val="000000"/>
              </a:buClr>
              <a:buSzPts val="2800"/>
            </a:pPr>
            <a:r>
              <a:rPr lang="en-US" altLang="zh-CN" dirty="0"/>
              <a:t>WAITING...</a:t>
            </a:r>
          </a:p>
          <a:p>
            <a:pPr marL="0" indent="0">
              <a:lnSpc>
                <a:spcPct val="150000"/>
              </a:lnSpc>
              <a:buClr>
                <a:srgbClr val="000000"/>
              </a:buClr>
              <a:buSzPts val="2800"/>
            </a:pPr>
            <a:r>
              <a:rPr lang="en-US" altLang="zh-CN" dirty="0"/>
              <a:t>      	LOADING...</a:t>
            </a:r>
          </a:p>
          <a:p>
            <a:pPr marL="0" indent="0">
              <a:lnSpc>
                <a:spcPct val="150000"/>
              </a:lnSpc>
              <a:buClr>
                <a:srgbClr val="000000"/>
              </a:buClr>
              <a:buSzPts val="2800"/>
            </a:pPr>
            <a:r>
              <a:rPr lang="en-US" altLang="zh-CN" dirty="0"/>
              <a:t>         		  SHOWING...</a:t>
            </a:r>
          </a:p>
        </p:txBody>
      </p:sp>
      <p:grpSp>
        <p:nvGrpSpPr>
          <p:cNvPr id="23" name="Google Shape;1453;p50">
            <a:extLst>
              <a:ext uri="{FF2B5EF4-FFF2-40B4-BE49-F238E27FC236}">
                <a16:creationId xmlns:a16="http://schemas.microsoft.com/office/drawing/2014/main" id="{AE39FB37-991F-AA54-CC51-D87FD02AF862}"/>
              </a:ext>
            </a:extLst>
          </p:cNvPr>
          <p:cNvGrpSpPr/>
          <p:nvPr/>
        </p:nvGrpSpPr>
        <p:grpSpPr>
          <a:xfrm flipH="1">
            <a:off x="7428492" y="3512284"/>
            <a:ext cx="1015585" cy="1470825"/>
            <a:chOff x="1503950" y="2190475"/>
            <a:chExt cx="1482776" cy="2051652"/>
          </a:xfrm>
        </p:grpSpPr>
        <p:sp>
          <p:nvSpPr>
            <p:cNvPr id="24" name="Google Shape;1454;p50">
              <a:extLst>
                <a:ext uri="{FF2B5EF4-FFF2-40B4-BE49-F238E27FC236}">
                  <a16:creationId xmlns:a16="http://schemas.microsoft.com/office/drawing/2014/main" id="{BD1EF5F3-E340-D697-0315-E6A14AFB3022}"/>
                </a:ext>
              </a:extLst>
            </p:cNvPr>
            <p:cNvSpPr/>
            <p:nvPr/>
          </p:nvSpPr>
          <p:spPr>
            <a:xfrm>
              <a:off x="1854746" y="2593745"/>
              <a:ext cx="294210" cy="255444"/>
            </a:xfrm>
            <a:custGeom>
              <a:avLst/>
              <a:gdLst/>
              <a:ahLst/>
              <a:cxnLst/>
              <a:rect l="l" t="t" r="r" b="b"/>
              <a:pathLst>
                <a:path w="5859" h="5087" extrusionOk="0">
                  <a:moveTo>
                    <a:pt x="2943" y="1"/>
                  </a:moveTo>
                  <a:cubicBezTo>
                    <a:pt x="2614" y="1"/>
                    <a:pt x="2279" y="62"/>
                    <a:pt x="1955" y="190"/>
                  </a:cubicBezTo>
                  <a:cubicBezTo>
                    <a:pt x="645" y="740"/>
                    <a:pt x="0" y="2233"/>
                    <a:pt x="520" y="3544"/>
                  </a:cubicBezTo>
                  <a:cubicBezTo>
                    <a:pt x="932" y="4505"/>
                    <a:pt x="1874" y="5087"/>
                    <a:pt x="2876" y="5087"/>
                  </a:cubicBezTo>
                  <a:cubicBezTo>
                    <a:pt x="3210" y="5087"/>
                    <a:pt x="3551" y="5022"/>
                    <a:pt x="3881" y="4884"/>
                  </a:cubicBezTo>
                  <a:cubicBezTo>
                    <a:pt x="5221" y="4335"/>
                    <a:pt x="5858" y="2841"/>
                    <a:pt x="5309" y="1560"/>
                  </a:cubicBezTo>
                  <a:cubicBezTo>
                    <a:pt x="4896" y="573"/>
                    <a:pt x="3946" y="1"/>
                    <a:pt x="2943"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5" name="Google Shape;1455;p50">
              <a:extLst>
                <a:ext uri="{FF2B5EF4-FFF2-40B4-BE49-F238E27FC236}">
                  <a16:creationId xmlns:a16="http://schemas.microsoft.com/office/drawing/2014/main" id="{B50E3B3B-8A68-8FE9-5C54-E073D9704E26}"/>
                </a:ext>
              </a:extLst>
            </p:cNvPr>
            <p:cNvSpPr/>
            <p:nvPr/>
          </p:nvSpPr>
          <p:spPr>
            <a:xfrm>
              <a:off x="1949952" y="2572103"/>
              <a:ext cx="193127" cy="168220"/>
            </a:xfrm>
            <a:custGeom>
              <a:avLst/>
              <a:gdLst/>
              <a:ahLst/>
              <a:cxnLst/>
              <a:rect l="l" t="t" r="r" b="b"/>
              <a:pathLst>
                <a:path w="3846" h="3349" extrusionOk="0">
                  <a:moveTo>
                    <a:pt x="1576" y="1"/>
                  </a:moveTo>
                  <a:cubicBezTo>
                    <a:pt x="1195" y="1"/>
                    <a:pt x="838" y="134"/>
                    <a:pt x="579" y="409"/>
                  </a:cubicBezTo>
                  <a:cubicBezTo>
                    <a:pt x="1" y="988"/>
                    <a:pt x="155" y="2057"/>
                    <a:pt x="887" y="2752"/>
                  </a:cubicBezTo>
                  <a:cubicBezTo>
                    <a:pt x="1314" y="3147"/>
                    <a:pt x="1839" y="3350"/>
                    <a:pt x="2313" y="3350"/>
                  </a:cubicBezTo>
                  <a:cubicBezTo>
                    <a:pt x="2685" y="3350"/>
                    <a:pt x="3026" y="3226"/>
                    <a:pt x="3267" y="2972"/>
                  </a:cubicBezTo>
                  <a:cubicBezTo>
                    <a:pt x="3845" y="2357"/>
                    <a:pt x="3691" y="1324"/>
                    <a:pt x="2959" y="592"/>
                  </a:cubicBezTo>
                  <a:cubicBezTo>
                    <a:pt x="2555" y="204"/>
                    <a:pt x="2047" y="1"/>
                    <a:pt x="15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6" name="Google Shape;1456;p50">
              <a:extLst>
                <a:ext uri="{FF2B5EF4-FFF2-40B4-BE49-F238E27FC236}">
                  <a16:creationId xmlns:a16="http://schemas.microsoft.com/office/drawing/2014/main" id="{A34844E0-EA5A-C18A-5B04-282C9323892D}"/>
                </a:ext>
              </a:extLst>
            </p:cNvPr>
            <p:cNvSpPr/>
            <p:nvPr/>
          </p:nvSpPr>
          <p:spPr>
            <a:xfrm>
              <a:off x="1946638" y="2569090"/>
              <a:ext cx="199354" cy="175049"/>
            </a:xfrm>
            <a:custGeom>
              <a:avLst/>
              <a:gdLst/>
              <a:ahLst/>
              <a:cxnLst/>
              <a:rect l="l" t="t" r="r" b="b"/>
              <a:pathLst>
                <a:path w="3970" h="3486" extrusionOk="0">
                  <a:moveTo>
                    <a:pt x="1619" y="132"/>
                  </a:moveTo>
                  <a:cubicBezTo>
                    <a:pt x="2081" y="132"/>
                    <a:pt x="2564" y="315"/>
                    <a:pt x="2967" y="711"/>
                  </a:cubicBezTo>
                  <a:cubicBezTo>
                    <a:pt x="3699" y="1384"/>
                    <a:pt x="3816" y="2417"/>
                    <a:pt x="3296" y="2966"/>
                  </a:cubicBezTo>
                  <a:cubicBezTo>
                    <a:pt x="3054" y="3221"/>
                    <a:pt x="2717" y="3347"/>
                    <a:pt x="2356" y="3347"/>
                  </a:cubicBezTo>
                  <a:cubicBezTo>
                    <a:pt x="1899" y="3347"/>
                    <a:pt x="1404" y="3146"/>
                    <a:pt x="1011" y="2754"/>
                  </a:cubicBezTo>
                  <a:cubicBezTo>
                    <a:pt x="309" y="2080"/>
                    <a:pt x="155" y="1077"/>
                    <a:pt x="704" y="498"/>
                  </a:cubicBezTo>
                  <a:cubicBezTo>
                    <a:pt x="916" y="249"/>
                    <a:pt x="1253" y="132"/>
                    <a:pt x="1619" y="132"/>
                  </a:cubicBezTo>
                  <a:close/>
                  <a:moveTo>
                    <a:pt x="1614" y="1"/>
                  </a:moveTo>
                  <a:cubicBezTo>
                    <a:pt x="1223" y="1"/>
                    <a:pt x="857" y="133"/>
                    <a:pt x="587" y="403"/>
                  </a:cubicBezTo>
                  <a:cubicBezTo>
                    <a:pt x="1" y="1018"/>
                    <a:pt x="155" y="2117"/>
                    <a:pt x="916" y="2878"/>
                  </a:cubicBezTo>
                  <a:cubicBezTo>
                    <a:pt x="1348" y="3274"/>
                    <a:pt x="1868" y="3486"/>
                    <a:pt x="2351" y="3486"/>
                  </a:cubicBezTo>
                  <a:cubicBezTo>
                    <a:pt x="2747" y="3486"/>
                    <a:pt x="3113" y="3332"/>
                    <a:pt x="3391" y="3061"/>
                  </a:cubicBezTo>
                  <a:cubicBezTo>
                    <a:pt x="3970" y="2446"/>
                    <a:pt x="3845" y="1348"/>
                    <a:pt x="3054" y="616"/>
                  </a:cubicBezTo>
                  <a:cubicBezTo>
                    <a:pt x="2631" y="209"/>
                    <a:pt x="2104" y="1"/>
                    <a:pt x="16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7" name="Google Shape;1457;p50">
              <a:extLst>
                <a:ext uri="{FF2B5EF4-FFF2-40B4-BE49-F238E27FC236}">
                  <a16:creationId xmlns:a16="http://schemas.microsoft.com/office/drawing/2014/main" id="{2D8AD25B-3094-A7E8-EFB3-B77716F67BF1}"/>
                </a:ext>
              </a:extLst>
            </p:cNvPr>
            <p:cNvSpPr/>
            <p:nvPr/>
          </p:nvSpPr>
          <p:spPr>
            <a:xfrm>
              <a:off x="1834861" y="2872182"/>
              <a:ext cx="196441" cy="320924"/>
            </a:xfrm>
            <a:custGeom>
              <a:avLst/>
              <a:gdLst/>
              <a:ahLst/>
              <a:cxnLst/>
              <a:rect l="l" t="t" r="r" b="b"/>
              <a:pathLst>
                <a:path w="3912" h="6391" extrusionOk="0">
                  <a:moveTo>
                    <a:pt x="3453" y="1"/>
                  </a:moveTo>
                  <a:cubicBezTo>
                    <a:pt x="3287" y="1"/>
                    <a:pt x="2995" y="36"/>
                    <a:pt x="2630" y="225"/>
                  </a:cubicBezTo>
                  <a:cubicBezTo>
                    <a:pt x="1956" y="562"/>
                    <a:pt x="1099" y="686"/>
                    <a:pt x="916" y="1419"/>
                  </a:cubicBezTo>
                  <a:cubicBezTo>
                    <a:pt x="367" y="3491"/>
                    <a:pt x="1" y="4897"/>
                    <a:pt x="799" y="6391"/>
                  </a:cubicBezTo>
                  <a:lnTo>
                    <a:pt x="3633" y="6024"/>
                  </a:lnTo>
                  <a:cubicBezTo>
                    <a:pt x="3633" y="6024"/>
                    <a:pt x="3845" y="3982"/>
                    <a:pt x="3911" y="3000"/>
                  </a:cubicBezTo>
                  <a:lnTo>
                    <a:pt x="3911" y="2942"/>
                  </a:lnTo>
                  <a:lnTo>
                    <a:pt x="3604" y="13"/>
                  </a:lnTo>
                  <a:cubicBezTo>
                    <a:pt x="3604" y="13"/>
                    <a:pt x="3550" y="1"/>
                    <a:pt x="34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8" name="Google Shape;1458;p50">
              <a:extLst>
                <a:ext uri="{FF2B5EF4-FFF2-40B4-BE49-F238E27FC236}">
                  <a16:creationId xmlns:a16="http://schemas.microsoft.com/office/drawing/2014/main" id="{C9571901-8945-08B5-FECB-579EABAC1ED7}"/>
                </a:ext>
              </a:extLst>
            </p:cNvPr>
            <p:cNvSpPr/>
            <p:nvPr/>
          </p:nvSpPr>
          <p:spPr>
            <a:xfrm>
              <a:off x="1830493" y="2869170"/>
              <a:ext cx="203722" cy="326900"/>
            </a:xfrm>
            <a:custGeom>
              <a:avLst/>
              <a:gdLst/>
              <a:ahLst/>
              <a:cxnLst/>
              <a:rect l="l" t="t" r="r" b="b"/>
              <a:pathLst>
                <a:path w="4057" h="6510" extrusionOk="0">
                  <a:moveTo>
                    <a:pt x="3527" y="0"/>
                  </a:moveTo>
                  <a:cubicBezTo>
                    <a:pt x="3356" y="0"/>
                    <a:pt x="3060" y="37"/>
                    <a:pt x="2680" y="227"/>
                  </a:cubicBezTo>
                  <a:cubicBezTo>
                    <a:pt x="2534" y="314"/>
                    <a:pt x="2351" y="380"/>
                    <a:pt x="2168" y="439"/>
                  </a:cubicBezTo>
                  <a:cubicBezTo>
                    <a:pt x="1648" y="651"/>
                    <a:pt x="1098" y="864"/>
                    <a:pt x="945" y="1449"/>
                  </a:cubicBezTo>
                  <a:cubicBezTo>
                    <a:pt x="396" y="3492"/>
                    <a:pt x="0" y="4957"/>
                    <a:pt x="820" y="6480"/>
                  </a:cubicBezTo>
                  <a:cubicBezTo>
                    <a:pt x="820" y="6509"/>
                    <a:pt x="850" y="6509"/>
                    <a:pt x="886" y="6509"/>
                  </a:cubicBezTo>
                  <a:lnTo>
                    <a:pt x="915" y="6509"/>
                  </a:lnTo>
                  <a:cubicBezTo>
                    <a:pt x="945" y="6509"/>
                    <a:pt x="945" y="6451"/>
                    <a:pt x="945" y="6421"/>
                  </a:cubicBezTo>
                  <a:cubicBezTo>
                    <a:pt x="154" y="4928"/>
                    <a:pt x="520" y="3551"/>
                    <a:pt x="1069" y="1479"/>
                  </a:cubicBezTo>
                  <a:cubicBezTo>
                    <a:pt x="1186" y="988"/>
                    <a:pt x="1706" y="776"/>
                    <a:pt x="2226" y="593"/>
                  </a:cubicBezTo>
                  <a:cubicBezTo>
                    <a:pt x="2380" y="497"/>
                    <a:pt x="2592" y="439"/>
                    <a:pt x="2746" y="351"/>
                  </a:cubicBezTo>
                  <a:cubicBezTo>
                    <a:pt x="3200" y="131"/>
                    <a:pt x="3508" y="131"/>
                    <a:pt x="3632" y="131"/>
                  </a:cubicBezTo>
                  <a:lnTo>
                    <a:pt x="3932" y="3002"/>
                  </a:lnTo>
                  <a:lnTo>
                    <a:pt x="3932" y="3060"/>
                  </a:lnTo>
                  <a:cubicBezTo>
                    <a:pt x="3844" y="4042"/>
                    <a:pt x="3661" y="6055"/>
                    <a:pt x="3661" y="6084"/>
                  </a:cubicBezTo>
                  <a:cubicBezTo>
                    <a:pt x="3632" y="6114"/>
                    <a:pt x="3661" y="6143"/>
                    <a:pt x="3720" y="6172"/>
                  </a:cubicBezTo>
                  <a:cubicBezTo>
                    <a:pt x="3749" y="6172"/>
                    <a:pt x="3778" y="6143"/>
                    <a:pt x="3778" y="6114"/>
                  </a:cubicBezTo>
                  <a:cubicBezTo>
                    <a:pt x="3778" y="6084"/>
                    <a:pt x="3998" y="4042"/>
                    <a:pt x="4057" y="3060"/>
                  </a:cubicBezTo>
                  <a:lnTo>
                    <a:pt x="4057" y="3002"/>
                  </a:lnTo>
                  <a:lnTo>
                    <a:pt x="3749" y="73"/>
                  </a:lnTo>
                  <a:cubicBezTo>
                    <a:pt x="3749" y="43"/>
                    <a:pt x="3720" y="14"/>
                    <a:pt x="3691" y="14"/>
                  </a:cubicBezTo>
                  <a:cubicBezTo>
                    <a:pt x="3691" y="14"/>
                    <a:pt x="3633" y="0"/>
                    <a:pt x="352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29" name="Google Shape;1459;p50">
              <a:extLst>
                <a:ext uri="{FF2B5EF4-FFF2-40B4-BE49-F238E27FC236}">
                  <a16:creationId xmlns:a16="http://schemas.microsoft.com/office/drawing/2014/main" id="{4D107D6A-DF8B-7E3E-22D4-36B61EF7BB7D}"/>
                </a:ext>
              </a:extLst>
            </p:cNvPr>
            <p:cNvSpPr/>
            <p:nvPr/>
          </p:nvSpPr>
          <p:spPr>
            <a:xfrm>
              <a:off x="2224473" y="3910059"/>
              <a:ext cx="342918" cy="314296"/>
            </a:xfrm>
            <a:custGeom>
              <a:avLst/>
              <a:gdLst/>
              <a:ahLst/>
              <a:cxnLst/>
              <a:rect l="l" t="t" r="r" b="b"/>
              <a:pathLst>
                <a:path w="6829" h="6259" extrusionOk="0">
                  <a:moveTo>
                    <a:pt x="663" y="0"/>
                  </a:moveTo>
                  <a:lnTo>
                    <a:pt x="633" y="3354"/>
                  </a:lnTo>
                  <a:lnTo>
                    <a:pt x="604" y="4240"/>
                  </a:lnTo>
                  <a:cubicBezTo>
                    <a:pt x="0" y="5757"/>
                    <a:pt x="1043" y="5999"/>
                    <a:pt x="1768" y="5999"/>
                  </a:cubicBezTo>
                  <a:cubicBezTo>
                    <a:pt x="2107" y="5999"/>
                    <a:pt x="2376" y="5946"/>
                    <a:pt x="2376" y="5946"/>
                  </a:cubicBezTo>
                  <a:cubicBezTo>
                    <a:pt x="2376" y="5946"/>
                    <a:pt x="4313" y="6258"/>
                    <a:pt x="5623" y="6258"/>
                  </a:cubicBezTo>
                  <a:cubicBezTo>
                    <a:pt x="6278" y="6258"/>
                    <a:pt x="6777" y="6180"/>
                    <a:pt x="6799" y="5946"/>
                  </a:cubicBezTo>
                  <a:cubicBezTo>
                    <a:pt x="6828" y="5280"/>
                    <a:pt x="3321" y="3903"/>
                    <a:pt x="3321" y="3903"/>
                  </a:cubicBezTo>
                  <a:lnTo>
                    <a:pt x="3379" y="3325"/>
                  </a:lnTo>
                  <a:lnTo>
                    <a:pt x="3687" y="59"/>
                  </a:lnTo>
                  <a:lnTo>
                    <a:pt x="6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0" name="Google Shape;1460;p50">
              <a:extLst>
                <a:ext uri="{FF2B5EF4-FFF2-40B4-BE49-F238E27FC236}">
                  <a16:creationId xmlns:a16="http://schemas.microsoft.com/office/drawing/2014/main" id="{F7ADC3A7-4239-99EA-6693-EA4FFD18839E}"/>
                </a:ext>
              </a:extLst>
            </p:cNvPr>
            <p:cNvSpPr/>
            <p:nvPr/>
          </p:nvSpPr>
          <p:spPr>
            <a:xfrm>
              <a:off x="2239336" y="3907096"/>
              <a:ext cx="330967" cy="321778"/>
            </a:xfrm>
            <a:custGeom>
              <a:avLst/>
              <a:gdLst/>
              <a:ahLst/>
              <a:cxnLst/>
              <a:rect l="l" t="t" r="r" b="b"/>
              <a:pathLst>
                <a:path w="6590" h="6408" extrusionOk="0">
                  <a:moveTo>
                    <a:pt x="433" y="118"/>
                  </a:moveTo>
                  <a:lnTo>
                    <a:pt x="3325" y="184"/>
                  </a:lnTo>
                  <a:lnTo>
                    <a:pt x="2959" y="3962"/>
                  </a:lnTo>
                  <a:cubicBezTo>
                    <a:pt x="2959" y="3991"/>
                    <a:pt x="2996" y="4028"/>
                    <a:pt x="2996" y="4028"/>
                  </a:cubicBezTo>
                  <a:cubicBezTo>
                    <a:pt x="4336" y="4541"/>
                    <a:pt x="6437" y="5551"/>
                    <a:pt x="6408" y="6005"/>
                  </a:cubicBezTo>
                  <a:cubicBezTo>
                    <a:pt x="6408" y="6042"/>
                    <a:pt x="6408" y="6071"/>
                    <a:pt x="6378" y="6100"/>
                  </a:cubicBezTo>
                  <a:cubicBezTo>
                    <a:pt x="6236" y="6215"/>
                    <a:pt x="5863" y="6258"/>
                    <a:pt x="5385" y="6258"/>
                  </a:cubicBezTo>
                  <a:cubicBezTo>
                    <a:pt x="4337" y="6258"/>
                    <a:pt x="2789" y="6052"/>
                    <a:pt x="2080" y="5946"/>
                  </a:cubicBezTo>
                  <a:cubicBezTo>
                    <a:pt x="2063" y="5946"/>
                    <a:pt x="1788" y="5999"/>
                    <a:pt x="1452" y="5999"/>
                  </a:cubicBezTo>
                  <a:cubicBezTo>
                    <a:pt x="1071" y="5999"/>
                    <a:pt x="612" y="5931"/>
                    <a:pt x="367" y="5639"/>
                  </a:cubicBezTo>
                  <a:cubicBezTo>
                    <a:pt x="154" y="5339"/>
                    <a:pt x="154" y="4907"/>
                    <a:pt x="396" y="4328"/>
                  </a:cubicBezTo>
                  <a:lnTo>
                    <a:pt x="396" y="4299"/>
                  </a:lnTo>
                  <a:lnTo>
                    <a:pt x="433" y="118"/>
                  </a:lnTo>
                  <a:close/>
                  <a:moveTo>
                    <a:pt x="337" y="1"/>
                  </a:moveTo>
                  <a:cubicBezTo>
                    <a:pt x="308" y="30"/>
                    <a:pt x="308" y="30"/>
                    <a:pt x="308" y="59"/>
                  </a:cubicBezTo>
                  <a:lnTo>
                    <a:pt x="250" y="4299"/>
                  </a:lnTo>
                  <a:cubicBezTo>
                    <a:pt x="1" y="4907"/>
                    <a:pt x="1" y="5397"/>
                    <a:pt x="250" y="5705"/>
                  </a:cubicBezTo>
                  <a:cubicBezTo>
                    <a:pt x="534" y="6063"/>
                    <a:pt x="1065" y="6136"/>
                    <a:pt x="1484" y="6136"/>
                  </a:cubicBezTo>
                  <a:cubicBezTo>
                    <a:pt x="1778" y="6136"/>
                    <a:pt x="2017" y="6100"/>
                    <a:pt x="2080" y="6100"/>
                  </a:cubicBezTo>
                  <a:cubicBezTo>
                    <a:pt x="2263" y="6129"/>
                    <a:pt x="4057" y="6408"/>
                    <a:pt x="5309" y="6408"/>
                  </a:cubicBezTo>
                  <a:cubicBezTo>
                    <a:pt x="5829" y="6408"/>
                    <a:pt x="6291" y="6342"/>
                    <a:pt x="6437" y="6188"/>
                  </a:cubicBezTo>
                  <a:cubicBezTo>
                    <a:pt x="6503" y="6159"/>
                    <a:pt x="6562" y="6100"/>
                    <a:pt x="6562" y="6042"/>
                  </a:cubicBezTo>
                  <a:cubicBezTo>
                    <a:pt x="6591" y="5339"/>
                    <a:pt x="3633" y="4116"/>
                    <a:pt x="3113" y="3903"/>
                  </a:cubicBezTo>
                  <a:lnTo>
                    <a:pt x="3450" y="118"/>
                  </a:lnTo>
                  <a:lnTo>
                    <a:pt x="3450" y="88"/>
                  </a:lnTo>
                  <a:cubicBezTo>
                    <a:pt x="3420" y="59"/>
                    <a:pt x="3420" y="59"/>
                    <a:pt x="3391" y="59"/>
                  </a:cubicBez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1" name="Google Shape;1461;p50">
              <a:extLst>
                <a:ext uri="{FF2B5EF4-FFF2-40B4-BE49-F238E27FC236}">
                  <a16:creationId xmlns:a16="http://schemas.microsoft.com/office/drawing/2014/main" id="{FFEFE05A-D266-1E4C-76D2-46227474C2D5}"/>
                </a:ext>
              </a:extLst>
            </p:cNvPr>
            <p:cNvSpPr/>
            <p:nvPr/>
          </p:nvSpPr>
          <p:spPr>
            <a:xfrm>
              <a:off x="2245613" y="4176596"/>
              <a:ext cx="321778" cy="55186"/>
            </a:xfrm>
            <a:custGeom>
              <a:avLst/>
              <a:gdLst/>
              <a:ahLst/>
              <a:cxnLst/>
              <a:rect l="l" t="t" r="r" b="b"/>
              <a:pathLst>
                <a:path w="6408" h="1099" extrusionOk="0">
                  <a:moveTo>
                    <a:pt x="0" y="1"/>
                  </a:moveTo>
                  <a:lnTo>
                    <a:pt x="0" y="492"/>
                  </a:lnTo>
                  <a:cubicBezTo>
                    <a:pt x="0" y="492"/>
                    <a:pt x="886" y="858"/>
                    <a:pt x="3295" y="1041"/>
                  </a:cubicBezTo>
                  <a:cubicBezTo>
                    <a:pt x="3918" y="1083"/>
                    <a:pt x="4418" y="1099"/>
                    <a:pt x="4817" y="1099"/>
                  </a:cubicBezTo>
                  <a:cubicBezTo>
                    <a:pt x="6161" y="1099"/>
                    <a:pt x="6378" y="916"/>
                    <a:pt x="6378" y="916"/>
                  </a:cubicBezTo>
                  <a:cubicBezTo>
                    <a:pt x="6378" y="916"/>
                    <a:pt x="6407" y="762"/>
                    <a:pt x="6378" y="579"/>
                  </a:cubicBezTo>
                  <a:cubicBezTo>
                    <a:pt x="5717" y="655"/>
                    <a:pt x="5089" y="688"/>
                    <a:pt x="4501" y="688"/>
                  </a:cubicBezTo>
                  <a:cubicBezTo>
                    <a:pt x="2482" y="688"/>
                    <a:pt x="919" y="307"/>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2" name="Google Shape;1462;p50">
              <a:extLst>
                <a:ext uri="{FF2B5EF4-FFF2-40B4-BE49-F238E27FC236}">
                  <a16:creationId xmlns:a16="http://schemas.microsoft.com/office/drawing/2014/main" id="{F318561C-755A-78B2-5A77-A10568E5D18F}"/>
                </a:ext>
              </a:extLst>
            </p:cNvPr>
            <p:cNvSpPr/>
            <p:nvPr/>
          </p:nvSpPr>
          <p:spPr>
            <a:xfrm>
              <a:off x="2352971" y="4113727"/>
              <a:ext cx="90136" cy="101183"/>
            </a:xfrm>
            <a:custGeom>
              <a:avLst/>
              <a:gdLst/>
              <a:ahLst/>
              <a:cxnLst/>
              <a:rect l="l" t="t" r="r" b="b"/>
              <a:pathLst>
                <a:path w="1794" h="2015" extrusionOk="0">
                  <a:moveTo>
                    <a:pt x="1187" y="1"/>
                  </a:moveTo>
                  <a:cubicBezTo>
                    <a:pt x="549" y="491"/>
                    <a:pt x="0" y="1927"/>
                    <a:pt x="0" y="1927"/>
                  </a:cubicBezTo>
                  <a:lnTo>
                    <a:pt x="879" y="2014"/>
                  </a:lnTo>
                  <a:cubicBezTo>
                    <a:pt x="1003" y="1224"/>
                    <a:pt x="1794" y="279"/>
                    <a:pt x="1794" y="279"/>
                  </a:cubicBezTo>
                  <a:lnTo>
                    <a:pt x="118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3" name="Google Shape;1463;p50">
              <a:extLst>
                <a:ext uri="{FF2B5EF4-FFF2-40B4-BE49-F238E27FC236}">
                  <a16:creationId xmlns:a16="http://schemas.microsoft.com/office/drawing/2014/main" id="{618D1DD4-0479-2D52-7155-D7829EA0186F}"/>
                </a:ext>
              </a:extLst>
            </p:cNvPr>
            <p:cNvSpPr/>
            <p:nvPr/>
          </p:nvSpPr>
          <p:spPr>
            <a:xfrm>
              <a:off x="2427991" y="4141295"/>
              <a:ext cx="73565" cy="79842"/>
            </a:xfrm>
            <a:custGeom>
              <a:avLst/>
              <a:gdLst/>
              <a:ahLst/>
              <a:cxnLst/>
              <a:rect l="l" t="t" r="r" b="b"/>
              <a:pathLst>
                <a:path w="1465" h="1590" extrusionOk="0">
                  <a:moveTo>
                    <a:pt x="915" y="1"/>
                  </a:moveTo>
                  <a:cubicBezTo>
                    <a:pt x="271" y="521"/>
                    <a:pt x="0" y="1495"/>
                    <a:pt x="0" y="1495"/>
                  </a:cubicBezTo>
                  <a:lnTo>
                    <a:pt x="886" y="1590"/>
                  </a:lnTo>
                  <a:cubicBezTo>
                    <a:pt x="1003" y="763"/>
                    <a:pt x="1465" y="279"/>
                    <a:pt x="1465" y="279"/>
                  </a:cubicBezTo>
                  <a:lnTo>
                    <a:pt x="91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4" name="Google Shape;1464;p50">
              <a:extLst>
                <a:ext uri="{FF2B5EF4-FFF2-40B4-BE49-F238E27FC236}">
                  <a16:creationId xmlns:a16="http://schemas.microsoft.com/office/drawing/2014/main" id="{4E635B17-A051-F47F-036F-0EF3FF800149}"/>
                </a:ext>
              </a:extLst>
            </p:cNvPr>
            <p:cNvSpPr/>
            <p:nvPr/>
          </p:nvSpPr>
          <p:spPr>
            <a:xfrm>
              <a:off x="1775307" y="3776590"/>
              <a:ext cx="360042" cy="459718"/>
            </a:xfrm>
            <a:custGeom>
              <a:avLst/>
              <a:gdLst/>
              <a:ahLst/>
              <a:cxnLst/>
              <a:rect l="l" t="t" r="r" b="b"/>
              <a:pathLst>
                <a:path w="7170" h="9155" extrusionOk="0">
                  <a:moveTo>
                    <a:pt x="2168" y="0"/>
                  </a:moveTo>
                  <a:lnTo>
                    <a:pt x="1582" y="5280"/>
                  </a:lnTo>
                  <a:lnTo>
                    <a:pt x="1465" y="5770"/>
                  </a:lnTo>
                  <a:cubicBezTo>
                    <a:pt x="1" y="7659"/>
                    <a:pt x="2717" y="7872"/>
                    <a:pt x="2717" y="7872"/>
                  </a:cubicBezTo>
                  <a:cubicBezTo>
                    <a:pt x="2717" y="7872"/>
                    <a:pt x="5586" y="9155"/>
                    <a:pt x="6609" y="9155"/>
                  </a:cubicBezTo>
                  <a:cubicBezTo>
                    <a:pt x="6798" y="9155"/>
                    <a:pt x="6924" y="9111"/>
                    <a:pt x="6957" y="9007"/>
                  </a:cubicBezTo>
                  <a:cubicBezTo>
                    <a:pt x="7169" y="8392"/>
                    <a:pt x="4453" y="6349"/>
                    <a:pt x="4182" y="6136"/>
                  </a:cubicBezTo>
                  <a:lnTo>
                    <a:pt x="5031" y="857"/>
                  </a:lnTo>
                  <a:lnTo>
                    <a:pt x="2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 name="Google Shape;1465;p50">
              <a:extLst>
                <a:ext uri="{FF2B5EF4-FFF2-40B4-BE49-F238E27FC236}">
                  <a16:creationId xmlns:a16="http://schemas.microsoft.com/office/drawing/2014/main" id="{98DB3FE7-1DC2-D393-6CF6-BB92C8DC4D9D}"/>
                </a:ext>
              </a:extLst>
            </p:cNvPr>
            <p:cNvSpPr/>
            <p:nvPr/>
          </p:nvSpPr>
          <p:spPr>
            <a:xfrm>
              <a:off x="1817989" y="3773627"/>
              <a:ext cx="321778" cy="465945"/>
            </a:xfrm>
            <a:custGeom>
              <a:avLst/>
              <a:gdLst/>
              <a:ahLst/>
              <a:cxnLst/>
              <a:rect l="l" t="t" r="r" b="b"/>
              <a:pathLst>
                <a:path w="6408" h="9279" extrusionOk="0">
                  <a:moveTo>
                    <a:pt x="1377" y="154"/>
                  </a:moveTo>
                  <a:lnTo>
                    <a:pt x="4123" y="974"/>
                  </a:lnTo>
                  <a:lnTo>
                    <a:pt x="3237" y="6166"/>
                  </a:lnTo>
                  <a:cubicBezTo>
                    <a:pt x="3237" y="6195"/>
                    <a:pt x="3266" y="6225"/>
                    <a:pt x="3266" y="6254"/>
                  </a:cubicBezTo>
                  <a:lnTo>
                    <a:pt x="3295" y="6254"/>
                  </a:lnTo>
                  <a:cubicBezTo>
                    <a:pt x="4730" y="7323"/>
                    <a:pt x="6195" y="8634"/>
                    <a:pt x="6041" y="9066"/>
                  </a:cubicBezTo>
                  <a:cubicBezTo>
                    <a:pt x="6041" y="9095"/>
                    <a:pt x="6012" y="9095"/>
                    <a:pt x="5983" y="9124"/>
                  </a:cubicBezTo>
                  <a:cubicBezTo>
                    <a:pt x="5933" y="9144"/>
                    <a:pt x="5866" y="9153"/>
                    <a:pt x="5785" y="9153"/>
                  </a:cubicBezTo>
                  <a:cubicBezTo>
                    <a:pt x="4975" y="9153"/>
                    <a:pt x="2755" y="8258"/>
                    <a:pt x="1897" y="7872"/>
                  </a:cubicBezTo>
                  <a:lnTo>
                    <a:pt x="1867" y="7843"/>
                  </a:lnTo>
                  <a:cubicBezTo>
                    <a:pt x="1831" y="7843"/>
                    <a:pt x="586" y="7748"/>
                    <a:pt x="308" y="7111"/>
                  </a:cubicBezTo>
                  <a:cubicBezTo>
                    <a:pt x="154" y="6774"/>
                    <a:pt x="278" y="6349"/>
                    <a:pt x="674" y="5859"/>
                  </a:cubicBezTo>
                  <a:lnTo>
                    <a:pt x="674" y="5829"/>
                  </a:lnTo>
                  <a:lnTo>
                    <a:pt x="828" y="5339"/>
                  </a:lnTo>
                  <a:lnTo>
                    <a:pt x="1377" y="154"/>
                  </a:lnTo>
                  <a:close/>
                  <a:moveTo>
                    <a:pt x="1252" y="1"/>
                  </a:moveTo>
                  <a:cubicBezTo>
                    <a:pt x="1252" y="30"/>
                    <a:pt x="1252" y="30"/>
                    <a:pt x="1223" y="59"/>
                  </a:cubicBezTo>
                  <a:lnTo>
                    <a:pt x="674" y="5309"/>
                  </a:lnTo>
                  <a:lnTo>
                    <a:pt x="549" y="5800"/>
                  </a:lnTo>
                  <a:cubicBezTo>
                    <a:pt x="125" y="6320"/>
                    <a:pt x="0" y="6774"/>
                    <a:pt x="183" y="7140"/>
                  </a:cubicBezTo>
                  <a:cubicBezTo>
                    <a:pt x="491" y="7843"/>
                    <a:pt x="1684" y="7967"/>
                    <a:pt x="1831" y="7997"/>
                  </a:cubicBezTo>
                  <a:cubicBezTo>
                    <a:pt x="2080" y="8085"/>
                    <a:pt x="4760" y="9278"/>
                    <a:pt x="5770" y="9278"/>
                  </a:cubicBezTo>
                  <a:cubicBezTo>
                    <a:pt x="5895" y="9278"/>
                    <a:pt x="5983" y="9278"/>
                    <a:pt x="6041" y="9249"/>
                  </a:cubicBezTo>
                  <a:cubicBezTo>
                    <a:pt x="6107" y="9212"/>
                    <a:pt x="6166" y="9154"/>
                    <a:pt x="6166" y="9095"/>
                  </a:cubicBezTo>
                  <a:cubicBezTo>
                    <a:pt x="6407" y="8480"/>
                    <a:pt x="4123" y="6715"/>
                    <a:pt x="3390" y="6166"/>
                  </a:cubicBezTo>
                  <a:lnTo>
                    <a:pt x="4276" y="916"/>
                  </a:lnTo>
                  <a:cubicBezTo>
                    <a:pt x="4276" y="887"/>
                    <a:pt x="4247" y="857"/>
                    <a:pt x="4211" y="857"/>
                  </a:cubicBezTo>
                  <a:lnTo>
                    <a:pt x="131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6" name="Google Shape;1466;p50">
              <a:extLst>
                <a:ext uri="{FF2B5EF4-FFF2-40B4-BE49-F238E27FC236}">
                  <a16:creationId xmlns:a16="http://schemas.microsoft.com/office/drawing/2014/main" id="{D2D7CEBC-0703-4812-913D-82CF049E49F9}"/>
                </a:ext>
              </a:extLst>
            </p:cNvPr>
            <p:cNvSpPr/>
            <p:nvPr/>
          </p:nvSpPr>
          <p:spPr>
            <a:xfrm>
              <a:off x="1819797" y="4113727"/>
              <a:ext cx="306362" cy="128400"/>
            </a:xfrm>
            <a:custGeom>
              <a:avLst/>
              <a:gdLst/>
              <a:ahLst/>
              <a:cxnLst/>
              <a:rect l="l" t="t" r="r" b="b"/>
              <a:pathLst>
                <a:path w="6101" h="2557" extrusionOk="0">
                  <a:moveTo>
                    <a:pt x="89" y="1"/>
                  </a:moveTo>
                  <a:cubicBezTo>
                    <a:pt x="59" y="155"/>
                    <a:pt x="30" y="308"/>
                    <a:pt x="1" y="491"/>
                  </a:cubicBezTo>
                  <a:cubicBezTo>
                    <a:pt x="1" y="491"/>
                    <a:pt x="733" y="1070"/>
                    <a:pt x="3018" y="1861"/>
                  </a:cubicBezTo>
                  <a:cubicBezTo>
                    <a:pt x="4750" y="2460"/>
                    <a:pt x="5522" y="2557"/>
                    <a:pt x="5841" y="2557"/>
                  </a:cubicBezTo>
                  <a:cubicBezTo>
                    <a:pt x="5993" y="2557"/>
                    <a:pt x="6042" y="2534"/>
                    <a:pt x="6042" y="2534"/>
                  </a:cubicBezTo>
                  <a:cubicBezTo>
                    <a:pt x="6042" y="2534"/>
                    <a:pt x="6100" y="2439"/>
                    <a:pt x="6100" y="2227"/>
                  </a:cubicBezTo>
                  <a:cubicBezTo>
                    <a:pt x="3201" y="1802"/>
                    <a:pt x="1158" y="704"/>
                    <a:pt x="8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7" name="Google Shape;1467;p50">
              <a:extLst>
                <a:ext uri="{FF2B5EF4-FFF2-40B4-BE49-F238E27FC236}">
                  <a16:creationId xmlns:a16="http://schemas.microsoft.com/office/drawing/2014/main" id="{14A1149D-BFA6-A529-F842-239090704B54}"/>
                </a:ext>
              </a:extLst>
            </p:cNvPr>
            <p:cNvSpPr/>
            <p:nvPr/>
          </p:nvSpPr>
          <p:spPr>
            <a:xfrm>
              <a:off x="1919070" y="4096805"/>
              <a:ext cx="108916" cy="93450"/>
            </a:xfrm>
            <a:custGeom>
              <a:avLst/>
              <a:gdLst/>
              <a:ahLst/>
              <a:cxnLst/>
              <a:rect l="l" t="t" r="r" b="b"/>
              <a:pathLst>
                <a:path w="2169" h="1861" extrusionOk="0">
                  <a:moveTo>
                    <a:pt x="1648" y="1"/>
                  </a:moveTo>
                  <a:cubicBezTo>
                    <a:pt x="916" y="309"/>
                    <a:pt x="1" y="1561"/>
                    <a:pt x="1" y="1561"/>
                  </a:cubicBezTo>
                  <a:lnTo>
                    <a:pt x="858" y="1861"/>
                  </a:lnTo>
                  <a:cubicBezTo>
                    <a:pt x="1165" y="1129"/>
                    <a:pt x="2168" y="433"/>
                    <a:pt x="2168" y="433"/>
                  </a:cubicBezTo>
                  <a:lnTo>
                    <a:pt x="164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8" name="Google Shape;1468;p50">
              <a:extLst>
                <a:ext uri="{FF2B5EF4-FFF2-40B4-BE49-F238E27FC236}">
                  <a16:creationId xmlns:a16="http://schemas.microsoft.com/office/drawing/2014/main" id="{EBE5983F-F7A9-F6DE-E5B3-37970885772C}"/>
                </a:ext>
              </a:extLst>
            </p:cNvPr>
            <p:cNvSpPr/>
            <p:nvPr/>
          </p:nvSpPr>
          <p:spPr>
            <a:xfrm>
              <a:off x="1991178" y="4139839"/>
              <a:ext cx="86069" cy="76528"/>
            </a:xfrm>
            <a:custGeom>
              <a:avLst/>
              <a:gdLst/>
              <a:ahLst/>
              <a:cxnLst/>
              <a:rect l="l" t="t" r="r" b="b"/>
              <a:pathLst>
                <a:path w="1714" h="1524" extrusionOk="0">
                  <a:moveTo>
                    <a:pt x="1252" y="1"/>
                  </a:moveTo>
                  <a:cubicBezTo>
                    <a:pt x="491" y="338"/>
                    <a:pt x="0" y="1187"/>
                    <a:pt x="0" y="1187"/>
                  </a:cubicBezTo>
                  <a:lnTo>
                    <a:pt x="827" y="1524"/>
                  </a:lnTo>
                  <a:cubicBezTo>
                    <a:pt x="1164" y="762"/>
                    <a:pt x="1713" y="425"/>
                    <a:pt x="1713" y="425"/>
                  </a:cubicBezTo>
                  <a:lnTo>
                    <a:pt x="125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9" name="Google Shape;1469;p50">
              <a:extLst>
                <a:ext uri="{FF2B5EF4-FFF2-40B4-BE49-F238E27FC236}">
                  <a16:creationId xmlns:a16="http://schemas.microsoft.com/office/drawing/2014/main" id="{E1A82CBF-DEFB-5C5B-C266-1C810F8058A0}"/>
                </a:ext>
              </a:extLst>
            </p:cNvPr>
            <p:cNvSpPr/>
            <p:nvPr/>
          </p:nvSpPr>
          <p:spPr>
            <a:xfrm>
              <a:off x="1807294" y="3219162"/>
              <a:ext cx="685083" cy="819710"/>
            </a:xfrm>
            <a:custGeom>
              <a:avLst/>
              <a:gdLst/>
              <a:ahLst/>
              <a:cxnLst/>
              <a:rect l="l" t="t" r="r" b="b"/>
              <a:pathLst>
                <a:path w="13643" h="16324" extrusionOk="0">
                  <a:moveTo>
                    <a:pt x="3999" y="0"/>
                  </a:moveTo>
                  <a:cubicBezTo>
                    <a:pt x="3999" y="0"/>
                    <a:pt x="1407" y="4269"/>
                    <a:pt x="1" y="14916"/>
                  </a:cubicBezTo>
                  <a:cubicBezTo>
                    <a:pt x="1" y="14916"/>
                    <a:pt x="1675" y="16017"/>
                    <a:pt x="4404" y="16017"/>
                  </a:cubicBezTo>
                  <a:cubicBezTo>
                    <a:pt x="4759" y="16017"/>
                    <a:pt x="5132" y="15998"/>
                    <a:pt x="5522" y="15956"/>
                  </a:cubicBezTo>
                  <a:cubicBezTo>
                    <a:pt x="6320" y="15861"/>
                    <a:pt x="7140" y="5311"/>
                    <a:pt x="7140" y="5309"/>
                  </a:cubicBezTo>
                  <a:lnTo>
                    <a:pt x="7140" y="5309"/>
                  </a:lnTo>
                  <a:cubicBezTo>
                    <a:pt x="7052" y="9029"/>
                    <a:pt x="7843" y="15985"/>
                    <a:pt x="7843" y="15985"/>
                  </a:cubicBezTo>
                  <a:cubicBezTo>
                    <a:pt x="8973" y="16239"/>
                    <a:pt x="9974" y="16324"/>
                    <a:pt x="10806" y="16324"/>
                  </a:cubicBezTo>
                  <a:cubicBezTo>
                    <a:pt x="12470" y="16324"/>
                    <a:pt x="13459" y="15985"/>
                    <a:pt x="13459" y="15985"/>
                  </a:cubicBezTo>
                  <a:cubicBezTo>
                    <a:pt x="13642" y="7198"/>
                    <a:pt x="11534" y="703"/>
                    <a:pt x="11534" y="703"/>
                  </a:cubicBezTo>
                  <a:lnTo>
                    <a:pt x="7506" y="821"/>
                  </a:lnTo>
                  <a:lnTo>
                    <a:pt x="399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0" name="Google Shape;1470;p50">
              <a:extLst>
                <a:ext uri="{FF2B5EF4-FFF2-40B4-BE49-F238E27FC236}">
                  <a16:creationId xmlns:a16="http://schemas.microsoft.com/office/drawing/2014/main" id="{2BA3B2DF-7F01-27D6-9843-D9800971E089}"/>
                </a:ext>
              </a:extLst>
            </p:cNvPr>
            <p:cNvSpPr/>
            <p:nvPr/>
          </p:nvSpPr>
          <p:spPr>
            <a:xfrm>
              <a:off x="1824216" y="3287253"/>
              <a:ext cx="183887" cy="694925"/>
            </a:xfrm>
            <a:custGeom>
              <a:avLst/>
              <a:gdLst/>
              <a:ahLst/>
              <a:cxnLst/>
              <a:rect l="l" t="t" r="r" b="b"/>
              <a:pathLst>
                <a:path w="3661" h="13839" extrusionOk="0">
                  <a:moveTo>
                    <a:pt x="3603" y="1"/>
                  </a:moveTo>
                  <a:cubicBezTo>
                    <a:pt x="3583" y="1"/>
                    <a:pt x="3562" y="14"/>
                    <a:pt x="3537" y="14"/>
                  </a:cubicBezTo>
                  <a:cubicBezTo>
                    <a:pt x="3479" y="138"/>
                    <a:pt x="1743" y="2489"/>
                    <a:pt x="1" y="13772"/>
                  </a:cubicBezTo>
                  <a:cubicBezTo>
                    <a:pt x="1" y="13809"/>
                    <a:pt x="1" y="13838"/>
                    <a:pt x="30" y="13838"/>
                  </a:cubicBezTo>
                  <a:lnTo>
                    <a:pt x="59" y="13838"/>
                  </a:lnTo>
                  <a:cubicBezTo>
                    <a:pt x="96" y="13838"/>
                    <a:pt x="125" y="13809"/>
                    <a:pt x="125" y="13772"/>
                  </a:cubicBezTo>
                  <a:cubicBezTo>
                    <a:pt x="1861" y="2547"/>
                    <a:pt x="3603" y="138"/>
                    <a:pt x="3633" y="109"/>
                  </a:cubicBezTo>
                  <a:cubicBezTo>
                    <a:pt x="3662" y="80"/>
                    <a:pt x="3662" y="43"/>
                    <a:pt x="3633" y="14"/>
                  </a:cubicBezTo>
                  <a:cubicBezTo>
                    <a:pt x="3623" y="4"/>
                    <a:pt x="3613" y="1"/>
                    <a:pt x="36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1" name="Google Shape;1471;p50">
              <a:extLst>
                <a:ext uri="{FF2B5EF4-FFF2-40B4-BE49-F238E27FC236}">
                  <a16:creationId xmlns:a16="http://schemas.microsoft.com/office/drawing/2014/main" id="{0C334EEA-E567-FA76-3A1A-D5A520414F6E}"/>
                </a:ext>
              </a:extLst>
            </p:cNvPr>
            <p:cNvSpPr/>
            <p:nvPr/>
          </p:nvSpPr>
          <p:spPr>
            <a:xfrm>
              <a:off x="2112144" y="3479472"/>
              <a:ext cx="154813" cy="12202"/>
            </a:xfrm>
            <a:custGeom>
              <a:avLst/>
              <a:gdLst/>
              <a:ahLst/>
              <a:cxnLst/>
              <a:rect l="l" t="t" r="r" b="b"/>
              <a:pathLst>
                <a:path w="3083" h="243" extrusionOk="0">
                  <a:moveTo>
                    <a:pt x="66" y="1"/>
                  </a:moveTo>
                  <a:cubicBezTo>
                    <a:pt x="37" y="1"/>
                    <a:pt x="0" y="30"/>
                    <a:pt x="0" y="59"/>
                  </a:cubicBezTo>
                  <a:cubicBezTo>
                    <a:pt x="0" y="96"/>
                    <a:pt x="37" y="125"/>
                    <a:pt x="66" y="125"/>
                  </a:cubicBezTo>
                  <a:cubicBezTo>
                    <a:pt x="520" y="213"/>
                    <a:pt x="981" y="242"/>
                    <a:pt x="1435" y="242"/>
                  </a:cubicBezTo>
                  <a:cubicBezTo>
                    <a:pt x="2292" y="242"/>
                    <a:pt x="3024" y="125"/>
                    <a:pt x="3024" y="125"/>
                  </a:cubicBezTo>
                  <a:cubicBezTo>
                    <a:pt x="3054" y="125"/>
                    <a:pt x="3083" y="96"/>
                    <a:pt x="3083" y="59"/>
                  </a:cubicBezTo>
                  <a:cubicBezTo>
                    <a:pt x="3083" y="30"/>
                    <a:pt x="3054" y="1"/>
                    <a:pt x="3024" y="1"/>
                  </a:cubicBezTo>
                  <a:cubicBezTo>
                    <a:pt x="3005" y="1"/>
                    <a:pt x="2292" y="108"/>
                    <a:pt x="1422" y="108"/>
                  </a:cubicBezTo>
                  <a:cubicBezTo>
                    <a:pt x="987" y="108"/>
                    <a:pt x="513" y="81"/>
                    <a:pt x="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2" name="Google Shape;1472;p50">
              <a:extLst>
                <a:ext uri="{FF2B5EF4-FFF2-40B4-BE49-F238E27FC236}">
                  <a16:creationId xmlns:a16="http://schemas.microsoft.com/office/drawing/2014/main" id="{5AF969EE-C36F-A008-52F8-7E516744D92F}"/>
                </a:ext>
              </a:extLst>
            </p:cNvPr>
            <p:cNvSpPr/>
            <p:nvPr/>
          </p:nvSpPr>
          <p:spPr>
            <a:xfrm>
              <a:off x="2165823" y="3485749"/>
              <a:ext cx="69146" cy="38264"/>
            </a:xfrm>
            <a:custGeom>
              <a:avLst/>
              <a:gdLst/>
              <a:ahLst/>
              <a:cxnLst/>
              <a:rect l="l" t="t" r="r" b="b"/>
              <a:pathLst>
                <a:path w="1377" h="762" extrusionOk="0">
                  <a:moveTo>
                    <a:pt x="95" y="0"/>
                  </a:moveTo>
                  <a:cubicBezTo>
                    <a:pt x="66" y="0"/>
                    <a:pt x="29" y="0"/>
                    <a:pt x="0" y="29"/>
                  </a:cubicBezTo>
                  <a:cubicBezTo>
                    <a:pt x="0" y="59"/>
                    <a:pt x="0" y="88"/>
                    <a:pt x="29" y="117"/>
                  </a:cubicBezTo>
                  <a:cubicBezTo>
                    <a:pt x="29" y="117"/>
                    <a:pt x="579" y="483"/>
                    <a:pt x="1282" y="732"/>
                  </a:cubicBezTo>
                  <a:lnTo>
                    <a:pt x="1282" y="762"/>
                  </a:lnTo>
                  <a:cubicBezTo>
                    <a:pt x="1311" y="762"/>
                    <a:pt x="1347" y="732"/>
                    <a:pt x="1347" y="703"/>
                  </a:cubicBezTo>
                  <a:cubicBezTo>
                    <a:pt x="1377" y="667"/>
                    <a:pt x="1347" y="637"/>
                    <a:pt x="1311" y="637"/>
                  </a:cubicBezTo>
                  <a:cubicBezTo>
                    <a:pt x="645" y="366"/>
                    <a:pt x="95" y="0"/>
                    <a:pt x="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3" name="Google Shape;1473;p50">
              <a:extLst>
                <a:ext uri="{FF2B5EF4-FFF2-40B4-BE49-F238E27FC236}">
                  <a16:creationId xmlns:a16="http://schemas.microsoft.com/office/drawing/2014/main" id="{412906E1-DD47-F07E-6DF4-E0CDC9173AC6}"/>
                </a:ext>
              </a:extLst>
            </p:cNvPr>
            <p:cNvSpPr/>
            <p:nvPr/>
          </p:nvSpPr>
          <p:spPr>
            <a:xfrm>
              <a:off x="2374262" y="2759552"/>
              <a:ext cx="341663" cy="397954"/>
            </a:xfrm>
            <a:custGeom>
              <a:avLst/>
              <a:gdLst/>
              <a:ahLst/>
              <a:cxnLst/>
              <a:rect l="l" t="t" r="r" b="b"/>
              <a:pathLst>
                <a:path w="6804" h="7925" extrusionOk="0">
                  <a:moveTo>
                    <a:pt x="5156" y="0"/>
                  </a:moveTo>
                  <a:lnTo>
                    <a:pt x="5156" y="271"/>
                  </a:lnTo>
                  <a:lnTo>
                    <a:pt x="3787" y="4240"/>
                  </a:lnTo>
                  <a:cubicBezTo>
                    <a:pt x="3787" y="4240"/>
                    <a:pt x="2286" y="2805"/>
                    <a:pt x="1099" y="1765"/>
                  </a:cubicBezTo>
                  <a:lnTo>
                    <a:pt x="1" y="5060"/>
                  </a:lnTo>
                  <a:cubicBezTo>
                    <a:pt x="1" y="5060"/>
                    <a:pt x="2775" y="7924"/>
                    <a:pt x="4562" y="7924"/>
                  </a:cubicBezTo>
                  <a:cubicBezTo>
                    <a:pt x="4879" y="7924"/>
                    <a:pt x="5164" y="7835"/>
                    <a:pt x="5398" y="7623"/>
                  </a:cubicBezTo>
                  <a:cubicBezTo>
                    <a:pt x="6803" y="6378"/>
                    <a:pt x="6745" y="1436"/>
                    <a:pt x="6716" y="301"/>
                  </a:cubicBezTo>
                  <a:cubicBezTo>
                    <a:pt x="6225" y="184"/>
                    <a:pt x="5676" y="88"/>
                    <a:pt x="51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4" name="Google Shape;1474;p50">
              <a:extLst>
                <a:ext uri="{FF2B5EF4-FFF2-40B4-BE49-F238E27FC236}">
                  <a16:creationId xmlns:a16="http://schemas.microsoft.com/office/drawing/2014/main" id="{C5D3EB78-B492-7096-0642-570B05636FAB}"/>
                </a:ext>
              </a:extLst>
            </p:cNvPr>
            <p:cNvSpPr/>
            <p:nvPr/>
          </p:nvSpPr>
          <p:spPr>
            <a:xfrm>
              <a:off x="2369491" y="2756238"/>
              <a:ext cx="347890" cy="404532"/>
            </a:xfrm>
            <a:custGeom>
              <a:avLst/>
              <a:gdLst/>
              <a:ahLst/>
              <a:cxnLst/>
              <a:rect l="l" t="t" r="r" b="b"/>
              <a:pathLst>
                <a:path w="6926" h="8055" extrusionOk="0">
                  <a:moveTo>
                    <a:pt x="5310" y="154"/>
                  </a:moveTo>
                  <a:cubicBezTo>
                    <a:pt x="5859" y="220"/>
                    <a:pt x="6320" y="308"/>
                    <a:pt x="6745" y="433"/>
                  </a:cubicBezTo>
                  <a:cubicBezTo>
                    <a:pt x="6774" y="1531"/>
                    <a:pt x="6811" y="6444"/>
                    <a:pt x="5463" y="7630"/>
                  </a:cubicBezTo>
                  <a:cubicBezTo>
                    <a:pt x="5237" y="7837"/>
                    <a:pt x="4960" y="7924"/>
                    <a:pt x="4652" y="7924"/>
                  </a:cubicBezTo>
                  <a:cubicBezTo>
                    <a:pt x="3002" y="7924"/>
                    <a:pt x="463" y="5410"/>
                    <a:pt x="155" y="5126"/>
                  </a:cubicBezTo>
                  <a:lnTo>
                    <a:pt x="1224" y="1956"/>
                  </a:lnTo>
                  <a:cubicBezTo>
                    <a:pt x="2381" y="2995"/>
                    <a:pt x="3816" y="4335"/>
                    <a:pt x="3845" y="4365"/>
                  </a:cubicBezTo>
                  <a:lnTo>
                    <a:pt x="3911" y="4365"/>
                  </a:lnTo>
                  <a:lnTo>
                    <a:pt x="3940" y="4335"/>
                  </a:lnTo>
                  <a:lnTo>
                    <a:pt x="5310" y="337"/>
                  </a:lnTo>
                  <a:lnTo>
                    <a:pt x="5310" y="308"/>
                  </a:lnTo>
                  <a:lnTo>
                    <a:pt x="5310" y="154"/>
                  </a:lnTo>
                  <a:close/>
                  <a:moveTo>
                    <a:pt x="5251" y="1"/>
                  </a:moveTo>
                  <a:cubicBezTo>
                    <a:pt x="5222" y="1"/>
                    <a:pt x="5222" y="1"/>
                    <a:pt x="5192" y="37"/>
                  </a:cubicBezTo>
                  <a:lnTo>
                    <a:pt x="5163" y="66"/>
                  </a:lnTo>
                  <a:lnTo>
                    <a:pt x="5192" y="308"/>
                  </a:lnTo>
                  <a:lnTo>
                    <a:pt x="3845" y="4182"/>
                  </a:lnTo>
                  <a:cubicBezTo>
                    <a:pt x="3545" y="3881"/>
                    <a:pt x="2263" y="2688"/>
                    <a:pt x="1224" y="1773"/>
                  </a:cubicBezTo>
                  <a:cubicBezTo>
                    <a:pt x="1204" y="1773"/>
                    <a:pt x="1198" y="1760"/>
                    <a:pt x="1187" y="1760"/>
                  </a:cubicBezTo>
                  <a:cubicBezTo>
                    <a:pt x="1181" y="1760"/>
                    <a:pt x="1175" y="1763"/>
                    <a:pt x="1165" y="1773"/>
                  </a:cubicBezTo>
                  <a:cubicBezTo>
                    <a:pt x="1136" y="1773"/>
                    <a:pt x="1136" y="1773"/>
                    <a:pt x="1099" y="1802"/>
                  </a:cubicBezTo>
                  <a:lnTo>
                    <a:pt x="37" y="5097"/>
                  </a:lnTo>
                  <a:cubicBezTo>
                    <a:pt x="1" y="5126"/>
                    <a:pt x="37" y="5163"/>
                    <a:pt x="37" y="5192"/>
                  </a:cubicBezTo>
                  <a:cubicBezTo>
                    <a:pt x="184" y="5309"/>
                    <a:pt x="2871" y="8055"/>
                    <a:pt x="4672" y="8055"/>
                  </a:cubicBezTo>
                  <a:cubicBezTo>
                    <a:pt x="5009" y="8055"/>
                    <a:pt x="5310" y="7967"/>
                    <a:pt x="5558" y="7755"/>
                  </a:cubicBezTo>
                  <a:cubicBezTo>
                    <a:pt x="6928" y="6503"/>
                    <a:pt x="6928" y="1802"/>
                    <a:pt x="6869" y="367"/>
                  </a:cubicBezTo>
                  <a:cubicBezTo>
                    <a:pt x="6869" y="337"/>
                    <a:pt x="6869" y="308"/>
                    <a:pt x="6840" y="308"/>
                  </a:cubicBezTo>
                  <a:cubicBezTo>
                    <a:pt x="6379" y="184"/>
                    <a:pt x="5859" y="96"/>
                    <a:pt x="525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5" name="Google Shape;1475;p50">
              <a:extLst>
                <a:ext uri="{FF2B5EF4-FFF2-40B4-BE49-F238E27FC236}">
                  <a16:creationId xmlns:a16="http://schemas.microsoft.com/office/drawing/2014/main" id="{A6CED1F6-0685-D2ED-B18A-391D7E0B6DF1}"/>
                </a:ext>
              </a:extLst>
            </p:cNvPr>
            <p:cNvSpPr/>
            <p:nvPr/>
          </p:nvSpPr>
          <p:spPr>
            <a:xfrm>
              <a:off x="2217995" y="2797614"/>
              <a:ext cx="283564" cy="256147"/>
            </a:xfrm>
            <a:custGeom>
              <a:avLst/>
              <a:gdLst/>
              <a:ahLst/>
              <a:cxnLst/>
              <a:rect l="l" t="t" r="r" b="b"/>
              <a:pathLst>
                <a:path w="5647" h="5101" extrusionOk="0">
                  <a:moveTo>
                    <a:pt x="2475" y="0"/>
                  </a:moveTo>
                  <a:cubicBezTo>
                    <a:pt x="1907" y="0"/>
                    <a:pt x="1308" y="247"/>
                    <a:pt x="733" y="919"/>
                  </a:cubicBezTo>
                  <a:cubicBezTo>
                    <a:pt x="733" y="919"/>
                    <a:pt x="1" y="1681"/>
                    <a:pt x="946" y="3087"/>
                  </a:cubicBezTo>
                  <a:cubicBezTo>
                    <a:pt x="1890" y="4522"/>
                    <a:pt x="3172" y="5100"/>
                    <a:pt x="3172" y="5100"/>
                  </a:cubicBezTo>
                  <a:cubicBezTo>
                    <a:pt x="3172" y="5100"/>
                    <a:pt x="5310" y="3424"/>
                    <a:pt x="5647" y="2171"/>
                  </a:cubicBezTo>
                  <a:lnTo>
                    <a:pt x="5398" y="1893"/>
                  </a:lnTo>
                  <a:cubicBezTo>
                    <a:pt x="5398" y="1893"/>
                    <a:pt x="4050" y="0"/>
                    <a:pt x="2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6" name="Google Shape;1476;p50">
              <a:extLst>
                <a:ext uri="{FF2B5EF4-FFF2-40B4-BE49-F238E27FC236}">
                  <a16:creationId xmlns:a16="http://schemas.microsoft.com/office/drawing/2014/main" id="{6A252654-43C3-D4E2-8964-054FB954A7CF}"/>
                </a:ext>
              </a:extLst>
            </p:cNvPr>
            <p:cNvSpPr/>
            <p:nvPr/>
          </p:nvSpPr>
          <p:spPr>
            <a:xfrm>
              <a:off x="2215083" y="2794702"/>
              <a:ext cx="289439" cy="261972"/>
            </a:xfrm>
            <a:custGeom>
              <a:avLst/>
              <a:gdLst/>
              <a:ahLst/>
              <a:cxnLst/>
              <a:rect l="l" t="t" r="r" b="b"/>
              <a:pathLst>
                <a:path w="5764" h="5217" extrusionOk="0">
                  <a:moveTo>
                    <a:pt x="2622" y="121"/>
                  </a:moveTo>
                  <a:cubicBezTo>
                    <a:pt x="4116" y="186"/>
                    <a:pt x="5397" y="1951"/>
                    <a:pt x="5397" y="1980"/>
                  </a:cubicBezTo>
                  <a:lnTo>
                    <a:pt x="5609" y="2259"/>
                  </a:lnTo>
                  <a:cubicBezTo>
                    <a:pt x="5309" y="3357"/>
                    <a:pt x="3508" y="4851"/>
                    <a:pt x="3230" y="5092"/>
                  </a:cubicBezTo>
                  <a:cubicBezTo>
                    <a:pt x="3017" y="4975"/>
                    <a:pt x="1890" y="4360"/>
                    <a:pt x="1062" y="3115"/>
                  </a:cubicBezTo>
                  <a:cubicBezTo>
                    <a:pt x="183" y="1768"/>
                    <a:pt x="820" y="1065"/>
                    <a:pt x="850" y="1036"/>
                  </a:cubicBezTo>
                  <a:lnTo>
                    <a:pt x="850" y="1007"/>
                  </a:lnTo>
                  <a:cubicBezTo>
                    <a:pt x="1370" y="428"/>
                    <a:pt x="1919" y="121"/>
                    <a:pt x="2527" y="121"/>
                  </a:cubicBezTo>
                  <a:close/>
                  <a:moveTo>
                    <a:pt x="2515" y="1"/>
                  </a:moveTo>
                  <a:cubicBezTo>
                    <a:pt x="1881" y="1"/>
                    <a:pt x="1282" y="310"/>
                    <a:pt x="762" y="948"/>
                  </a:cubicBezTo>
                  <a:cubicBezTo>
                    <a:pt x="696" y="977"/>
                    <a:pt x="0" y="1768"/>
                    <a:pt x="945" y="3203"/>
                  </a:cubicBezTo>
                  <a:cubicBezTo>
                    <a:pt x="1890" y="4609"/>
                    <a:pt x="3200" y="5217"/>
                    <a:pt x="3200" y="5217"/>
                  </a:cubicBezTo>
                  <a:lnTo>
                    <a:pt x="3259" y="5217"/>
                  </a:lnTo>
                  <a:cubicBezTo>
                    <a:pt x="3354" y="5158"/>
                    <a:pt x="5426" y="3482"/>
                    <a:pt x="5763" y="2259"/>
                  </a:cubicBezTo>
                  <a:cubicBezTo>
                    <a:pt x="5763" y="2229"/>
                    <a:pt x="5763" y="2229"/>
                    <a:pt x="5734" y="2200"/>
                  </a:cubicBezTo>
                  <a:lnTo>
                    <a:pt x="5521" y="1893"/>
                  </a:lnTo>
                  <a:cubicBezTo>
                    <a:pt x="5456" y="1834"/>
                    <a:pt x="4174" y="62"/>
                    <a:pt x="2622" y="3"/>
                  </a:cubicBezTo>
                  <a:cubicBezTo>
                    <a:pt x="2586" y="1"/>
                    <a:pt x="2550" y="1"/>
                    <a:pt x="251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7" name="Google Shape;1477;p50">
              <a:extLst>
                <a:ext uri="{FF2B5EF4-FFF2-40B4-BE49-F238E27FC236}">
                  <a16:creationId xmlns:a16="http://schemas.microsoft.com/office/drawing/2014/main" id="{4F670400-592A-B910-0BAF-7001550263BB}"/>
                </a:ext>
              </a:extLst>
            </p:cNvPr>
            <p:cNvSpPr/>
            <p:nvPr/>
          </p:nvSpPr>
          <p:spPr>
            <a:xfrm>
              <a:off x="1959141" y="2781144"/>
              <a:ext cx="442796" cy="504611"/>
            </a:xfrm>
            <a:custGeom>
              <a:avLst/>
              <a:gdLst/>
              <a:ahLst/>
              <a:cxnLst/>
              <a:rect l="l" t="t" r="r" b="b"/>
              <a:pathLst>
                <a:path w="8818" h="10049" extrusionOk="0">
                  <a:moveTo>
                    <a:pt x="3451" y="0"/>
                  </a:moveTo>
                  <a:cubicBezTo>
                    <a:pt x="2956" y="0"/>
                    <a:pt x="2449" y="16"/>
                    <a:pt x="1949" y="54"/>
                  </a:cubicBezTo>
                  <a:cubicBezTo>
                    <a:pt x="1949" y="54"/>
                    <a:pt x="30" y="7413"/>
                    <a:pt x="1" y="8694"/>
                  </a:cubicBezTo>
                  <a:cubicBezTo>
                    <a:pt x="1" y="8694"/>
                    <a:pt x="1905" y="10048"/>
                    <a:pt x="5388" y="10048"/>
                  </a:cubicBezTo>
                  <a:cubicBezTo>
                    <a:pt x="6400" y="10048"/>
                    <a:pt x="7546" y="9934"/>
                    <a:pt x="8817" y="9639"/>
                  </a:cubicBezTo>
                  <a:cubicBezTo>
                    <a:pt x="8817" y="9639"/>
                    <a:pt x="8693" y="7654"/>
                    <a:pt x="8451" y="5399"/>
                  </a:cubicBezTo>
                  <a:lnTo>
                    <a:pt x="7777" y="332"/>
                  </a:lnTo>
                  <a:cubicBezTo>
                    <a:pt x="7777" y="332"/>
                    <a:pt x="5739" y="0"/>
                    <a:pt x="34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8" name="Google Shape;1478;p50">
              <a:extLst>
                <a:ext uri="{FF2B5EF4-FFF2-40B4-BE49-F238E27FC236}">
                  <a16:creationId xmlns:a16="http://schemas.microsoft.com/office/drawing/2014/main" id="{8840D009-4CD0-F88D-4D1F-38E7489626BD}"/>
                </a:ext>
              </a:extLst>
            </p:cNvPr>
            <p:cNvSpPr/>
            <p:nvPr/>
          </p:nvSpPr>
          <p:spPr>
            <a:xfrm>
              <a:off x="1955877" y="2778031"/>
              <a:ext cx="448972" cy="511440"/>
            </a:xfrm>
            <a:custGeom>
              <a:avLst/>
              <a:gdLst/>
              <a:ahLst/>
              <a:cxnLst/>
              <a:rect l="l" t="t" r="r" b="b"/>
              <a:pathLst>
                <a:path w="8941" h="10185" extrusionOk="0">
                  <a:moveTo>
                    <a:pt x="3599" y="1"/>
                  </a:moveTo>
                  <a:cubicBezTo>
                    <a:pt x="3077" y="1"/>
                    <a:pt x="2541" y="17"/>
                    <a:pt x="2014" y="57"/>
                  </a:cubicBezTo>
                  <a:cubicBezTo>
                    <a:pt x="1984" y="57"/>
                    <a:pt x="1955" y="57"/>
                    <a:pt x="1955" y="86"/>
                  </a:cubicBezTo>
                  <a:cubicBezTo>
                    <a:pt x="1867" y="394"/>
                    <a:pt x="37" y="7475"/>
                    <a:pt x="0" y="8756"/>
                  </a:cubicBezTo>
                  <a:cubicBezTo>
                    <a:pt x="0" y="8785"/>
                    <a:pt x="0" y="8815"/>
                    <a:pt x="37" y="8815"/>
                  </a:cubicBezTo>
                  <a:cubicBezTo>
                    <a:pt x="66" y="8844"/>
                    <a:pt x="1984" y="10184"/>
                    <a:pt x="5492" y="10184"/>
                  </a:cubicBezTo>
                  <a:cubicBezTo>
                    <a:pt x="6502" y="10184"/>
                    <a:pt x="7630" y="10067"/>
                    <a:pt x="8911" y="9789"/>
                  </a:cubicBezTo>
                  <a:cubicBezTo>
                    <a:pt x="8941" y="9759"/>
                    <a:pt x="8941" y="9730"/>
                    <a:pt x="8941" y="9701"/>
                  </a:cubicBezTo>
                  <a:cubicBezTo>
                    <a:pt x="8941" y="9701"/>
                    <a:pt x="8824" y="7687"/>
                    <a:pt x="8575" y="5424"/>
                  </a:cubicBezTo>
                  <a:cubicBezTo>
                    <a:pt x="8575" y="5395"/>
                    <a:pt x="8545" y="5366"/>
                    <a:pt x="8516" y="5366"/>
                  </a:cubicBezTo>
                  <a:cubicBezTo>
                    <a:pt x="8487" y="5395"/>
                    <a:pt x="8457" y="5424"/>
                    <a:pt x="8457" y="5461"/>
                  </a:cubicBezTo>
                  <a:cubicBezTo>
                    <a:pt x="8670" y="7504"/>
                    <a:pt x="8787" y="9305"/>
                    <a:pt x="8824" y="9671"/>
                  </a:cubicBezTo>
                  <a:cubicBezTo>
                    <a:pt x="7600" y="9948"/>
                    <a:pt x="6493" y="10056"/>
                    <a:pt x="5509" y="10056"/>
                  </a:cubicBezTo>
                  <a:cubicBezTo>
                    <a:pt x="2274" y="10056"/>
                    <a:pt x="383" y="8888"/>
                    <a:pt x="125" y="8720"/>
                  </a:cubicBezTo>
                  <a:cubicBezTo>
                    <a:pt x="183" y="7409"/>
                    <a:pt x="1897" y="789"/>
                    <a:pt x="2080" y="182"/>
                  </a:cubicBezTo>
                  <a:cubicBezTo>
                    <a:pt x="2540" y="151"/>
                    <a:pt x="3008" y="138"/>
                    <a:pt x="3467" y="138"/>
                  </a:cubicBezTo>
                  <a:cubicBezTo>
                    <a:pt x="5745" y="138"/>
                    <a:pt x="7818" y="453"/>
                    <a:pt x="7842" y="453"/>
                  </a:cubicBezTo>
                  <a:cubicBezTo>
                    <a:pt x="7872" y="453"/>
                    <a:pt x="7908" y="423"/>
                    <a:pt x="7908" y="394"/>
                  </a:cubicBezTo>
                  <a:cubicBezTo>
                    <a:pt x="7908" y="365"/>
                    <a:pt x="7908" y="335"/>
                    <a:pt x="7842" y="299"/>
                  </a:cubicBezTo>
                  <a:cubicBezTo>
                    <a:pt x="7819" y="299"/>
                    <a:pt x="5833" y="1"/>
                    <a:pt x="359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49" name="Google Shape;1479;p50">
              <a:extLst>
                <a:ext uri="{FF2B5EF4-FFF2-40B4-BE49-F238E27FC236}">
                  <a16:creationId xmlns:a16="http://schemas.microsoft.com/office/drawing/2014/main" id="{70DDC97D-6C89-0FEF-99C5-6E904276E8E9}"/>
                </a:ext>
              </a:extLst>
            </p:cNvPr>
            <p:cNvSpPr/>
            <p:nvPr/>
          </p:nvSpPr>
          <p:spPr>
            <a:xfrm>
              <a:off x="2123141" y="2794652"/>
              <a:ext cx="199002" cy="62267"/>
            </a:xfrm>
            <a:custGeom>
              <a:avLst/>
              <a:gdLst/>
              <a:ahLst/>
              <a:cxnLst/>
              <a:rect l="l" t="t" r="r" b="b"/>
              <a:pathLst>
                <a:path w="3963" h="1240" extrusionOk="0">
                  <a:moveTo>
                    <a:pt x="2403" y="1"/>
                  </a:moveTo>
                  <a:cubicBezTo>
                    <a:pt x="2220" y="1"/>
                    <a:pt x="2102" y="4"/>
                    <a:pt x="2102" y="4"/>
                  </a:cubicBezTo>
                  <a:cubicBezTo>
                    <a:pt x="1004" y="34"/>
                    <a:pt x="1" y="63"/>
                    <a:pt x="1" y="63"/>
                  </a:cubicBezTo>
                  <a:cubicBezTo>
                    <a:pt x="330" y="1008"/>
                    <a:pt x="1187" y="1191"/>
                    <a:pt x="1861" y="1220"/>
                  </a:cubicBezTo>
                  <a:cubicBezTo>
                    <a:pt x="1936" y="1232"/>
                    <a:pt x="2017" y="1239"/>
                    <a:pt x="2101" y="1239"/>
                  </a:cubicBezTo>
                  <a:cubicBezTo>
                    <a:pt x="2220" y="1239"/>
                    <a:pt x="2344" y="1225"/>
                    <a:pt x="2468" y="1191"/>
                  </a:cubicBezTo>
                  <a:cubicBezTo>
                    <a:pt x="3750" y="978"/>
                    <a:pt x="3962" y="122"/>
                    <a:pt x="3962" y="122"/>
                  </a:cubicBezTo>
                  <a:cubicBezTo>
                    <a:pt x="3466" y="17"/>
                    <a:pt x="2789" y="1"/>
                    <a:pt x="24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0" name="Google Shape;1480;p50">
              <a:extLst>
                <a:ext uri="{FF2B5EF4-FFF2-40B4-BE49-F238E27FC236}">
                  <a16:creationId xmlns:a16="http://schemas.microsoft.com/office/drawing/2014/main" id="{9D901CD9-5766-F9B3-6231-16D6206EA213}"/>
                </a:ext>
              </a:extLst>
            </p:cNvPr>
            <p:cNvSpPr/>
            <p:nvPr/>
          </p:nvSpPr>
          <p:spPr>
            <a:xfrm>
              <a:off x="2119827" y="2791087"/>
              <a:ext cx="207087" cy="69648"/>
            </a:xfrm>
            <a:custGeom>
              <a:avLst/>
              <a:gdLst/>
              <a:ahLst/>
              <a:cxnLst/>
              <a:rect l="l" t="t" r="r" b="b"/>
              <a:pathLst>
                <a:path w="4124" h="1387" extrusionOk="0">
                  <a:moveTo>
                    <a:pt x="2609" y="140"/>
                  </a:moveTo>
                  <a:cubicBezTo>
                    <a:pt x="2976" y="140"/>
                    <a:pt x="3519" y="166"/>
                    <a:pt x="3940" y="258"/>
                  </a:cubicBezTo>
                  <a:cubicBezTo>
                    <a:pt x="3845" y="442"/>
                    <a:pt x="3545" y="1020"/>
                    <a:pt x="2534" y="1203"/>
                  </a:cubicBezTo>
                  <a:cubicBezTo>
                    <a:pt x="2405" y="1224"/>
                    <a:pt x="2276" y="1244"/>
                    <a:pt x="2125" y="1244"/>
                  </a:cubicBezTo>
                  <a:cubicBezTo>
                    <a:pt x="2063" y="1244"/>
                    <a:pt x="1997" y="1241"/>
                    <a:pt x="1927" y="1232"/>
                  </a:cubicBezTo>
                  <a:cubicBezTo>
                    <a:pt x="1224" y="1174"/>
                    <a:pt x="491" y="1020"/>
                    <a:pt x="155" y="193"/>
                  </a:cubicBezTo>
                  <a:cubicBezTo>
                    <a:pt x="433" y="193"/>
                    <a:pt x="1282" y="163"/>
                    <a:pt x="2168" y="163"/>
                  </a:cubicBezTo>
                  <a:lnTo>
                    <a:pt x="2198" y="163"/>
                  </a:lnTo>
                  <a:cubicBezTo>
                    <a:pt x="2198" y="152"/>
                    <a:pt x="2364" y="140"/>
                    <a:pt x="2609" y="140"/>
                  </a:cubicBezTo>
                  <a:close/>
                  <a:moveTo>
                    <a:pt x="2628" y="1"/>
                  </a:moveTo>
                  <a:cubicBezTo>
                    <a:pt x="2372" y="1"/>
                    <a:pt x="2191" y="10"/>
                    <a:pt x="2168" y="10"/>
                  </a:cubicBezTo>
                  <a:cubicBezTo>
                    <a:pt x="1070" y="39"/>
                    <a:pt x="67" y="75"/>
                    <a:pt x="67" y="75"/>
                  </a:cubicBezTo>
                  <a:cubicBezTo>
                    <a:pt x="30" y="75"/>
                    <a:pt x="1" y="75"/>
                    <a:pt x="1" y="105"/>
                  </a:cubicBezTo>
                  <a:lnTo>
                    <a:pt x="1" y="163"/>
                  </a:lnTo>
                  <a:cubicBezTo>
                    <a:pt x="338" y="1137"/>
                    <a:pt x="1194" y="1320"/>
                    <a:pt x="1927" y="1357"/>
                  </a:cubicBezTo>
                  <a:cubicBezTo>
                    <a:pt x="1985" y="1386"/>
                    <a:pt x="2080" y="1386"/>
                    <a:pt x="2168" y="1386"/>
                  </a:cubicBezTo>
                  <a:cubicBezTo>
                    <a:pt x="2293" y="1386"/>
                    <a:pt x="2410" y="1357"/>
                    <a:pt x="2534" y="1357"/>
                  </a:cubicBezTo>
                  <a:cubicBezTo>
                    <a:pt x="3845" y="1108"/>
                    <a:pt x="4094" y="258"/>
                    <a:pt x="4094" y="222"/>
                  </a:cubicBezTo>
                  <a:cubicBezTo>
                    <a:pt x="4123" y="193"/>
                    <a:pt x="4094" y="193"/>
                    <a:pt x="4094" y="163"/>
                  </a:cubicBezTo>
                  <a:lnTo>
                    <a:pt x="4057" y="134"/>
                  </a:lnTo>
                  <a:cubicBezTo>
                    <a:pt x="3611" y="22"/>
                    <a:pt x="3028" y="1"/>
                    <a:pt x="26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1" name="Google Shape;1481;p50">
              <a:extLst>
                <a:ext uri="{FF2B5EF4-FFF2-40B4-BE49-F238E27FC236}">
                  <a16:creationId xmlns:a16="http://schemas.microsoft.com/office/drawing/2014/main" id="{8AD251E1-CB37-D618-51B0-8901B54B63B5}"/>
                </a:ext>
              </a:extLst>
            </p:cNvPr>
            <p:cNvSpPr/>
            <p:nvPr/>
          </p:nvSpPr>
          <p:spPr>
            <a:xfrm>
              <a:off x="1853290" y="2785161"/>
              <a:ext cx="207036" cy="283665"/>
            </a:xfrm>
            <a:custGeom>
              <a:avLst/>
              <a:gdLst/>
              <a:ahLst/>
              <a:cxnLst/>
              <a:rect l="l" t="t" r="r" b="b"/>
              <a:pathLst>
                <a:path w="4123" h="5649" extrusionOk="0">
                  <a:moveTo>
                    <a:pt x="3884" y="0"/>
                  </a:moveTo>
                  <a:cubicBezTo>
                    <a:pt x="1156" y="0"/>
                    <a:pt x="0" y="4096"/>
                    <a:pt x="0" y="4096"/>
                  </a:cubicBezTo>
                  <a:cubicBezTo>
                    <a:pt x="1435" y="5619"/>
                    <a:pt x="3295" y="5649"/>
                    <a:pt x="3295" y="5649"/>
                  </a:cubicBezTo>
                  <a:lnTo>
                    <a:pt x="4123" y="10"/>
                  </a:lnTo>
                  <a:cubicBezTo>
                    <a:pt x="4042" y="3"/>
                    <a:pt x="3962" y="0"/>
                    <a:pt x="38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2" name="Google Shape;1482;p50">
              <a:extLst>
                <a:ext uri="{FF2B5EF4-FFF2-40B4-BE49-F238E27FC236}">
                  <a16:creationId xmlns:a16="http://schemas.microsoft.com/office/drawing/2014/main" id="{17DCE0AA-8719-D7A0-9815-FA872A7B9D8D}"/>
                </a:ext>
              </a:extLst>
            </p:cNvPr>
            <p:cNvSpPr/>
            <p:nvPr/>
          </p:nvSpPr>
          <p:spPr>
            <a:xfrm>
              <a:off x="1850327" y="2781747"/>
              <a:ext cx="212962" cy="291850"/>
            </a:xfrm>
            <a:custGeom>
              <a:avLst/>
              <a:gdLst/>
              <a:ahLst/>
              <a:cxnLst/>
              <a:rect l="l" t="t" r="r" b="b"/>
              <a:pathLst>
                <a:path w="4241" h="5812" extrusionOk="0">
                  <a:moveTo>
                    <a:pt x="3922" y="0"/>
                  </a:moveTo>
                  <a:cubicBezTo>
                    <a:pt x="1178" y="0"/>
                    <a:pt x="1" y="4107"/>
                    <a:pt x="1" y="4164"/>
                  </a:cubicBezTo>
                  <a:lnTo>
                    <a:pt x="1" y="4223"/>
                  </a:lnTo>
                  <a:cubicBezTo>
                    <a:pt x="1465" y="5717"/>
                    <a:pt x="3325" y="5812"/>
                    <a:pt x="3354" y="5812"/>
                  </a:cubicBezTo>
                  <a:cubicBezTo>
                    <a:pt x="3383" y="5812"/>
                    <a:pt x="3420" y="5783"/>
                    <a:pt x="3420" y="5717"/>
                  </a:cubicBezTo>
                  <a:cubicBezTo>
                    <a:pt x="3420" y="5687"/>
                    <a:pt x="3383" y="5658"/>
                    <a:pt x="3354" y="5658"/>
                  </a:cubicBezTo>
                  <a:cubicBezTo>
                    <a:pt x="3325" y="5658"/>
                    <a:pt x="1524" y="5599"/>
                    <a:pt x="154" y="4164"/>
                  </a:cubicBezTo>
                  <a:cubicBezTo>
                    <a:pt x="268" y="3753"/>
                    <a:pt x="1420" y="155"/>
                    <a:pt x="3939" y="155"/>
                  </a:cubicBezTo>
                  <a:cubicBezTo>
                    <a:pt x="4018" y="155"/>
                    <a:pt x="4099" y="159"/>
                    <a:pt x="4182" y="166"/>
                  </a:cubicBezTo>
                  <a:cubicBezTo>
                    <a:pt x="4211" y="166"/>
                    <a:pt x="4240" y="137"/>
                    <a:pt x="4240" y="108"/>
                  </a:cubicBezTo>
                  <a:cubicBezTo>
                    <a:pt x="4240" y="42"/>
                    <a:pt x="4240" y="12"/>
                    <a:pt x="4182" y="12"/>
                  </a:cubicBezTo>
                  <a:cubicBezTo>
                    <a:pt x="4093" y="4"/>
                    <a:pt x="4007" y="0"/>
                    <a:pt x="39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3" name="Google Shape;1483;p50">
              <a:extLst>
                <a:ext uri="{FF2B5EF4-FFF2-40B4-BE49-F238E27FC236}">
                  <a16:creationId xmlns:a16="http://schemas.microsoft.com/office/drawing/2014/main" id="{581BDFB3-E200-4774-934F-8F0B1E89670A}"/>
                </a:ext>
              </a:extLst>
            </p:cNvPr>
            <p:cNvSpPr/>
            <p:nvPr/>
          </p:nvSpPr>
          <p:spPr>
            <a:xfrm>
              <a:off x="1974256" y="3208517"/>
              <a:ext cx="429137" cy="59605"/>
            </a:xfrm>
            <a:custGeom>
              <a:avLst/>
              <a:gdLst/>
              <a:ahLst/>
              <a:cxnLst/>
              <a:rect l="l" t="t" r="r" b="b"/>
              <a:pathLst>
                <a:path w="8546" h="1187" extrusionOk="0">
                  <a:moveTo>
                    <a:pt x="37" y="0"/>
                  </a:moveTo>
                  <a:cubicBezTo>
                    <a:pt x="0" y="29"/>
                    <a:pt x="0" y="29"/>
                    <a:pt x="37" y="59"/>
                  </a:cubicBezTo>
                  <a:cubicBezTo>
                    <a:pt x="1648" y="945"/>
                    <a:pt x="3574" y="1186"/>
                    <a:pt x="5192" y="1186"/>
                  </a:cubicBezTo>
                  <a:cubicBezTo>
                    <a:pt x="7052" y="1186"/>
                    <a:pt x="8487" y="850"/>
                    <a:pt x="8516" y="850"/>
                  </a:cubicBezTo>
                  <a:cubicBezTo>
                    <a:pt x="8545" y="850"/>
                    <a:pt x="8545" y="850"/>
                    <a:pt x="8545" y="820"/>
                  </a:cubicBezTo>
                  <a:lnTo>
                    <a:pt x="8516" y="791"/>
                  </a:lnTo>
                  <a:cubicBezTo>
                    <a:pt x="8485" y="807"/>
                    <a:pt x="7041" y="1142"/>
                    <a:pt x="5172" y="1142"/>
                  </a:cubicBezTo>
                  <a:cubicBezTo>
                    <a:pt x="3575" y="1142"/>
                    <a:pt x="1668" y="897"/>
                    <a:pt x="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4" name="Google Shape;1484;p50">
              <a:extLst>
                <a:ext uri="{FF2B5EF4-FFF2-40B4-BE49-F238E27FC236}">
                  <a16:creationId xmlns:a16="http://schemas.microsoft.com/office/drawing/2014/main" id="{A6ADADF3-544D-5C86-3DB4-6E09C6A925DF}"/>
                </a:ext>
              </a:extLst>
            </p:cNvPr>
            <p:cNvSpPr/>
            <p:nvPr/>
          </p:nvSpPr>
          <p:spPr>
            <a:xfrm>
              <a:off x="2075337" y="2984562"/>
              <a:ext cx="213313" cy="219188"/>
            </a:xfrm>
            <a:custGeom>
              <a:avLst/>
              <a:gdLst/>
              <a:ahLst/>
              <a:cxnLst/>
              <a:rect l="l" t="t" r="r" b="b"/>
              <a:pathLst>
                <a:path w="4248" h="4365" extrusionOk="0">
                  <a:moveTo>
                    <a:pt x="37" y="1"/>
                  </a:moveTo>
                  <a:cubicBezTo>
                    <a:pt x="1" y="30"/>
                    <a:pt x="1" y="30"/>
                    <a:pt x="37" y="67"/>
                  </a:cubicBezTo>
                  <a:cubicBezTo>
                    <a:pt x="1165" y="1714"/>
                    <a:pt x="2564" y="3179"/>
                    <a:pt x="4182" y="4365"/>
                  </a:cubicBezTo>
                  <a:lnTo>
                    <a:pt x="4211" y="4365"/>
                  </a:lnTo>
                  <a:lnTo>
                    <a:pt x="4248" y="4336"/>
                  </a:lnTo>
                  <a:cubicBezTo>
                    <a:pt x="4248" y="4336"/>
                    <a:pt x="4248" y="4306"/>
                    <a:pt x="4211" y="4306"/>
                  </a:cubicBezTo>
                  <a:cubicBezTo>
                    <a:pt x="2600" y="3113"/>
                    <a:pt x="1194" y="1678"/>
                    <a:pt x="67" y="30"/>
                  </a:cubicBezTo>
                  <a:cubicBezTo>
                    <a:pt x="67" y="1"/>
                    <a:pt x="37" y="1"/>
                    <a:pt x="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5" name="Google Shape;1485;p50">
              <a:extLst>
                <a:ext uri="{FF2B5EF4-FFF2-40B4-BE49-F238E27FC236}">
                  <a16:creationId xmlns:a16="http://schemas.microsoft.com/office/drawing/2014/main" id="{81ED1CFF-EC8A-0D5A-B039-B2065403F684}"/>
                </a:ext>
              </a:extLst>
            </p:cNvPr>
            <p:cNvSpPr/>
            <p:nvPr/>
          </p:nvSpPr>
          <p:spPr>
            <a:xfrm>
              <a:off x="2072424" y="3088204"/>
              <a:ext cx="110322" cy="141657"/>
            </a:xfrm>
            <a:custGeom>
              <a:avLst/>
              <a:gdLst/>
              <a:ahLst/>
              <a:cxnLst/>
              <a:rect l="l" t="t" r="r" b="b"/>
              <a:pathLst>
                <a:path w="2197" h="2821" extrusionOk="0">
                  <a:moveTo>
                    <a:pt x="37" y="0"/>
                  </a:moveTo>
                  <a:cubicBezTo>
                    <a:pt x="33" y="0"/>
                    <a:pt x="30" y="4"/>
                    <a:pt x="30" y="16"/>
                  </a:cubicBezTo>
                  <a:cubicBezTo>
                    <a:pt x="30" y="16"/>
                    <a:pt x="0" y="16"/>
                    <a:pt x="30" y="46"/>
                  </a:cubicBezTo>
                  <a:cubicBezTo>
                    <a:pt x="491" y="1115"/>
                    <a:pt x="1223" y="2059"/>
                    <a:pt x="2138" y="2792"/>
                  </a:cubicBezTo>
                  <a:lnTo>
                    <a:pt x="2168" y="2821"/>
                  </a:lnTo>
                  <a:lnTo>
                    <a:pt x="2168" y="2792"/>
                  </a:lnTo>
                  <a:cubicBezTo>
                    <a:pt x="2197" y="2792"/>
                    <a:pt x="2197" y="2762"/>
                    <a:pt x="2168" y="2762"/>
                  </a:cubicBezTo>
                  <a:cubicBezTo>
                    <a:pt x="1282" y="2030"/>
                    <a:pt x="549" y="1078"/>
                    <a:pt x="59" y="16"/>
                  </a:cubicBezTo>
                  <a:cubicBezTo>
                    <a:pt x="59" y="16"/>
                    <a:pt x="46" y="0"/>
                    <a:pt x="3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6" name="Google Shape;1486;p50">
              <a:extLst>
                <a:ext uri="{FF2B5EF4-FFF2-40B4-BE49-F238E27FC236}">
                  <a16:creationId xmlns:a16="http://schemas.microsoft.com/office/drawing/2014/main" id="{C6A20780-DFCC-C3EA-7D8A-8E1E0108115D}"/>
                </a:ext>
              </a:extLst>
            </p:cNvPr>
            <p:cNvSpPr/>
            <p:nvPr/>
          </p:nvSpPr>
          <p:spPr>
            <a:xfrm>
              <a:off x="2017239" y="2784860"/>
              <a:ext cx="76528" cy="285824"/>
            </a:xfrm>
            <a:custGeom>
              <a:avLst/>
              <a:gdLst/>
              <a:ahLst/>
              <a:cxnLst/>
              <a:rect l="l" t="t" r="r" b="b"/>
              <a:pathLst>
                <a:path w="1524" h="5692" extrusionOk="0">
                  <a:moveTo>
                    <a:pt x="865" y="0"/>
                  </a:moveTo>
                  <a:cubicBezTo>
                    <a:pt x="861" y="0"/>
                    <a:pt x="858" y="4"/>
                    <a:pt x="858" y="16"/>
                  </a:cubicBezTo>
                  <a:cubicBezTo>
                    <a:pt x="828" y="16"/>
                    <a:pt x="828" y="16"/>
                    <a:pt x="828" y="46"/>
                  </a:cubicBezTo>
                  <a:cubicBezTo>
                    <a:pt x="858" y="46"/>
                    <a:pt x="1465" y="2330"/>
                    <a:pt x="1" y="5655"/>
                  </a:cubicBezTo>
                  <a:lnTo>
                    <a:pt x="1" y="5691"/>
                  </a:lnTo>
                  <a:lnTo>
                    <a:pt x="30" y="5691"/>
                  </a:lnTo>
                  <a:cubicBezTo>
                    <a:pt x="1524" y="2330"/>
                    <a:pt x="887" y="46"/>
                    <a:pt x="887" y="16"/>
                  </a:cubicBezTo>
                  <a:cubicBezTo>
                    <a:pt x="887" y="16"/>
                    <a:pt x="874" y="0"/>
                    <a:pt x="8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7" name="Google Shape;1487;p50">
              <a:extLst>
                <a:ext uri="{FF2B5EF4-FFF2-40B4-BE49-F238E27FC236}">
                  <a16:creationId xmlns:a16="http://schemas.microsoft.com/office/drawing/2014/main" id="{6D81DA09-52F2-1BEA-B6F2-C65DAB5B7D31}"/>
                </a:ext>
              </a:extLst>
            </p:cNvPr>
            <p:cNvSpPr/>
            <p:nvPr/>
          </p:nvSpPr>
          <p:spPr>
            <a:xfrm>
              <a:off x="2348201" y="2796309"/>
              <a:ext cx="38264" cy="269604"/>
            </a:xfrm>
            <a:custGeom>
              <a:avLst/>
              <a:gdLst/>
              <a:ahLst/>
              <a:cxnLst/>
              <a:rect l="l" t="t" r="r" b="b"/>
              <a:pathLst>
                <a:path w="762" h="5369" extrusionOk="0">
                  <a:moveTo>
                    <a:pt x="29" y="1"/>
                  </a:moveTo>
                  <a:cubicBezTo>
                    <a:pt x="0" y="1"/>
                    <a:pt x="0" y="30"/>
                    <a:pt x="0" y="30"/>
                  </a:cubicBezTo>
                  <a:cubicBezTo>
                    <a:pt x="0" y="59"/>
                    <a:pt x="674" y="1707"/>
                    <a:pt x="703" y="5339"/>
                  </a:cubicBezTo>
                  <a:cubicBezTo>
                    <a:pt x="703" y="5368"/>
                    <a:pt x="703" y="5368"/>
                    <a:pt x="732" y="5368"/>
                  </a:cubicBezTo>
                  <a:cubicBezTo>
                    <a:pt x="732" y="5368"/>
                    <a:pt x="762" y="5368"/>
                    <a:pt x="762" y="5339"/>
                  </a:cubicBezTo>
                  <a:cubicBezTo>
                    <a:pt x="703" y="1707"/>
                    <a:pt x="59" y="30"/>
                    <a:pt x="5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8" name="Google Shape;1488;p50">
              <a:extLst>
                <a:ext uri="{FF2B5EF4-FFF2-40B4-BE49-F238E27FC236}">
                  <a16:creationId xmlns:a16="http://schemas.microsoft.com/office/drawing/2014/main" id="{FDFEA4DD-FE26-24D3-A36B-739953D944E7}"/>
                </a:ext>
              </a:extLst>
            </p:cNvPr>
            <p:cNvSpPr/>
            <p:nvPr/>
          </p:nvSpPr>
          <p:spPr>
            <a:xfrm>
              <a:off x="2136749" y="2733441"/>
              <a:ext cx="161090" cy="77984"/>
            </a:xfrm>
            <a:custGeom>
              <a:avLst/>
              <a:gdLst/>
              <a:ahLst/>
              <a:cxnLst/>
              <a:rect l="l" t="t" r="r" b="b"/>
              <a:pathLst>
                <a:path w="3208" h="1553" extrusionOk="0">
                  <a:moveTo>
                    <a:pt x="3208" y="1"/>
                  </a:moveTo>
                  <a:lnTo>
                    <a:pt x="3208" y="1"/>
                  </a:lnTo>
                  <a:cubicBezTo>
                    <a:pt x="2474" y="309"/>
                    <a:pt x="1662" y="459"/>
                    <a:pt x="874" y="459"/>
                  </a:cubicBezTo>
                  <a:cubicBezTo>
                    <a:pt x="578" y="459"/>
                    <a:pt x="285" y="438"/>
                    <a:pt x="1" y="396"/>
                  </a:cubicBezTo>
                  <a:lnTo>
                    <a:pt x="1" y="396"/>
                  </a:lnTo>
                  <a:lnTo>
                    <a:pt x="184" y="1553"/>
                  </a:lnTo>
                  <a:lnTo>
                    <a:pt x="3113" y="1494"/>
                  </a:lnTo>
                  <a:lnTo>
                    <a:pt x="32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59" name="Google Shape;1489;p50">
              <a:extLst>
                <a:ext uri="{FF2B5EF4-FFF2-40B4-BE49-F238E27FC236}">
                  <a16:creationId xmlns:a16="http://schemas.microsoft.com/office/drawing/2014/main" id="{EBBFAF63-26CF-001C-7227-B495542834BE}"/>
                </a:ext>
              </a:extLst>
            </p:cNvPr>
            <p:cNvSpPr/>
            <p:nvPr/>
          </p:nvSpPr>
          <p:spPr>
            <a:xfrm>
              <a:off x="2133836" y="2730528"/>
              <a:ext cx="166965" cy="84211"/>
            </a:xfrm>
            <a:custGeom>
              <a:avLst/>
              <a:gdLst/>
              <a:ahLst/>
              <a:cxnLst/>
              <a:rect l="l" t="t" r="r" b="b"/>
              <a:pathLst>
                <a:path w="3324" h="1676" extrusionOk="0">
                  <a:moveTo>
                    <a:pt x="3229" y="0"/>
                  </a:moveTo>
                  <a:cubicBezTo>
                    <a:pt x="2522" y="309"/>
                    <a:pt x="1733" y="459"/>
                    <a:pt x="955" y="459"/>
                  </a:cubicBezTo>
                  <a:cubicBezTo>
                    <a:pt x="663" y="459"/>
                    <a:pt x="372" y="437"/>
                    <a:pt x="88" y="395"/>
                  </a:cubicBezTo>
                  <a:cubicBezTo>
                    <a:pt x="59" y="395"/>
                    <a:pt x="29" y="395"/>
                    <a:pt x="29" y="425"/>
                  </a:cubicBezTo>
                  <a:cubicBezTo>
                    <a:pt x="0" y="425"/>
                    <a:pt x="0" y="454"/>
                    <a:pt x="0" y="483"/>
                  </a:cubicBezTo>
                  <a:lnTo>
                    <a:pt x="183" y="1611"/>
                  </a:lnTo>
                  <a:cubicBezTo>
                    <a:pt x="183" y="1648"/>
                    <a:pt x="212" y="1677"/>
                    <a:pt x="242" y="1677"/>
                  </a:cubicBezTo>
                  <a:cubicBezTo>
                    <a:pt x="300" y="1677"/>
                    <a:pt x="337" y="1648"/>
                    <a:pt x="300" y="1611"/>
                  </a:cubicBezTo>
                  <a:lnTo>
                    <a:pt x="154" y="549"/>
                  </a:lnTo>
                  <a:lnTo>
                    <a:pt x="154" y="549"/>
                  </a:lnTo>
                  <a:cubicBezTo>
                    <a:pt x="403" y="578"/>
                    <a:pt x="656" y="593"/>
                    <a:pt x="910" y="593"/>
                  </a:cubicBezTo>
                  <a:cubicBezTo>
                    <a:pt x="1680" y="593"/>
                    <a:pt x="2460" y="458"/>
                    <a:pt x="3171" y="183"/>
                  </a:cubicBezTo>
                  <a:lnTo>
                    <a:pt x="3171" y="183"/>
                  </a:lnTo>
                  <a:lnTo>
                    <a:pt x="3112" y="1523"/>
                  </a:lnTo>
                  <a:cubicBezTo>
                    <a:pt x="3112" y="1582"/>
                    <a:pt x="3141" y="1611"/>
                    <a:pt x="3171" y="1611"/>
                  </a:cubicBezTo>
                  <a:cubicBezTo>
                    <a:pt x="3229" y="1611"/>
                    <a:pt x="3266" y="1582"/>
                    <a:pt x="3266" y="1552"/>
                  </a:cubicBezTo>
                  <a:lnTo>
                    <a:pt x="3324" y="59"/>
                  </a:lnTo>
                  <a:cubicBezTo>
                    <a:pt x="3324" y="59"/>
                    <a:pt x="3295" y="29"/>
                    <a:pt x="32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0" name="Google Shape;1490;p50">
              <a:extLst>
                <a:ext uri="{FF2B5EF4-FFF2-40B4-BE49-F238E27FC236}">
                  <a16:creationId xmlns:a16="http://schemas.microsoft.com/office/drawing/2014/main" id="{573093C5-71F7-ED42-8224-0ADC228B6771}"/>
                </a:ext>
              </a:extLst>
            </p:cNvPr>
            <p:cNvSpPr/>
            <p:nvPr/>
          </p:nvSpPr>
          <p:spPr>
            <a:xfrm>
              <a:off x="2124647" y="2672029"/>
              <a:ext cx="174698" cy="84512"/>
            </a:xfrm>
            <a:custGeom>
              <a:avLst/>
              <a:gdLst/>
              <a:ahLst/>
              <a:cxnLst/>
              <a:rect l="l" t="t" r="r" b="b"/>
              <a:pathLst>
                <a:path w="3479" h="1683" extrusionOk="0">
                  <a:moveTo>
                    <a:pt x="3478" y="1"/>
                  </a:moveTo>
                  <a:lnTo>
                    <a:pt x="0" y="279"/>
                  </a:lnTo>
                  <a:lnTo>
                    <a:pt x="242" y="1619"/>
                  </a:lnTo>
                  <a:cubicBezTo>
                    <a:pt x="526" y="1661"/>
                    <a:pt x="819" y="1682"/>
                    <a:pt x="1115" y="1682"/>
                  </a:cubicBezTo>
                  <a:cubicBezTo>
                    <a:pt x="1903" y="1682"/>
                    <a:pt x="2715" y="1532"/>
                    <a:pt x="3449" y="1224"/>
                  </a:cubicBezTo>
                  <a:lnTo>
                    <a:pt x="347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1" name="Google Shape;1491;p50">
              <a:extLst>
                <a:ext uri="{FF2B5EF4-FFF2-40B4-BE49-F238E27FC236}">
                  <a16:creationId xmlns:a16="http://schemas.microsoft.com/office/drawing/2014/main" id="{72502DC3-7375-4754-7DDA-152F1A93F722}"/>
                </a:ext>
              </a:extLst>
            </p:cNvPr>
            <p:cNvSpPr/>
            <p:nvPr/>
          </p:nvSpPr>
          <p:spPr>
            <a:xfrm>
              <a:off x="2121333" y="2667610"/>
              <a:ext cx="180925" cy="91994"/>
            </a:xfrm>
            <a:custGeom>
              <a:avLst/>
              <a:gdLst/>
              <a:ahLst/>
              <a:cxnLst/>
              <a:rect l="l" t="t" r="r" b="b"/>
              <a:pathLst>
                <a:path w="3602" h="1832" extrusionOk="0">
                  <a:moveTo>
                    <a:pt x="3478" y="155"/>
                  </a:moveTo>
                  <a:lnTo>
                    <a:pt x="3449" y="1282"/>
                  </a:lnTo>
                  <a:cubicBezTo>
                    <a:pt x="2766" y="1568"/>
                    <a:pt x="1988" y="1712"/>
                    <a:pt x="1228" y="1712"/>
                  </a:cubicBezTo>
                  <a:cubicBezTo>
                    <a:pt x="936" y="1712"/>
                    <a:pt x="647" y="1691"/>
                    <a:pt x="366" y="1648"/>
                  </a:cubicBezTo>
                  <a:lnTo>
                    <a:pt x="154" y="426"/>
                  </a:lnTo>
                  <a:lnTo>
                    <a:pt x="3478" y="155"/>
                  </a:lnTo>
                  <a:close/>
                  <a:moveTo>
                    <a:pt x="3603" y="1"/>
                  </a:moveTo>
                  <a:lnTo>
                    <a:pt x="0" y="301"/>
                  </a:lnTo>
                  <a:lnTo>
                    <a:pt x="249" y="1766"/>
                  </a:lnTo>
                  <a:lnTo>
                    <a:pt x="308" y="1766"/>
                  </a:lnTo>
                  <a:cubicBezTo>
                    <a:pt x="615" y="1831"/>
                    <a:pt x="915" y="1831"/>
                    <a:pt x="1194" y="1831"/>
                  </a:cubicBezTo>
                  <a:cubicBezTo>
                    <a:pt x="2014" y="1831"/>
                    <a:pt x="2812" y="1678"/>
                    <a:pt x="3515" y="1370"/>
                  </a:cubicBezTo>
                  <a:lnTo>
                    <a:pt x="3544" y="1370"/>
                  </a:lnTo>
                  <a:lnTo>
                    <a:pt x="36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2" name="Google Shape;1492;p50">
              <a:extLst>
                <a:ext uri="{FF2B5EF4-FFF2-40B4-BE49-F238E27FC236}">
                  <a16:creationId xmlns:a16="http://schemas.microsoft.com/office/drawing/2014/main" id="{30CAC226-379D-BC7D-3754-B61364AAEE83}"/>
                </a:ext>
              </a:extLst>
            </p:cNvPr>
            <p:cNvSpPr/>
            <p:nvPr/>
          </p:nvSpPr>
          <p:spPr>
            <a:xfrm>
              <a:off x="2639393" y="2661283"/>
              <a:ext cx="105552" cy="176255"/>
            </a:xfrm>
            <a:custGeom>
              <a:avLst/>
              <a:gdLst/>
              <a:ahLst/>
              <a:cxnLst/>
              <a:rect l="l" t="t" r="r" b="b"/>
              <a:pathLst>
                <a:path w="2102" h="3509" extrusionOk="0">
                  <a:moveTo>
                    <a:pt x="473" y="1"/>
                  </a:moveTo>
                  <a:cubicBezTo>
                    <a:pt x="467" y="1"/>
                    <a:pt x="461" y="1"/>
                    <a:pt x="454" y="2"/>
                  </a:cubicBezTo>
                  <a:cubicBezTo>
                    <a:pt x="183" y="32"/>
                    <a:pt x="118" y="1774"/>
                    <a:pt x="118" y="1774"/>
                  </a:cubicBezTo>
                  <a:cubicBezTo>
                    <a:pt x="88" y="2294"/>
                    <a:pt x="118" y="3056"/>
                    <a:pt x="118" y="3056"/>
                  </a:cubicBezTo>
                  <a:lnTo>
                    <a:pt x="0" y="3510"/>
                  </a:lnTo>
                  <a:lnTo>
                    <a:pt x="1677" y="3481"/>
                  </a:lnTo>
                  <a:cubicBezTo>
                    <a:pt x="1765" y="2873"/>
                    <a:pt x="1919" y="2595"/>
                    <a:pt x="1919" y="2595"/>
                  </a:cubicBezTo>
                  <a:cubicBezTo>
                    <a:pt x="1985" y="2382"/>
                    <a:pt x="2073" y="2258"/>
                    <a:pt x="2102" y="1804"/>
                  </a:cubicBezTo>
                  <a:cubicBezTo>
                    <a:pt x="2102" y="1621"/>
                    <a:pt x="2102" y="1438"/>
                    <a:pt x="1985" y="1284"/>
                  </a:cubicBezTo>
                  <a:cubicBezTo>
                    <a:pt x="1816" y="1036"/>
                    <a:pt x="1608" y="953"/>
                    <a:pt x="1405" y="953"/>
                  </a:cubicBezTo>
                  <a:cubicBezTo>
                    <a:pt x="983" y="953"/>
                    <a:pt x="579" y="1313"/>
                    <a:pt x="579" y="1313"/>
                  </a:cubicBezTo>
                  <a:cubicBezTo>
                    <a:pt x="579" y="1313"/>
                    <a:pt x="754" y="1"/>
                    <a:pt x="4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63" name="Google Shape;1493;p50">
              <a:extLst>
                <a:ext uri="{FF2B5EF4-FFF2-40B4-BE49-F238E27FC236}">
                  <a16:creationId xmlns:a16="http://schemas.microsoft.com/office/drawing/2014/main" id="{3D13199F-F822-C88C-4842-1EAAD8B9AFC8}"/>
                </a:ext>
              </a:extLst>
            </p:cNvPr>
            <p:cNvSpPr/>
            <p:nvPr/>
          </p:nvSpPr>
          <p:spPr>
            <a:xfrm>
              <a:off x="2634622" y="2656965"/>
              <a:ext cx="113637" cy="183887"/>
            </a:xfrm>
            <a:custGeom>
              <a:avLst/>
              <a:gdLst/>
              <a:ahLst/>
              <a:cxnLst/>
              <a:rect l="l" t="t" r="r" b="b"/>
              <a:pathLst>
                <a:path w="2263" h="3661" extrusionOk="0">
                  <a:moveTo>
                    <a:pt x="549" y="1"/>
                  </a:moveTo>
                  <a:cubicBezTo>
                    <a:pt x="249" y="59"/>
                    <a:pt x="183" y="1311"/>
                    <a:pt x="154" y="1831"/>
                  </a:cubicBezTo>
                  <a:cubicBezTo>
                    <a:pt x="125" y="2344"/>
                    <a:pt x="125" y="3047"/>
                    <a:pt x="154" y="3142"/>
                  </a:cubicBezTo>
                  <a:lnTo>
                    <a:pt x="0" y="3567"/>
                  </a:lnTo>
                  <a:cubicBezTo>
                    <a:pt x="0" y="3625"/>
                    <a:pt x="30" y="3662"/>
                    <a:pt x="66" y="3662"/>
                  </a:cubicBezTo>
                  <a:lnTo>
                    <a:pt x="95" y="3662"/>
                  </a:lnTo>
                  <a:cubicBezTo>
                    <a:pt x="125" y="3662"/>
                    <a:pt x="125" y="3662"/>
                    <a:pt x="154" y="3625"/>
                  </a:cubicBezTo>
                  <a:lnTo>
                    <a:pt x="278" y="3171"/>
                  </a:lnTo>
                  <a:lnTo>
                    <a:pt x="278" y="3142"/>
                  </a:lnTo>
                  <a:cubicBezTo>
                    <a:pt x="278" y="3142"/>
                    <a:pt x="249" y="2380"/>
                    <a:pt x="308" y="1860"/>
                  </a:cubicBezTo>
                  <a:cubicBezTo>
                    <a:pt x="308" y="945"/>
                    <a:pt x="462" y="147"/>
                    <a:pt x="579" y="147"/>
                  </a:cubicBezTo>
                  <a:cubicBezTo>
                    <a:pt x="703" y="271"/>
                    <a:pt x="645" y="945"/>
                    <a:pt x="615" y="1399"/>
                  </a:cubicBezTo>
                  <a:cubicBezTo>
                    <a:pt x="579" y="1428"/>
                    <a:pt x="615" y="1465"/>
                    <a:pt x="645" y="1465"/>
                  </a:cubicBezTo>
                  <a:cubicBezTo>
                    <a:pt x="659" y="1480"/>
                    <a:pt x="674" y="1487"/>
                    <a:pt x="685" y="1487"/>
                  </a:cubicBezTo>
                  <a:cubicBezTo>
                    <a:pt x="696" y="1487"/>
                    <a:pt x="703" y="1480"/>
                    <a:pt x="703" y="1465"/>
                  </a:cubicBezTo>
                  <a:cubicBezTo>
                    <a:pt x="703" y="1465"/>
                    <a:pt x="1125" y="1097"/>
                    <a:pt x="1508" y="1097"/>
                  </a:cubicBezTo>
                  <a:cubicBezTo>
                    <a:pt x="1525" y="1097"/>
                    <a:pt x="1543" y="1097"/>
                    <a:pt x="1560" y="1099"/>
                  </a:cubicBezTo>
                  <a:cubicBezTo>
                    <a:pt x="1743" y="1128"/>
                    <a:pt x="1926" y="1216"/>
                    <a:pt x="2043" y="1399"/>
                  </a:cubicBezTo>
                  <a:cubicBezTo>
                    <a:pt x="2109" y="1524"/>
                    <a:pt x="2138" y="1707"/>
                    <a:pt x="2109" y="1890"/>
                  </a:cubicBezTo>
                  <a:cubicBezTo>
                    <a:pt x="2109" y="2197"/>
                    <a:pt x="2080" y="2344"/>
                    <a:pt x="2014" y="2468"/>
                  </a:cubicBezTo>
                  <a:cubicBezTo>
                    <a:pt x="1985" y="2527"/>
                    <a:pt x="1985" y="2593"/>
                    <a:pt x="1955" y="2651"/>
                  </a:cubicBezTo>
                  <a:cubicBezTo>
                    <a:pt x="1926" y="2710"/>
                    <a:pt x="1772" y="2988"/>
                    <a:pt x="1677" y="3537"/>
                  </a:cubicBezTo>
                  <a:cubicBezTo>
                    <a:pt x="1677" y="3596"/>
                    <a:pt x="1714" y="3625"/>
                    <a:pt x="1743" y="3625"/>
                  </a:cubicBezTo>
                  <a:cubicBezTo>
                    <a:pt x="1802" y="3625"/>
                    <a:pt x="1831" y="3596"/>
                    <a:pt x="1831" y="3567"/>
                  </a:cubicBezTo>
                  <a:cubicBezTo>
                    <a:pt x="1926" y="2988"/>
                    <a:pt x="2080" y="2710"/>
                    <a:pt x="2080" y="2710"/>
                  </a:cubicBezTo>
                  <a:cubicBezTo>
                    <a:pt x="2109" y="2651"/>
                    <a:pt x="2138" y="2593"/>
                    <a:pt x="2138" y="2527"/>
                  </a:cubicBezTo>
                  <a:cubicBezTo>
                    <a:pt x="2197" y="2380"/>
                    <a:pt x="2263" y="2227"/>
                    <a:pt x="2263" y="1890"/>
                  </a:cubicBezTo>
                  <a:cubicBezTo>
                    <a:pt x="2263" y="1707"/>
                    <a:pt x="2263" y="1494"/>
                    <a:pt x="2138" y="1341"/>
                  </a:cubicBezTo>
                  <a:cubicBezTo>
                    <a:pt x="1985" y="1128"/>
                    <a:pt x="1802" y="1004"/>
                    <a:pt x="1589" y="974"/>
                  </a:cubicBezTo>
                  <a:cubicBezTo>
                    <a:pt x="1565" y="972"/>
                    <a:pt x="1540" y="971"/>
                    <a:pt x="1516" y="971"/>
                  </a:cubicBezTo>
                  <a:cubicBezTo>
                    <a:pt x="1205" y="971"/>
                    <a:pt x="904" y="1137"/>
                    <a:pt x="762" y="1245"/>
                  </a:cubicBezTo>
                  <a:cubicBezTo>
                    <a:pt x="798" y="916"/>
                    <a:pt x="857" y="213"/>
                    <a:pt x="674" y="59"/>
                  </a:cubicBezTo>
                  <a:cubicBezTo>
                    <a:pt x="645" y="30"/>
                    <a:pt x="615" y="1"/>
                    <a:pt x="54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4" name="Google Shape;1494;p50">
              <a:extLst>
                <a:ext uri="{FF2B5EF4-FFF2-40B4-BE49-F238E27FC236}">
                  <a16:creationId xmlns:a16="http://schemas.microsoft.com/office/drawing/2014/main" id="{493B6494-671E-8542-451B-82B47FC51079}"/>
                </a:ext>
              </a:extLst>
            </p:cNvPr>
            <p:cNvSpPr/>
            <p:nvPr/>
          </p:nvSpPr>
          <p:spPr>
            <a:xfrm>
              <a:off x="2648582" y="2728319"/>
              <a:ext cx="56693" cy="81650"/>
            </a:xfrm>
            <a:custGeom>
              <a:avLst/>
              <a:gdLst/>
              <a:ahLst/>
              <a:cxnLst/>
              <a:rect l="l" t="t" r="r" b="b"/>
              <a:pathLst>
                <a:path w="1129" h="1626" extrusionOk="0">
                  <a:moveTo>
                    <a:pt x="858" y="0"/>
                  </a:moveTo>
                  <a:cubicBezTo>
                    <a:pt x="647" y="0"/>
                    <a:pt x="361" y="261"/>
                    <a:pt x="301" y="315"/>
                  </a:cubicBezTo>
                  <a:cubicBezTo>
                    <a:pt x="271" y="344"/>
                    <a:pt x="271" y="374"/>
                    <a:pt x="301" y="410"/>
                  </a:cubicBezTo>
                  <a:cubicBezTo>
                    <a:pt x="319" y="425"/>
                    <a:pt x="335" y="432"/>
                    <a:pt x="351" y="432"/>
                  </a:cubicBezTo>
                  <a:cubicBezTo>
                    <a:pt x="367" y="432"/>
                    <a:pt x="381" y="425"/>
                    <a:pt x="396" y="410"/>
                  </a:cubicBezTo>
                  <a:cubicBezTo>
                    <a:pt x="539" y="295"/>
                    <a:pt x="757" y="129"/>
                    <a:pt x="864" y="129"/>
                  </a:cubicBezTo>
                  <a:cubicBezTo>
                    <a:pt x="872" y="129"/>
                    <a:pt x="880" y="130"/>
                    <a:pt x="887" y="132"/>
                  </a:cubicBezTo>
                  <a:cubicBezTo>
                    <a:pt x="887" y="132"/>
                    <a:pt x="916" y="132"/>
                    <a:pt x="916" y="190"/>
                  </a:cubicBezTo>
                  <a:cubicBezTo>
                    <a:pt x="974" y="410"/>
                    <a:pt x="396" y="1142"/>
                    <a:pt x="30" y="1538"/>
                  </a:cubicBezTo>
                  <a:cubicBezTo>
                    <a:pt x="0" y="1538"/>
                    <a:pt x="0" y="1596"/>
                    <a:pt x="30" y="1626"/>
                  </a:cubicBezTo>
                  <a:lnTo>
                    <a:pt x="118" y="1626"/>
                  </a:lnTo>
                  <a:cubicBezTo>
                    <a:pt x="242" y="1508"/>
                    <a:pt x="1128" y="527"/>
                    <a:pt x="1033" y="161"/>
                  </a:cubicBezTo>
                  <a:cubicBezTo>
                    <a:pt x="1033" y="44"/>
                    <a:pt x="974" y="7"/>
                    <a:pt x="916" y="7"/>
                  </a:cubicBezTo>
                  <a:cubicBezTo>
                    <a:pt x="897" y="2"/>
                    <a:pt x="878" y="0"/>
                    <a:pt x="8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5" name="Google Shape;1495;p50">
              <a:extLst>
                <a:ext uri="{FF2B5EF4-FFF2-40B4-BE49-F238E27FC236}">
                  <a16:creationId xmlns:a16="http://schemas.microsoft.com/office/drawing/2014/main" id="{7D2D5465-88E1-1271-A84C-B42CFB2AA7BB}"/>
                </a:ext>
              </a:extLst>
            </p:cNvPr>
            <p:cNvSpPr/>
            <p:nvPr/>
          </p:nvSpPr>
          <p:spPr>
            <a:xfrm>
              <a:off x="2686845" y="2754782"/>
              <a:ext cx="32037" cy="27618"/>
            </a:xfrm>
            <a:custGeom>
              <a:avLst/>
              <a:gdLst/>
              <a:ahLst/>
              <a:cxnLst/>
              <a:rect l="l" t="t" r="r" b="b"/>
              <a:pathLst>
                <a:path w="638" h="550" extrusionOk="0">
                  <a:moveTo>
                    <a:pt x="88" y="0"/>
                  </a:moveTo>
                  <a:cubicBezTo>
                    <a:pt x="59" y="0"/>
                    <a:pt x="29" y="0"/>
                    <a:pt x="0" y="66"/>
                  </a:cubicBezTo>
                  <a:cubicBezTo>
                    <a:pt x="0" y="95"/>
                    <a:pt x="0" y="125"/>
                    <a:pt x="59" y="125"/>
                  </a:cubicBezTo>
                  <a:cubicBezTo>
                    <a:pt x="59" y="154"/>
                    <a:pt x="337" y="249"/>
                    <a:pt x="520" y="520"/>
                  </a:cubicBezTo>
                  <a:cubicBezTo>
                    <a:pt x="520" y="549"/>
                    <a:pt x="549" y="549"/>
                    <a:pt x="578" y="549"/>
                  </a:cubicBezTo>
                  <a:lnTo>
                    <a:pt x="608" y="549"/>
                  </a:lnTo>
                  <a:cubicBezTo>
                    <a:pt x="637" y="520"/>
                    <a:pt x="637" y="491"/>
                    <a:pt x="637" y="462"/>
                  </a:cubicBezTo>
                  <a:cubicBezTo>
                    <a:pt x="425" y="154"/>
                    <a:pt x="125" y="0"/>
                    <a:pt x="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6" name="Google Shape;1496;p50">
              <a:extLst>
                <a:ext uri="{FF2B5EF4-FFF2-40B4-BE49-F238E27FC236}">
                  <a16:creationId xmlns:a16="http://schemas.microsoft.com/office/drawing/2014/main" id="{F1914581-1C6B-1986-A208-49A9D73CD6D2}"/>
                </a:ext>
              </a:extLst>
            </p:cNvPr>
            <p:cNvSpPr/>
            <p:nvPr/>
          </p:nvSpPr>
          <p:spPr>
            <a:xfrm>
              <a:off x="2708136" y="2710292"/>
              <a:ext cx="33895" cy="55186"/>
            </a:xfrm>
            <a:custGeom>
              <a:avLst/>
              <a:gdLst/>
              <a:ahLst/>
              <a:cxnLst/>
              <a:rect l="l" t="t" r="r" b="b"/>
              <a:pathLst>
                <a:path w="675" h="1099" extrusionOk="0">
                  <a:moveTo>
                    <a:pt x="279" y="0"/>
                  </a:moveTo>
                  <a:cubicBezTo>
                    <a:pt x="250" y="37"/>
                    <a:pt x="250" y="66"/>
                    <a:pt x="279" y="95"/>
                  </a:cubicBezTo>
                  <a:cubicBezTo>
                    <a:pt x="279" y="125"/>
                    <a:pt x="521" y="462"/>
                    <a:pt x="338" y="828"/>
                  </a:cubicBezTo>
                  <a:cubicBezTo>
                    <a:pt x="279" y="916"/>
                    <a:pt x="213" y="952"/>
                    <a:pt x="184" y="952"/>
                  </a:cubicBezTo>
                  <a:cubicBezTo>
                    <a:pt x="154" y="952"/>
                    <a:pt x="125" y="886"/>
                    <a:pt x="125" y="886"/>
                  </a:cubicBezTo>
                  <a:cubicBezTo>
                    <a:pt x="125" y="857"/>
                    <a:pt x="96" y="828"/>
                    <a:pt x="67" y="828"/>
                  </a:cubicBezTo>
                  <a:cubicBezTo>
                    <a:pt x="1" y="828"/>
                    <a:pt x="1" y="857"/>
                    <a:pt x="1" y="886"/>
                  </a:cubicBezTo>
                  <a:cubicBezTo>
                    <a:pt x="1" y="1011"/>
                    <a:pt x="67" y="1069"/>
                    <a:pt x="154" y="1099"/>
                  </a:cubicBezTo>
                  <a:lnTo>
                    <a:pt x="184" y="1099"/>
                  </a:lnTo>
                  <a:cubicBezTo>
                    <a:pt x="279" y="1099"/>
                    <a:pt x="396" y="1011"/>
                    <a:pt x="462" y="886"/>
                  </a:cubicBezTo>
                  <a:cubicBezTo>
                    <a:pt x="674" y="432"/>
                    <a:pt x="367" y="37"/>
                    <a:pt x="367" y="37"/>
                  </a:cubicBezTo>
                  <a:cubicBezTo>
                    <a:pt x="338" y="0"/>
                    <a:pt x="308" y="0"/>
                    <a:pt x="27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7" name="Google Shape;1497;p50">
              <a:extLst>
                <a:ext uri="{FF2B5EF4-FFF2-40B4-BE49-F238E27FC236}">
                  <a16:creationId xmlns:a16="http://schemas.microsoft.com/office/drawing/2014/main" id="{EF3428D5-332E-1A33-1D18-742CB34228FA}"/>
                </a:ext>
              </a:extLst>
            </p:cNvPr>
            <p:cNvSpPr/>
            <p:nvPr/>
          </p:nvSpPr>
          <p:spPr>
            <a:xfrm>
              <a:off x="2691214" y="2707329"/>
              <a:ext cx="40172" cy="50818"/>
            </a:xfrm>
            <a:custGeom>
              <a:avLst/>
              <a:gdLst/>
              <a:ahLst/>
              <a:cxnLst/>
              <a:rect l="l" t="t" r="r" b="b"/>
              <a:pathLst>
                <a:path w="800" h="1012" extrusionOk="0">
                  <a:moveTo>
                    <a:pt x="338" y="1"/>
                  </a:moveTo>
                  <a:cubicBezTo>
                    <a:pt x="308" y="1"/>
                    <a:pt x="279" y="1"/>
                    <a:pt x="250" y="30"/>
                  </a:cubicBezTo>
                  <a:cubicBezTo>
                    <a:pt x="250" y="59"/>
                    <a:pt x="250" y="96"/>
                    <a:pt x="279" y="125"/>
                  </a:cubicBezTo>
                  <a:cubicBezTo>
                    <a:pt x="279" y="125"/>
                    <a:pt x="616" y="338"/>
                    <a:pt x="462" y="762"/>
                  </a:cubicBezTo>
                  <a:cubicBezTo>
                    <a:pt x="404" y="857"/>
                    <a:pt x="338" y="887"/>
                    <a:pt x="308" y="887"/>
                  </a:cubicBezTo>
                  <a:cubicBezTo>
                    <a:pt x="250" y="857"/>
                    <a:pt x="250" y="762"/>
                    <a:pt x="279" y="645"/>
                  </a:cubicBezTo>
                  <a:cubicBezTo>
                    <a:pt x="404" y="367"/>
                    <a:pt x="155" y="96"/>
                    <a:pt x="125" y="96"/>
                  </a:cubicBezTo>
                  <a:cubicBezTo>
                    <a:pt x="111" y="78"/>
                    <a:pt x="96" y="68"/>
                    <a:pt x="81" y="68"/>
                  </a:cubicBezTo>
                  <a:cubicBezTo>
                    <a:pt x="67" y="68"/>
                    <a:pt x="52" y="78"/>
                    <a:pt x="38" y="96"/>
                  </a:cubicBezTo>
                  <a:cubicBezTo>
                    <a:pt x="1" y="125"/>
                    <a:pt x="1" y="154"/>
                    <a:pt x="38" y="184"/>
                  </a:cubicBezTo>
                  <a:cubicBezTo>
                    <a:pt x="38" y="184"/>
                    <a:pt x="250" y="396"/>
                    <a:pt x="155" y="579"/>
                  </a:cubicBezTo>
                  <a:cubicBezTo>
                    <a:pt x="67" y="792"/>
                    <a:pt x="155" y="945"/>
                    <a:pt x="250" y="1011"/>
                  </a:cubicBezTo>
                  <a:lnTo>
                    <a:pt x="338" y="1011"/>
                  </a:lnTo>
                  <a:cubicBezTo>
                    <a:pt x="433" y="1011"/>
                    <a:pt x="521" y="945"/>
                    <a:pt x="587" y="828"/>
                  </a:cubicBezTo>
                  <a:cubicBezTo>
                    <a:pt x="799" y="279"/>
                    <a:pt x="338" y="1"/>
                    <a:pt x="33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8" name="Google Shape;1498;p50">
              <a:extLst>
                <a:ext uri="{FF2B5EF4-FFF2-40B4-BE49-F238E27FC236}">
                  <a16:creationId xmlns:a16="http://schemas.microsoft.com/office/drawing/2014/main" id="{8D254313-7CB1-D5D3-A172-C318B71384B4}"/>
                </a:ext>
              </a:extLst>
            </p:cNvPr>
            <p:cNvSpPr/>
            <p:nvPr/>
          </p:nvSpPr>
          <p:spPr>
            <a:xfrm>
              <a:off x="2720639" y="2736403"/>
              <a:ext cx="25811" cy="33845"/>
            </a:xfrm>
            <a:custGeom>
              <a:avLst/>
              <a:gdLst/>
              <a:ahLst/>
              <a:cxnLst/>
              <a:rect l="l" t="t" r="r" b="b"/>
              <a:pathLst>
                <a:path w="514" h="674" extrusionOk="0">
                  <a:moveTo>
                    <a:pt x="425" y="0"/>
                  </a:moveTo>
                  <a:cubicBezTo>
                    <a:pt x="396" y="0"/>
                    <a:pt x="367" y="66"/>
                    <a:pt x="367" y="95"/>
                  </a:cubicBezTo>
                  <a:cubicBezTo>
                    <a:pt x="396" y="278"/>
                    <a:pt x="330" y="432"/>
                    <a:pt x="272" y="520"/>
                  </a:cubicBezTo>
                  <a:cubicBezTo>
                    <a:pt x="242" y="520"/>
                    <a:pt x="213" y="549"/>
                    <a:pt x="213" y="549"/>
                  </a:cubicBezTo>
                  <a:cubicBezTo>
                    <a:pt x="147" y="549"/>
                    <a:pt x="147" y="461"/>
                    <a:pt x="147" y="461"/>
                  </a:cubicBezTo>
                  <a:cubicBezTo>
                    <a:pt x="147" y="432"/>
                    <a:pt x="118" y="396"/>
                    <a:pt x="59" y="396"/>
                  </a:cubicBezTo>
                  <a:cubicBezTo>
                    <a:pt x="30" y="396"/>
                    <a:pt x="1" y="432"/>
                    <a:pt x="1" y="461"/>
                  </a:cubicBezTo>
                  <a:cubicBezTo>
                    <a:pt x="1" y="520"/>
                    <a:pt x="59" y="674"/>
                    <a:pt x="213" y="674"/>
                  </a:cubicBezTo>
                  <a:cubicBezTo>
                    <a:pt x="272" y="674"/>
                    <a:pt x="301" y="645"/>
                    <a:pt x="367" y="615"/>
                  </a:cubicBezTo>
                  <a:cubicBezTo>
                    <a:pt x="484" y="491"/>
                    <a:pt x="513" y="278"/>
                    <a:pt x="513" y="66"/>
                  </a:cubicBezTo>
                  <a:cubicBezTo>
                    <a:pt x="484" y="29"/>
                    <a:pt x="455" y="0"/>
                    <a:pt x="4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69" name="Google Shape;1499;p50">
              <a:extLst>
                <a:ext uri="{FF2B5EF4-FFF2-40B4-BE49-F238E27FC236}">
                  <a16:creationId xmlns:a16="http://schemas.microsoft.com/office/drawing/2014/main" id="{F93A4940-0A7C-9A18-94B4-DEA5858F61EF}"/>
                </a:ext>
              </a:extLst>
            </p:cNvPr>
            <p:cNvSpPr/>
            <p:nvPr/>
          </p:nvSpPr>
          <p:spPr>
            <a:xfrm>
              <a:off x="1507264" y="3415148"/>
              <a:ext cx="309274" cy="314296"/>
            </a:xfrm>
            <a:custGeom>
              <a:avLst/>
              <a:gdLst/>
              <a:ahLst/>
              <a:cxnLst/>
              <a:rect l="l" t="t" r="r" b="b"/>
              <a:pathLst>
                <a:path w="6159" h="6259" extrusionOk="0">
                  <a:moveTo>
                    <a:pt x="2044" y="0"/>
                  </a:moveTo>
                  <a:lnTo>
                    <a:pt x="1553" y="396"/>
                  </a:lnTo>
                  <a:cubicBezTo>
                    <a:pt x="242" y="1435"/>
                    <a:pt x="1" y="3354"/>
                    <a:pt x="1033" y="4672"/>
                  </a:cubicBezTo>
                  <a:lnTo>
                    <a:pt x="1370" y="5097"/>
                  </a:lnTo>
                  <a:cubicBezTo>
                    <a:pt x="1974" y="5858"/>
                    <a:pt x="2874" y="6258"/>
                    <a:pt x="3779" y="6258"/>
                  </a:cubicBezTo>
                  <a:cubicBezTo>
                    <a:pt x="4433" y="6258"/>
                    <a:pt x="5089" y="6049"/>
                    <a:pt x="5639" y="5617"/>
                  </a:cubicBezTo>
                  <a:lnTo>
                    <a:pt x="6159" y="5221"/>
                  </a:lnTo>
                  <a:lnTo>
                    <a:pt x="20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0" name="Google Shape;1500;p50">
              <a:extLst>
                <a:ext uri="{FF2B5EF4-FFF2-40B4-BE49-F238E27FC236}">
                  <a16:creationId xmlns:a16="http://schemas.microsoft.com/office/drawing/2014/main" id="{FDB056C9-55AC-24BD-BD60-ACB2EEF66278}"/>
                </a:ext>
              </a:extLst>
            </p:cNvPr>
            <p:cNvSpPr/>
            <p:nvPr/>
          </p:nvSpPr>
          <p:spPr>
            <a:xfrm>
              <a:off x="1503950" y="3412587"/>
              <a:ext cx="315903" cy="319920"/>
            </a:xfrm>
            <a:custGeom>
              <a:avLst/>
              <a:gdLst/>
              <a:ahLst/>
              <a:cxnLst/>
              <a:rect l="l" t="t" r="r" b="b"/>
              <a:pathLst>
                <a:path w="6291" h="6371" extrusionOk="0">
                  <a:moveTo>
                    <a:pt x="2110" y="146"/>
                  </a:moveTo>
                  <a:lnTo>
                    <a:pt x="6137" y="5272"/>
                  </a:lnTo>
                  <a:lnTo>
                    <a:pt x="5676" y="5602"/>
                  </a:lnTo>
                  <a:cubicBezTo>
                    <a:pt x="5134" y="6041"/>
                    <a:pt x="4484" y="6252"/>
                    <a:pt x="3838" y="6252"/>
                  </a:cubicBezTo>
                  <a:cubicBezTo>
                    <a:pt x="2955" y="6252"/>
                    <a:pt x="2078" y="5858"/>
                    <a:pt x="1495" y="5118"/>
                  </a:cubicBezTo>
                  <a:lnTo>
                    <a:pt x="1165" y="4686"/>
                  </a:lnTo>
                  <a:cubicBezTo>
                    <a:pt x="125" y="3376"/>
                    <a:pt x="367" y="1516"/>
                    <a:pt x="1648" y="476"/>
                  </a:cubicBezTo>
                  <a:lnTo>
                    <a:pt x="2110" y="146"/>
                  </a:lnTo>
                  <a:close/>
                  <a:moveTo>
                    <a:pt x="2124" y="0"/>
                  </a:moveTo>
                  <a:cubicBezTo>
                    <a:pt x="2110" y="0"/>
                    <a:pt x="2095" y="7"/>
                    <a:pt x="2080" y="22"/>
                  </a:cubicBezTo>
                  <a:lnTo>
                    <a:pt x="1590" y="388"/>
                  </a:lnTo>
                  <a:cubicBezTo>
                    <a:pt x="250" y="1457"/>
                    <a:pt x="1" y="3405"/>
                    <a:pt x="1070" y="4752"/>
                  </a:cubicBezTo>
                  <a:lnTo>
                    <a:pt x="1407" y="5177"/>
                  </a:lnTo>
                  <a:cubicBezTo>
                    <a:pt x="2014" y="5968"/>
                    <a:pt x="2930" y="6370"/>
                    <a:pt x="3845" y="6370"/>
                  </a:cubicBezTo>
                  <a:cubicBezTo>
                    <a:pt x="4519" y="6370"/>
                    <a:pt x="5192" y="6151"/>
                    <a:pt x="5771" y="5726"/>
                  </a:cubicBezTo>
                  <a:lnTo>
                    <a:pt x="6254" y="5331"/>
                  </a:lnTo>
                  <a:cubicBezTo>
                    <a:pt x="6291" y="5301"/>
                    <a:pt x="6291" y="5272"/>
                    <a:pt x="6254" y="5236"/>
                  </a:cubicBezTo>
                  <a:lnTo>
                    <a:pt x="2168" y="22"/>
                  </a:lnTo>
                  <a:cubicBezTo>
                    <a:pt x="2154" y="7"/>
                    <a:pt x="2139" y="0"/>
                    <a:pt x="2124"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1" name="Google Shape;1501;p50">
              <a:extLst>
                <a:ext uri="{FF2B5EF4-FFF2-40B4-BE49-F238E27FC236}">
                  <a16:creationId xmlns:a16="http://schemas.microsoft.com/office/drawing/2014/main" id="{AB060DE9-D85A-6BF7-2E3E-6D21E17F60C2}"/>
                </a:ext>
              </a:extLst>
            </p:cNvPr>
            <p:cNvSpPr/>
            <p:nvPr/>
          </p:nvSpPr>
          <p:spPr>
            <a:xfrm>
              <a:off x="1675682" y="2543330"/>
              <a:ext cx="1213445" cy="1083288"/>
            </a:xfrm>
            <a:custGeom>
              <a:avLst/>
              <a:gdLst/>
              <a:ahLst/>
              <a:cxnLst/>
              <a:rect l="l" t="t" r="r" b="b"/>
              <a:pathLst>
                <a:path w="24165" h="21573" extrusionOk="0">
                  <a:moveTo>
                    <a:pt x="19895" y="1"/>
                  </a:moveTo>
                  <a:lnTo>
                    <a:pt x="0" y="16359"/>
                  </a:lnTo>
                  <a:lnTo>
                    <a:pt x="4086" y="21573"/>
                  </a:lnTo>
                  <a:lnTo>
                    <a:pt x="24040" y="5156"/>
                  </a:lnTo>
                  <a:cubicBezTo>
                    <a:pt x="24106" y="5127"/>
                    <a:pt x="24135" y="5097"/>
                    <a:pt x="24164" y="5068"/>
                  </a:cubicBezTo>
                  <a:lnTo>
                    <a:pt x="23886" y="5068"/>
                  </a:lnTo>
                  <a:lnTo>
                    <a:pt x="22575" y="4760"/>
                  </a:lnTo>
                  <a:cubicBezTo>
                    <a:pt x="22209" y="4673"/>
                    <a:pt x="21968" y="4336"/>
                    <a:pt x="22026" y="3940"/>
                  </a:cubicBezTo>
                  <a:lnTo>
                    <a:pt x="22209" y="2901"/>
                  </a:lnTo>
                  <a:cubicBezTo>
                    <a:pt x="22275" y="2505"/>
                    <a:pt x="21968" y="2139"/>
                    <a:pt x="21572" y="2080"/>
                  </a:cubicBezTo>
                  <a:lnTo>
                    <a:pt x="20474" y="1985"/>
                  </a:lnTo>
                  <a:cubicBezTo>
                    <a:pt x="20108" y="1956"/>
                    <a:pt x="19829" y="1619"/>
                    <a:pt x="19829" y="1253"/>
                  </a:cubicBezTo>
                  <a:lnTo>
                    <a:pt x="19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2" name="Google Shape;1502;p50">
              <a:extLst>
                <a:ext uri="{FF2B5EF4-FFF2-40B4-BE49-F238E27FC236}">
                  <a16:creationId xmlns:a16="http://schemas.microsoft.com/office/drawing/2014/main" id="{B20C0215-7F4F-D2DF-92C8-E85095CE4067}"/>
                </a:ext>
              </a:extLst>
            </p:cNvPr>
            <p:cNvSpPr/>
            <p:nvPr/>
          </p:nvSpPr>
          <p:spPr>
            <a:xfrm>
              <a:off x="1670912" y="2535647"/>
              <a:ext cx="1225949" cy="1095742"/>
            </a:xfrm>
            <a:custGeom>
              <a:avLst/>
              <a:gdLst/>
              <a:ahLst/>
              <a:cxnLst/>
              <a:rect l="l" t="t" r="r" b="b"/>
              <a:pathLst>
                <a:path w="24414" h="21821" extrusionOk="0">
                  <a:moveTo>
                    <a:pt x="19924" y="278"/>
                  </a:moveTo>
                  <a:lnTo>
                    <a:pt x="19866" y="1406"/>
                  </a:lnTo>
                  <a:cubicBezTo>
                    <a:pt x="19866" y="1801"/>
                    <a:pt x="20173" y="2168"/>
                    <a:pt x="20569" y="2197"/>
                  </a:cubicBezTo>
                  <a:lnTo>
                    <a:pt x="21667" y="2292"/>
                  </a:lnTo>
                  <a:cubicBezTo>
                    <a:pt x="21850" y="2321"/>
                    <a:pt x="22004" y="2417"/>
                    <a:pt x="22121" y="2563"/>
                  </a:cubicBezTo>
                  <a:cubicBezTo>
                    <a:pt x="22216" y="2687"/>
                    <a:pt x="22275" y="2871"/>
                    <a:pt x="22246" y="3054"/>
                  </a:cubicBezTo>
                  <a:lnTo>
                    <a:pt x="22063" y="4093"/>
                  </a:lnTo>
                  <a:cubicBezTo>
                    <a:pt x="22004" y="4489"/>
                    <a:pt x="22275" y="4884"/>
                    <a:pt x="22670" y="4979"/>
                  </a:cubicBezTo>
                  <a:lnTo>
                    <a:pt x="23981" y="5250"/>
                  </a:lnTo>
                  <a:cubicBezTo>
                    <a:pt x="24018" y="5280"/>
                    <a:pt x="24047" y="5280"/>
                    <a:pt x="24076" y="5280"/>
                  </a:cubicBezTo>
                  <a:lnTo>
                    <a:pt x="4181" y="21638"/>
                  </a:lnTo>
                  <a:lnTo>
                    <a:pt x="154" y="16512"/>
                  </a:lnTo>
                  <a:lnTo>
                    <a:pt x="19924" y="278"/>
                  </a:lnTo>
                  <a:close/>
                  <a:moveTo>
                    <a:pt x="20049" y="0"/>
                  </a:moveTo>
                  <a:lnTo>
                    <a:pt x="37" y="16446"/>
                  </a:lnTo>
                  <a:lnTo>
                    <a:pt x="0" y="16512"/>
                  </a:lnTo>
                  <a:lnTo>
                    <a:pt x="4181" y="21821"/>
                  </a:lnTo>
                  <a:lnTo>
                    <a:pt x="24201" y="5345"/>
                  </a:lnTo>
                  <a:cubicBezTo>
                    <a:pt x="24230" y="5345"/>
                    <a:pt x="24259" y="5280"/>
                    <a:pt x="24289" y="5250"/>
                  </a:cubicBezTo>
                  <a:lnTo>
                    <a:pt x="24413" y="5162"/>
                  </a:lnTo>
                  <a:lnTo>
                    <a:pt x="23981" y="5162"/>
                  </a:lnTo>
                  <a:lnTo>
                    <a:pt x="22700" y="4855"/>
                  </a:lnTo>
                  <a:cubicBezTo>
                    <a:pt x="22370" y="4796"/>
                    <a:pt x="22121" y="4459"/>
                    <a:pt x="22187" y="4123"/>
                  </a:cubicBezTo>
                  <a:lnTo>
                    <a:pt x="22370" y="3083"/>
                  </a:lnTo>
                  <a:cubicBezTo>
                    <a:pt x="22399" y="2871"/>
                    <a:pt x="22334" y="2658"/>
                    <a:pt x="22216" y="2475"/>
                  </a:cubicBezTo>
                  <a:cubicBezTo>
                    <a:pt x="22092" y="2321"/>
                    <a:pt x="21880" y="2197"/>
                    <a:pt x="21667" y="2168"/>
                  </a:cubicBezTo>
                  <a:lnTo>
                    <a:pt x="20569" y="2080"/>
                  </a:lnTo>
                  <a:cubicBezTo>
                    <a:pt x="20232" y="2050"/>
                    <a:pt x="19990" y="1743"/>
                    <a:pt x="19990" y="1406"/>
                  </a:cubicBezTo>
                  <a:lnTo>
                    <a:pt x="2004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3" name="Google Shape;1503;p50">
              <a:extLst>
                <a:ext uri="{FF2B5EF4-FFF2-40B4-BE49-F238E27FC236}">
                  <a16:creationId xmlns:a16="http://schemas.microsoft.com/office/drawing/2014/main" id="{BEEC4A64-D69E-C774-B123-FB4A590E7D72}"/>
                </a:ext>
              </a:extLst>
            </p:cNvPr>
            <p:cNvSpPr/>
            <p:nvPr/>
          </p:nvSpPr>
          <p:spPr>
            <a:xfrm>
              <a:off x="1641838" y="3364783"/>
              <a:ext cx="239074" cy="287933"/>
            </a:xfrm>
            <a:custGeom>
              <a:avLst/>
              <a:gdLst/>
              <a:ahLst/>
              <a:cxnLst/>
              <a:rect l="l" t="t" r="r" b="b"/>
              <a:pathLst>
                <a:path w="4761" h="5734" extrusionOk="0">
                  <a:moveTo>
                    <a:pt x="674" y="0"/>
                  </a:moveTo>
                  <a:lnTo>
                    <a:pt x="1" y="513"/>
                  </a:lnTo>
                  <a:lnTo>
                    <a:pt x="4123" y="5734"/>
                  </a:lnTo>
                  <a:lnTo>
                    <a:pt x="4760" y="5214"/>
                  </a:lnTo>
                  <a:lnTo>
                    <a:pt x="6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4" name="Google Shape;1504;p50">
              <a:extLst>
                <a:ext uri="{FF2B5EF4-FFF2-40B4-BE49-F238E27FC236}">
                  <a16:creationId xmlns:a16="http://schemas.microsoft.com/office/drawing/2014/main" id="{08B44531-5573-77C7-76B6-6CCE0FFD626C}"/>
                </a:ext>
              </a:extLst>
            </p:cNvPr>
            <p:cNvSpPr/>
            <p:nvPr/>
          </p:nvSpPr>
          <p:spPr>
            <a:xfrm>
              <a:off x="1638926" y="3361469"/>
              <a:ext cx="245300" cy="294210"/>
            </a:xfrm>
            <a:custGeom>
              <a:avLst/>
              <a:gdLst/>
              <a:ahLst/>
              <a:cxnLst/>
              <a:rect l="l" t="t" r="r" b="b"/>
              <a:pathLst>
                <a:path w="4885" h="5859" extrusionOk="0">
                  <a:moveTo>
                    <a:pt x="703" y="154"/>
                  </a:moveTo>
                  <a:lnTo>
                    <a:pt x="4730" y="5280"/>
                  </a:lnTo>
                  <a:lnTo>
                    <a:pt x="4181" y="5704"/>
                  </a:lnTo>
                  <a:lnTo>
                    <a:pt x="154" y="579"/>
                  </a:lnTo>
                  <a:lnTo>
                    <a:pt x="703" y="154"/>
                  </a:lnTo>
                  <a:close/>
                  <a:moveTo>
                    <a:pt x="674" y="0"/>
                  </a:moveTo>
                  <a:lnTo>
                    <a:pt x="29" y="520"/>
                  </a:lnTo>
                  <a:cubicBezTo>
                    <a:pt x="0" y="549"/>
                    <a:pt x="0" y="579"/>
                    <a:pt x="29" y="615"/>
                  </a:cubicBezTo>
                  <a:lnTo>
                    <a:pt x="4115" y="5829"/>
                  </a:lnTo>
                  <a:lnTo>
                    <a:pt x="4152" y="5858"/>
                  </a:lnTo>
                  <a:lnTo>
                    <a:pt x="4181" y="5858"/>
                  </a:lnTo>
                  <a:cubicBezTo>
                    <a:pt x="4181" y="5858"/>
                    <a:pt x="4211" y="5858"/>
                    <a:pt x="4211" y="5829"/>
                  </a:cubicBezTo>
                  <a:lnTo>
                    <a:pt x="4848" y="5338"/>
                  </a:lnTo>
                  <a:cubicBezTo>
                    <a:pt x="4884" y="5309"/>
                    <a:pt x="4884" y="5280"/>
                    <a:pt x="4848" y="5250"/>
                  </a:cubicBezTo>
                  <a:lnTo>
                    <a:pt x="762" y="30"/>
                  </a:lnTo>
                  <a:cubicBezTo>
                    <a:pt x="762" y="0"/>
                    <a:pt x="732" y="0"/>
                    <a:pt x="732"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5" name="Google Shape;1505;p50">
              <a:extLst>
                <a:ext uri="{FF2B5EF4-FFF2-40B4-BE49-F238E27FC236}">
                  <a16:creationId xmlns:a16="http://schemas.microsoft.com/office/drawing/2014/main" id="{79F0CD60-0798-F8DE-6AB5-D4BA79264514}"/>
                </a:ext>
              </a:extLst>
            </p:cNvPr>
            <p:cNvSpPr/>
            <p:nvPr/>
          </p:nvSpPr>
          <p:spPr>
            <a:xfrm>
              <a:off x="1609852" y="3390493"/>
              <a:ext cx="239074" cy="286878"/>
            </a:xfrm>
            <a:custGeom>
              <a:avLst/>
              <a:gdLst/>
              <a:ahLst/>
              <a:cxnLst/>
              <a:rect l="l" t="t" r="r" b="b"/>
              <a:pathLst>
                <a:path w="4761" h="5713" extrusionOk="0">
                  <a:moveTo>
                    <a:pt x="638" y="1"/>
                  </a:moveTo>
                  <a:lnTo>
                    <a:pt x="1" y="491"/>
                  </a:lnTo>
                  <a:lnTo>
                    <a:pt x="4116" y="5712"/>
                  </a:lnTo>
                  <a:lnTo>
                    <a:pt x="4760" y="5222"/>
                  </a:lnTo>
                  <a:lnTo>
                    <a:pt x="6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6" name="Google Shape;1506;p50">
              <a:extLst>
                <a:ext uri="{FF2B5EF4-FFF2-40B4-BE49-F238E27FC236}">
                  <a16:creationId xmlns:a16="http://schemas.microsoft.com/office/drawing/2014/main" id="{474E6086-35F4-D6FF-A873-7754A9187123}"/>
                </a:ext>
              </a:extLst>
            </p:cNvPr>
            <p:cNvSpPr/>
            <p:nvPr/>
          </p:nvSpPr>
          <p:spPr>
            <a:xfrm>
              <a:off x="1606538" y="3387580"/>
              <a:ext cx="245300" cy="292703"/>
            </a:xfrm>
            <a:custGeom>
              <a:avLst/>
              <a:gdLst/>
              <a:ahLst/>
              <a:cxnLst/>
              <a:rect l="l" t="t" r="r" b="b"/>
              <a:pathLst>
                <a:path w="4885" h="5829" extrusionOk="0">
                  <a:moveTo>
                    <a:pt x="704" y="125"/>
                  </a:moveTo>
                  <a:lnTo>
                    <a:pt x="4731" y="5250"/>
                  </a:lnTo>
                  <a:lnTo>
                    <a:pt x="4182" y="5704"/>
                  </a:lnTo>
                  <a:lnTo>
                    <a:pt x="155" y="579"/>
                  </a:lnTo>
                  <a:lnTo>
                    <a:pt x="704" y="125"/>
                  </a:lnTo>
                  <a:close/>
                  <a:moveTo>
                    <a:pt x="674" y="0"/>
                  </a:moveTo>
                  <a:lnTo>
                    <a:pt x="37" y="520"/>
                  </a:lnTo>
                  <a:cubicBezTo>
                    <a:pt x="1" y="520"/>
                    <a:pt x="1" y="579"/>
                    <a:pt x="37" y="579"/>
                  </a:cubicBezTo>
                  <a:lnTo>
                    <a:pt x="4123" y="5829"/>
                  </a:lnTo>
                  <a:lnTo>
                    <a:pt x="4211" y="5829"/>
                  </a:lnTo>
                  <a:lnTo>
                    <a:pt x="4856" y="5309"/>
                  </a:lnTo>
                  <a:lnTo>
                    <a:pt x="4885" y="5280"/>
                  </a:lnTo>
                  <a:cubicBezTo>
                    <a:pt x="4885" y="5250"/>
                    <a:pt x="4885" y="5250"/>
                    <a:pt x="4856" y="5221"/>
                  </a:cubicBezTo>
                  <a:lnTo>
                    <a:pt x="770" y="0"/>
                  </a:ln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7" name="Google Shape;1507;p50">
              <a:extLst>
                <a:ext uri="{FF2B5EF4-FFF2-40B4-BE49-F238E27FC236}">
                  <a16:creationId xmlns:a16="http://schemas.microsoft.com/office/drawing/2014/main" id="{DD2A5966-ECDD-ACB8-8FCD-A85F32074255}"/>
                </a:ext>
              </a:extLst>
            </p:cNvPr>
            <p:cNvSpPr/>
            <p:nvPr/>
          </p:nvSpPr>
          <p:spPr>
            <a:xfrm>
              <a:off x="2671379" y="2512850"/>
              <a:ext cx="283564" cy="285020"/>
            </a:xfrm>
            <a:custGeom>
              <a:avLst/>
              <a:gdLst/>
              <a:ahLst/>
              <a:cxnLst/>
              <a:rect l="l" t="t" r="r" b="b"/>
              <a:pathLst>
                <a:path w="5647" h="5676" extrusionOk="0">
                  <a:moveTo>
                    <a:pt x="3874" y="0"/>
                  </a:moveTo>
                  <a:lnTo>
                    <a:pt x="616" y="366"/>
                  </a:lnTo>
                  <a:cubicBezTo>
                    <a:pt x="433" y="366"/>
                    <a:pt x="279" y="425"/>
                    <a:pt x="125" y="549"/>
                  </a:cubicBezTo>
                  <a:lnTo>
                    <a:pt x="66" y="608"/>
                  </a:lnTo>
                  <a:lnTo>
                    <a:pt x="0" y="1860"/>
                  </a:lnTo>
                  <a:cubicBezTo>
                    <a:pt x="0" y="2226"/>
                    <a:pt x="279" y="2563"/>
                    <a:pt x="645" y="2592"/>
                  </a:cubicBezTo>
                  <a:lnTo>
                    <a:pt x="1743" y="2687"/>
                  </a:lnTo>
                  <a:cubicBezTo>
                    <a:pt x="2139" y="2746"/>
                    <a:pt x="2446" y="3112"/>
                    <a:pt x="2380" y="3508"/>
                  </a:cubicBezTo>
                  <a:lnTo>
                    <a:pt x="2197" y="4547"/>
                  </a:lnTo>
                  <a:cubicBezTo>
                    <a:pt x="2139" y="4943"/>
                    <a:pt x="2380" y="5280"/>
                    <a:pt x="2746" y="5367"/>
                  </a:cubicBezTo>
                  <a:lnTo>
                    <a:pt x="4057" y="5675"/>
                  </a:lnTo>
                  <a:lnTo>
                    <a:pt x="4335" y="5675"/>
                  </a:lnTo>
                  <a:cubicBezTo>
                    <a:pt x="4423" y="5580"/>
                    <a:pt x="4489" y="5463"/>
                    <a:pt x="4518" y="5338"/>
                  </a:cubicBezTo>
                  <a:lnTo>
                    <a:pt x="5646" y="2226"/>
                  </a:lnTo>
                  <a:cubicBezTo>
                    <a:pt x="5251" y="2014"/>
                    <a:pt x="4885" y="1677"/>
                    <a:pt x="4548" y="1282"/>
                  </a:cubicBezTo>
                  <a:cubicBezTo>
                    <a:pt x="4211" y="857"/>
                    <a:pt x="3999" y="425"/>
                    <a:pt x="38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8" name="Google Shape;1508;p50">
              <a:extLst>
                <a:ext uri="{FF2B5EF4-FFF2-40B4-BE49-F238E27FC236}">
                  <a16:creationId xmlns:a16="http://schemas.microsoft.com/office/drawing/2014/main" id="{1C6B865D-B82C-8A38-1FF5-93282019453C}"/>
                </a:ext>
              </a:extLst>
            </p:cNvPr>
            <p:cNvSpPr/>
            <p:nvPr/>
          </p:nvSpPr>
          <p:spPr>
            <a:xfrm>
              <a:off x="2668416" y="2509887"/>
              <a:ext cx="289439" cy="290895"/>
            </a:xfrm>
            <a:custGeom>
              <a:avLst/>
              <a:gdLst/>
              <a:ahLst/>
              <a:cxnLst/>
              <a:rect l="l" t="t" r="r" b="b"/>
              <a:pathLst>
                <a:path w="5764" h="5793" extrusionOk="0">
                  <a:moveTo>
                    <a:pt x="3904" y="118"/>
                  </a:moveTo>
                  <a:cubicBezTo>
                    <a:pt x="4028" y="550"/>
                    <a:pt x="4270" y="974"/>
                    <a:pt x="4548" y="1370"/>
                  </a:cubicBezTo>
                  <a:cubicBezTo>
                    <a:pt x="4848" y="1765"/>
                    <a:pt x="5251" y="2073"/>
                    <a:pt x="5646" y="2314"/>
                  </a:cubicBezTo>
                  <a:lnTo>
                    <a:pt x="4519" y="5397"/>
                  </a:lnTo>
                  <a:cubicBezTo>
                    <a:pt x="4482" y="5492"/>
                    <a:pt x="4424" y="5580"/>
                    <a:pt x="4365" y="5675"/>
                  </a:cubicBezTo>
                  <a:lnTo>
                    <a:pt x="4116" y="5675"/>
                  </a:lnTo>
                  <a:lnTo>
                    <a:pt x="2835" y="5368"/>
                  </a:lnTo>
                  <a:cubicBezTo>
                    <a:pt x="2505" y="5309"/>
                    <a:pt x="2256" y="4972"/>
                    <a:pt x="2322" y="4636"/>
                  </a:cubicBezTo>
                  <a:lnTo>
                    <a:pt x="2505" y="3596"/>
                  </a:lnTo>
                  <a:cubicBezTo>
                    <a:pt x="2534" y="3384"/>
                    <a:pt x="2469" y="3171"/>
                    <a:pt x="2351" y="2988"/>
                  </a:cubicBezTo>
                  <a:cubicBezTo>
                    <a:pt x="2227" y="2834"/>
                    <a:pt x="2015" y="2710"/>
                    <a:pt x="1802" y="2681"/>
                  </a:cubicBezTo>
                  <a:lnTo>
                    <a:pt x="704" y="2593"/>
                  </a:lnTo>
                  <a:cubicBezTo>
                    <a:pt x="367" y="2563"/>
                    <a:pt x="125" y="2256"/>
                    <a:pt x="125" y="1919"/>
                  </a:cubicBezTo>
                  <a:lnTo>
                    <a:pt x="184" y="696"/>
                  </a:lnTo>
                  <a:lnTo>
                    <a:pt x="213" y="638"/>
                  </a:lnTo>
                  <a:cubicBezTo>
                    <a:pt x="367" y="550"/>
                    <a:pt x="521" y="484"/>
                    <a:pt x="675" y="455"/>
                  </a:cubicBezTo>
                  <a:lnTo>
                    <a:pt x="3904" y="118"/>
                  </a:lnTo>
                  <a:close/>
                  <a:moveTo>
                    <a:pt x="3933" y="1"/>
                  </a:moveTo>
                  <a:lnTo>
                    <a:pt x="638" y="367"/>
                  </a:lnTo>
                  <a:cubicBezTo>
                    <a:pt x="455" y="367"/>
                    <a:pt x="308" y="425"/>
                    <a:pt x="155" y="550"/>
                  </a:cubicBezTo>
                  <a:lnTo>
                    <a:pt x="89" y="608"/>
                  </a:lnTo>
                  <a:cubicBezTo>
                    <a:pt x="59" y="608"/>
                    <a:pt x="59" y="638"/>
                    <a:pt x="59" y="667"/>
                  </a:cubicBezTo>
                  <a:lnTo>
                    <a:pt x="1" y="1919"/>
                  </a:lnTo>
                  <a:cubicBezTo>
                    <a:pt x="1" y="2314"/>
                    <a:pt x="308" y="2681"/>
                    <a:pt x="704" y="2710"/>
                  </a:cubicBezTo>
                  <a:lnTo>
                    <a:pt x="1802" y="2805"/>
                  </a:lnTo>
                  <a:cubicBezTo>
                    <a:pt x="1985" y="2834"/>
                    <a:pt x="2139" y="2930"/>
                    <a:pt x="2256" y="3076"/>
                  </a:cubicBezTo>
                  <a:cubicBezTo>
                    <a:pt x="2351" y="3200"/>
                    <a:pt x="2410" y="3384"/>
                    <a:pt x="2381" y="3567"/>
                  </a:cubicBezTo>
                  <a:lnTo>
                    <a:pt x="2198" y="4606"/>
                  </a:lnTo>
                  <a:cubicBezTo>
                    <a:pt x="2139" y="5002"/>
                    <a:pt x="2410" y="5397"/>
                    <a:pt x="2805" y="5492"/>
                  </a:cubicBezTo>
                  <a:lnTo>
                    <a:pt x="4116" y="5763"/>
                  </a:lnTo>
                  <a:cubicBezTo>
                    <a:pt x="4153" y="5793"/>
                    <a:pt x="4211" y="5793"/>
                    <a:pt x="4270" y="5793"/>
                  </a:cubicBezTo>
                  <a:lnTo>
                    <a:pt x="4394" y="5793"/>
                  </a:lnTo>
                  <a:cubicBezTo>
                    <a:pt x="4394" y="5793"/>
                    <a:pt x="4424" y="5793"/>
                    <a:pt x="4424" y="5763"/>
                  </a:cubicBezTo>
                  <a:cubicBezTo>
                    <a:pt x="4519" y="5675"/>
                    <a:pt x="4607" y="5551"/>
                    <a:pt x="4636" y="5426"/>
                  </a:cubicBezTo>
                  <a:lnTo>
                    <a:pt x="5764" y="2314"/>
                  </a:lnTo>
                  <a:cubicBezTo>
                    <a:pt x="5764" y="2285"/>
                    <a:pt x="5764" y="2256"/>
                    <a:pt x="5734" y="2227"/>
                  </a:cubicBezTo>
                  <a:cubicBezTo>
                    <a:pt x="5339" y="2014"/>
                    <a:pt x="4973" y="1677"/>
                    <a:pt x="4636" y="1282"/>
                  </a:cubicBezTo>
                  <a:cubicBezTo>
                    <a:pt x="4365" y="916"/>
                    <a:pt x="4116" y="484"/>
                    <a:pt x="3999" y="59"/>
                  </a:cubicBezTo>
                  <a:cubicBezTo>
                    <a:pt x="3999" y="30"/>
                    <a:pt x="3970" y="1"/>
                    <a:pt x="3933"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79" name="Google Shape;1509;p50">
              <a:extLst>
                <a:ext uri="{FF2B5EF4-FFF2-40B4-BE49-F238E27FC236}">
                  <a16:creationId xmlns:a16="http://schemas.microsoft.com/office/drawing/2014/main" id="{41D725C0-2A77-6939-D66F-EB69EF0172D5}"/>
                </a:ext>
              </a:extLst>
            </p:cNvPr>
            <p:cNvSpPr/>
            <p:nvPr/>
          </p:nvSpPr>
          <p:spPr>
            <a:xfrm>
              <a:off x="2865909" y="2506372"/>
              <a:ext cx="120817" cy="118307"/>
            </a:xfrm>
            <a:custGeom>
              <a:avLst/>
              <a:gdLst/>
              <a:ahLst/>
              <a:cxnLst/>
              <a:rect l="l" t="t" r="r" b="b"/>
              <a:pathLst>
                <a:path w="2406" h="2356" extrusionOk="0">
                  <a:moveTo>
                    <a:pt x="1309" y="1"/>
                  </a:moveTo>
                  <a:cubicBezTo>
                    <a:pt x="1281" y="1"/>
                    <a:pt x="1252" y="2"/>
                    <a:pt x="1223" y="5"/>
                  </a:cubicBezTo>
                  <a:lnTo>
                    <a:pt x="0" y="129"/>
                  </a:lnTo>
                  <a:cubicBezTo>
                    <a:pt x="125" y="554"/>
                    <a:pt x="337" y="986"/>
                    <a:pt x="674" y="1411"/>
                  </a:cubicBezTo>
                  <a:cubicBezTo>
                    <a:pt x="1011" y="1806"/>
                    <a:pt x="1377" y="2143"/>
                    <a:pt x="1772" y="2355"/>
                  </a:cubicBezTo>
                  <a:lnTo>
                    <a:pt x="2167" y="1228"/>
                  </a:lnTo>
                  <a:cubicBezTo>
                    <a:pt x="2406" y="611"/>
                    <a:pt x="1940" y="1"/>
                    <a:pt x="1309" y="1"/>
                  </a:cubicBezTo>
                  <a:close/>
                </a:path>
              </a:pathLst>
            </a:custGeom>
            <a:solidFill>
              <a:srgbClr val="435BE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0" name="Google Shape;1510;p50">
              <a:extLst>
                <a:ext uri="{FF2B5EF4-FFF2-40B4-BE49-F238E27FC236}">
                  <a16:creationId xmlns:a16="http://schemas.microsoft.com/office/drawing/2014/main" id="{625A5926-98E3-997A-7A5A-BF542E87BDDE}"/>
                </a:ext>
              </a:extLst>
            </p:cNvPr>
            <p:cNvSpPr/>
            <p:nvPr/>
          </p:nvSpPr>
          <p:spPr>
            <a:xfrm>
              <a:off x="2862946" y="2503410"/>
              <a:ext cx="121018" cy="126040"/>
            </a:xfrm>
            <a:custGeom>
              <a:avLst/>
              <a:gdLst/>
              <a:ahLst/>
              <a:cxnLst/>
              <a:rect l="l" t="t" r="r" b="b"/>
              <a:pathLst>
                <a:path w="2410" h="2510" extrusionOk="0">
                  <a:moveTo>
                    <a:pt x="1387" y="123"/>
                  </a:moveTo>
                  <a:cubicBezTo>
                    <a:pt x="1651" y="123"/>
                    <a:pt x="1881" y="245"/>
                    <a:pt x="2043" y="459"/>
                  </a:cubicBezTo>
                  <a:cubicBezTo>
                    <a:pt x="2226" y="679"/>
                    <a:pt x="2292" y="979"/>
                    <a:pt x="2168" y="1287"/>
                  </a:cubicBezTo>
                  <a:lnTo>
                    <a:pt x="1802" y="2326"/>
                  </a:lnTo>
                  <a:cubicBezTo>
                    <a:pt x="1436" y="2107"/>
                    <a:pt x="1070" y="1806"/>
                    <a:pt x="762" y="1411"/>
                  </a:cubicBezTo>
                  <a:cubicBezTo>
                    <a:pt x="491" y="1045"/>
                    <a:pt x="279" y="642"/>
                    <a:pt x="154" y="247"/>
                  </a:cubicBezTo>
                  <a:lnTo>
                    <a:pt x="1282" y="130"/>
                  </a:lnTo>
                  <a:cubicBezTo>
                    <a:pt x="1317" y="125"/>
                    <a:pt x="1352" y="123"/>
                    <a:pt x="1387" y="123"/>
                  </a:cubicBezTo>
                  <a:close/>
                  <a:moveTo>
                    <a:pt x="1353" y="1"/>
                  </a:moveTo>
                  <a:cubicBezTo>
                    <a:pt x="1320" y="1"/>
                    <a:pt x="1286" y="2"/>
                    <a:pt x="1253" y="5"/>
                  </a:cubicBezTo>
                  <a:lnTo>
                    <a:pt x="0" y="130"/>
                  </a:lnTo>
                  <a:lnTo>
                    <a:pt x="0" y="217"/>
                  </a:lnTo>
                  <a:cubicBezTo>
                    <a:pt x="154" y="642"/>
                    <a:pt x="367" y="1103"/>
                    <a:pt x="674" y="1499"/>
                  </a:cubicBezTo>
                  <a:cubicBezTo>
                    <a:pt x="1011" y="1894"/>
                    <a:pt x="1377" y="2231"/>
                    <a:pt x="1802" y="2473"/>
                  </a:cubicBezTo>
                  <a:lnTo>
                    <a:pt x="1860" y="2509"/>
                  </a:lnTo>
                  <a:lnTo>
                    <a:pt x="2292" y="1316"/>
                  </a:lnTo>
                  <a:cubicBezTo>
                    <a:pt x="2410" y="979"/>
                    <a:pt x="2351" y="642"/>
                    <a:pt x="2139" y="371"/>
                  </a:cubicBezTo>
                  <a:cubicBezTo>
                    <a:pt x="1947" y="121"/>
                    <a:pt x="1655" y="1"/>
                    <a:pt x="135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1" name="Google Shape;1511;p50">
              <a:extLst>
                <a:ext uri="{FF2B5EF4-FFF2-40B4-BE49-F238E27FC236}">
                  <a16:creationId xmlns:a16="http://schemas.microsoft.com/office/drawing/2014/main" id="{4E97CA35-6828-ADD5-3799-5912466E7CE3}"/>
                </a:ext>
              </a:extLst>
            </p:cNvPr>
            <p:cNvSpPr/>
            <p:nvPr/>
          </p:nvSpPr>
          <p:spPr>
            <a:xfrm>
              <a:off x="1718716" y="2627539"/>
              <a:ext cx="960462" cy="792443"/>
            </a:xfrm>
            <a:custGeom>
              <a:avLst/>
              <a:gdLst/>
              <a:ahLst/>
              <a:cxnLst/>
              <a:rect l="l" t="t" r="r" b="b"/>
              <a:pathLst>
                <a:path w="19127" h="15781" extrusionOk="0">
                  <a:moveTo>
                    <a:pt x="19126" y="1"/>
                  </a:moveTo>
                  <a:lnTo>
                    <a:pt x="0" y="1578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2" name="Google Shape;1512;p50">
              <a:extLst>
                <a:ext uri="{FF2B5EF4-FFF2-40B4-BE49-F238E27FC236}">
                  <a16:creationId xmlns:a16="http://schemas.microsoft.com/office/drawing/2014/main" id="{D0711D64-4C88-C714-3C81-4A38FEC2FA8F}"/>
                </a:ext>
              </a:extLst>
            </p:cNvPr>
            <p:cNvSpPr/>
            <p:nvPr/>
          </p:nvSpPr>
          <p:spPr>
            <a:xfrm>
              <a:off x="1713895" y="2624978"/>
              <a:ext cx="968195" cy="797967"/>
            </a:xfrm>
            <a:custGeom>
              <a:avLst/>
              <a:gdLst/>
              <a:ahLst/>
              <a:cxnLst/>
              <a:rect l="l" t="t" r="r" b="b"/>
              <a:pathLst>
                <a:path w="19281" h="15891" extrusionOk="0">
                  <a:moveTo>
                    <a:pt x="19208" y="0"/>
                  </a:moveTo>
                  <a:cubicBezTo>
                    <a:pt x="19193" y="0"/>
                    <a:pt x="19178" y="8"/>
                    <a:pt x="19164" y="22"/>
                  </a:cubicBezTo>
                  <a:lnTo>
                    <a:pt x="30" y="15766"/>
                  </a:lnTo>
                  <a:cubicBezTo>
                    <a:pt x="1" y="15795"/>
                    <a:pt x="1" y="15831"/>
                    <a:pt x="30" y="15861"/>
                  </a:cubicBezTo>
                  <a:cubicBezTo>
                    <a:pt x="30" y="15861"/>
                    <a:pt x="59" y="15890"/>
                    <a:pt x="96" y="15890"/>
                  </a:cubicBezTo>
                  <a:lnTo>
                    <a:pt x="125" y="15861"/>
                  </a:lnTo>
                  <a:lnTo>
                    <a:pt x="19252" y="118"/>
                  </a:lnTo>
                  <a:cubicBezTo>
                    <a:pt x="19281" y="88"/>
                    <a:pt x="19281" y="52"/>
                    <a:pt x="19252" y="22"/>
                  </a:cubicBezTo>
                  <a:cubicBezTo>
                    <a:pt x="19237" y="8"/>
                    <a:pt x="19222" y="0"/>
                    <a:pt x="19208" y="0"/>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3" name="Google Shape;1513;p50">
              <a:extLst>
                <a:ext uri="{FF2B5EF4-FFF2-40B4-BE49-F238E27FC236}">
                  <a16:creationId xmlns:a16="http://schemas.microsoft.com/office/drawing/2014/main" id="{11868033-354C-BA5E-587C-55994EEDBB53}"/>
                </a:ext>
              </a:extLst>
            </p:cNvPr>
            <p:cNvSpPr/>
            <p:nvPr/>
          </p:nvSpPr>
          <p:spPr>
            <a:xfrm>
              <a:off x="1830493" y="2771704"/>
              <a:ext cx="960462" cy="792041"/>
            </a:xfrm>
            <a:custGeom>
              <a:avLst/>
              <a:gdLst/>
              <a:ahLst/>
              <a:cxnLst/>
              <a:rect l="l" t="t" r="r" b="b"/>
              <a:pathLst>
                <a:path w="19127" h="15773" extrusionOk="0">
                  <a:moveTo>
                    <a:pt x="19126" y="0"/>
                  </a:moveTo>
                  <a:lnTo>
                    <a:pt x="0" y="1577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4" name="Google Shape;1514;p50">
              <a:extLst>
                <a:ext uri="{FF2B5EF4-FFF2-40B4-BE49-F238E27FC236}">
                  <a16:creationId xmlns:a16="http://schemas.microsoft.com/office/drawing/2014/main" id="{B8827C81-A91A-F5D3-92AA-1C56CACA5BB3}"/>
                </a:ext>
              </a:extLst>
            </p:cNvPr>
            <p:cNvSpPr/>
            <p:nvPr/>
          </p:nvSpPr>
          <p:spPr>
            <a:xfrm>
              <a:off x="1827179" y="2769093"/>
              <a:ext cx="968547" cy="797967"/>
            </a:xfrm>
            <a:custGeom>
              <a:avLst/>
              <a:gdLst/>
              <a:ahLst/>
              <a:cxnLst/>
              <a:rect l="l" t="t" r="r" b="b"/>
              <a:pathLst>
                <a:path w="19288" h="15891" extrusionOk="0">
                  <a:moveTo>
                    <a:pt x="19208" y="1"/>
                  </a:moveTo>
                  <a:cubicBezTo>
                    <a:pt x="19192" y="1"/>
                    <a:pt x="19178" y="8"/>
                    <a:pt x="19163" y="23"/>
                  </a:cubicBezTo>
                  <a:lnTo>
                    <a:pt x="37" y="15766"/>
                  </a:lnTo>
                  <a:cubicBezTo>
                    <a:pt x="0" y="15795"/>
                    <a:pt x="0" y="15825"/>
                    <a:pt x="37" y="15854"/>
                  </a:cubicBezTo>
                  <a:cubicBezTo>
                    <a:pt x="37" y="15890"/>
                    <a:pt x="66" y="15890"/>
                    <a:pt x="66" y="15890"/>
                  </a:cubicBezTo>
                  <a:cubicBezTo>
                    <a:pt x="95" y="15890"/>
                    <a:pt x="95" y="15890"/>
                    <a:pt x="125" y="15854"/>
                  </a:cubicBezTo>
                  <a:lnTo>
                    <a:pt x="19258" y="111"/>
                  </a:lnTo>
                  <a:cubicBezTo>
                    <a:pt x="19287" y="81"/>
                    <a:pt x="19287" y="52"/>
                    <a:pt x="19258" y="23"/>
                  </a:cubicBezTo>
                  <a:cubicBezTo>
                    <a:pt x="19240" y="8"/>
                    <a:pt x="19223" y="1"/>
                    <a:pt x="19208" y="1"/>
                  </a:cubicBezTo>
                  <a:close/>
                </a:path>
              </a:pathLst>
            </a:custGeom>
            <a:solidFill>
              <a:srgbClr val="1C1C1B"/>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5" name="Google Shape;1515;p50">
              <a:extLst>
                <a:ext uri="{FF2B5EF4-FFF2-40B4-BE49-F238E27FC236}">
                  <a16:creationId xmlns:a16="http://schemas.microsoft.com/office/drawing/2014/main" id="{3F050DBA-A869-F3C5-EC50-BCFF1B6E1EDB}"/>
                </a:ext>
              </a:extLst>
            </p:cNvPr>
            <p:cNvSpPr/>
            <p:nvPr/>
          </p:nvSpPr>
          <p:spPr>
            <a:xfrm>
              <a:off x="1874982" y="3108842"/>
              <a:ext cx="375056" cy="348442"/>
            </a:xfrm>
            <a:custGeom>
              <a:avLst/>
              <a:gdLst/>
              <a:ahLst/>
              <a:cxnLst/>
              <a:rect l="l" t="t" r="r" b="b"/>
              <a:pathLst>
                <a:path w="7469" h="6939" extrusionOk="0">
                  <a:moveTo>
                    <a:pt x="2014" y="1"/>
                  </a:moveTo>
                  <a:lnTo>
                    <a:pt x="0" y="1678"/>
                  </a:lnTo>
                  <a:cubicBezTo>
                    <a:pt x="1369" y="4328"/>
                    <a:pt x="4328" y="6225"/>
                    <a:pt x="4328" y="6225"/>
                  </a:cubicBezTo>
                  <a:cubicBezTo>
                    <a:pt x="4941" y="6785"/>
                    <a:pt x="5289" y="6938"/>
                    <a:pt x="5514" y="6938"/>
                  </a:cubicBezTo>
                  <a:cubicBezTo>
                    <a:pt x="5692" y="6938"/>
                    <a:pt x="5793" y="6842"/>
                    <a:pt x="5887" y="6774"/>
                  </a:cubicBezTo>
                  <a:cubicBezTo>
                    <a:pt x="7139" y="5888"/>
                    <a:pt x="6920" y="5280"/>
                    <a:pt x="6920" y="5280"/>
                  </a:cubicBezTo>
                  <a:cubicBezTo>
                    <a:pt x="6920" y="5280"/>
                    <a:pt x="7469" y="5126"/>
                    <a:pt x="7139" y="4914"/>
                  </a:cubicBezTo>
                  <a:cubicBezTo>
                    <a:pt x="6416" y="4478"/>
                    <a:pt x="5706" y="4407"/>
                    <a:pt x="5322" y="4407"/>
                  </a:cubicBezTo>
                  <a:cubicBezTo>
                    <a:pt x="5139" y="4407"/>
                    <a:pt x="5031" y="4423"/>
                    <a:pt x="5031" y="4423"/>
                  </a:cubicBezTo>
                  <a:lnTo>
                    <a:pt x="4423" y="3450"/>
                  </a:lnTo>
                  <a:lnTo>
                    <a:pt x="20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6" name="Google Shape;1516;p50">
              <a:extLst>
                <a:ext uri="{FF2B5EF4-FFF2-40B4-BE49-F238E27FC236}">
                  <a16:creationId xmlns:a16="http://schemas.microsoft.com/office/drawing/2014/main" id="{6FAE6FE6-4549-5270-8BFB-CC3256A89325}"/>
                </a:ext>
              </a:extLst>
            </p:cNvPr>
            <p:cNvSpPr/>
            <p:nvPr/>
          </p:nvSpPr>
          <p:spPr>
            <a:xfrm>
              <a:off x="1870162" y="3104925"/>
              <a:ext cx="372545" cy="356225"/>
            </a:xfrm>
            <a:custGeom>
              <a:avLst/>
              <a:gdLst/>
              <a:ahLst/>
              <a:cxnLst/>
              <a:rect l="l" t="t" r="r" b="b"/>
              <a:pathLst>
                <a:path w="7419" h="7094" extrusionOk="0">
                  <a:moveTo>
                    <a:pt x="2103" y="1"/>
                  </a:moveTo>
                  <a:cubicBezTo>
                    <a:pt x="2094" y="1"/>
                    <a:pt x="2084" y="4"/>
                    <a:pt x="2073" y="13"/>
                  </a:cubicBezTo>
                  <a:cubicBezTo>
                    <a:pt x="2044" y="49"/>
                    <a:pt x="2044" y="79"/>
                    <a:pt x="2044" y="108"/>
                  </a:cubicBezTo>
                  <a:lnTo>
                    <a:pt x="4453" y="3557"/>
                  </a:lnTo>
                  <a:lnTo>
                    <a:pt x="5068" y="4531"/>
                  </a:lnTo>
                  <a:cubicBezTo>
                    <a:pt x="5068" y="4531"/>
                    <a:pt x="5097" y="4560"/>
                    <a:pt x="5127" y="4560"/>
                  </a:cubicBezTo>
                  <a:cubicBezTo>
                    <a:pt x="5127" y="4560"/>
                    <a:pt x="5207" y="4551"/>
                    <a:pt x="5346" y="4551"/>
                  </a:cubicBezTo>
                  <a:cubicBezTo>
                    <a:pt x="5705" y="4551"/>
                    <a:pt x="6454" y="4612"/>
                    <a:pt x="7199" y="5051"/>
                  </a:cubicBezTo>
                  <a:cubicBezTo>
                    <a:pt x="7265" y="5080"/>
                    <a:pt x="7265" y="5109"/>
                    <a:pt x="7265" y="5139"/>
                  </a:cubicBezTo>
                  <a:cubicBezTo>
                    <a:pt x="7265" y="5175"/>
                    <a:pt x="7140" y="5263"/>
                    <a:pt x="6987" y="5292"/>
                  </a:cubicBezTo>
                  <a:cubicBezTo>
                    <a:pt x="6957" y="5322"/>
                    <a:pt x="6957" y="5358"/>
                    <a:pt x="6957" y="5387"/>
                  </a:cubicBezTo>
                  <a:cubicBezTo>
                    <a:pt x="6957" y="5387"/>
                    <a:pt x="7111" y="5966"/>
                    <a:pt x="5954" y="6786"/>
                  </a:cubicBezTo>
                  <a:lnTo>
                    <a:pt x="5917" y="6823"/>
                  </a:lnTo>
                  <a:cubicBezTo>
                    <a:pt x="5834" y="6880"/>
                    <a:pt x="5746" y="6943"/>
                    <a:pt x="5609" y="6943"/>
                  </a:cubicBezTo>
                  <a:cubicBezTo>
                    <a:pt x="5397" y="6943"/>
                    <a:pt x="5066" y="6793"/>
                    <a:pt x="4453" y="6237"/>
                  </a:cubicBezTo>
                  <a:cubicBezTo>
                    <a:pt x="4424" y="6208"/>
                    <a:pt x="1495" y="4318"/>
                    <a:pt x="155" y="1726"/>
                  </a:cubicBezTo>
                  <a:cubicBezTo>
                    <a:pt x="125" y="1697"/>
                    <a:pt x="96" y="1697"/>
                    <a:pt x="60" y="1697"/>
                  </a:cubicBezTo>
                  <a:cubicBezTo>
                    <a:pt x="30" y="1726"/>
                    <a:pt x="1" y="1756"/>
                    <a:pt x="30" y="1785"/>
                  </a:cubicBezTo>
                  <a:cubicBezTo>
                    <a:pt x="1407" y="4406"/>
                    <a:pt x="4365" y="6332"/>
                    <a:pt x="4394" y="6332"/>
                  </a:cubicBezTo>
                  <a:cubicBezTo>
                    <a:pt x="5002" y="6911"/>
                    <a:pt x="5339" y="7094"/>
                    <a:pt x="5617" y="7094"/>
                  </a:cubicBezTo>
                  <a:cubicBezTo>
                    <a:pt x="5771" y="7094"/>
                    <a:pt x="5888" y="7006"/>
                    <a:pt x="5983" y="6940"/>
                  </a:cubicBezTo>
                  <a:lnTo>
                    <a:pt x="6042" y="6911"/>
                  </a:lnTo>
                  <a:cubicBezTo>
                    <a:pt x="7082" y="6149"/>
                    <a:pt x="7111" y="5600"/>
                    <a:pt x="7111" y="5417"/>
                  </a:cubicBezTo>
                  <a:cubicBezTo>
                    <a:pt x="7199" y="5387"/>
                    <a:pt x="7382" y="5292"/>
                    <a:pt x="7419" y="5139"/>
                  </a:cubicBezTo>
                  <a:cubicBezTo>
                    <a:pt x="7419" y="5080"/>
                    <a:pt x="7382" y="4992"/>
                    <a:pt x="7265" y="4926"/>
                  </a:cubicBezTo>
                  <a:cubicBezTo>
                    <a:pt x="6449" y="4445"/>
                    <a:pt x="5678" y="4405"/>
                    <a:pt x="5320" y="4405"/>
                  </a:cubicBezTo>
                  <a:cubicBezTo>
                    <a:pt x="5247" y="4405"/>
                    <a:pt x="5192" y="4406"/>
                    <a:pt x="5156" y="4406"/>
                  </a:cubicBezTo>
                  <a:lnTo>
                    <a:pt x="4577" y="3491"/>
                  </a:lnTo>
                  <a:lnTo>
                    <a:pt x="2168" y="49"/>
                  </a:lnTo>
                  <a:cubicBezTo>
                    <a:pt x="2147" y="23"/>
                    <a:pt x="2127" y="1"/>
                    <a:pt x="21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7" name="Google Shape;1517;p50">
              <a:extLst>
                <a:ext uri="{FF2B5EF4-FFF2-40B4-BE49-F238E27FC236}">
                  <a16:creationId xmlns:a16="http://schemas.microsoft.com/office/drawing/2014/main" id="{15C6CC42-1A15-FFDF-2005-CD0831F512C4}"/>
                </a:ext>
              </a:extLst>
            </p:cNvPr>
            <p:cNvSpPr/>
            <p:nvPr/>
          </p:nvSpPr>
          <p:spPr>
            <a:xfrm>
              <a:off x="1858060" y="2972460"/>
              <a:ext cx="168421" cy="82754"/>
            </a:xfrm>
            <a:custGeom>
              <a:avLst/>
              <a:gdLst/>
              <a:ahLst/>
              <a:cxnLst/>
              <a:rect l="l" t="t" r="r" b="b"/>
              <a:pathLst>
                <a:path w="3353" h="1648" extrusionOk="0">
                  <a:moveTo>
                    <a:pt x="0" y="0"/>
                  </a:moveTo>
                  <a:lnTo>
                    <a:pt x="0" y="29"/>
                  </a:lnTo>
                  <a:cubicBezTo>
                    <a:pt x="1494" y="1465"/>
                    <a:pt x="3295" y="1648"/>
                    <a:pt x="3325" y="1648"/>
                  </a:cubicBezTo>
                  <a:cubicBezTo>
                    <a:pt x="3325" y="1648"/>
                    <a:pt x="3354" y="1648"/>
                    <a:pt x="3354" y="1618"/>
                  </a:cubicBezTo>
                  <a:cubicBezTo>
                    <a:pt x="3354" y="1618"/>
                    <a:pt x="3354" y="1589"/>
                    <a:pt x="3325" y="1589"/>
                  </a:cubicBezTo>
                  <a:cubicBezTo>
                    <a:pt x="3325" y="1589"/>
                    <a:pt x="1523" y="1435"/>
                    <a:pt x="3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8" name="Google Shape;1518;p50">
              <a:extLst>
                <a:ext uri="{FF2B5EF4-FFF2-40B4-BE49-F238E27FC236}">
                  <a16:creationId xmlns:a16="http://schemas.microsoft.com/office/drawing/2014/main" id="{7156F47C-94DF-27EE-1E16-267CEFBC9FD9}"/>
                </a:ext>
              </a:extLst>
            </p:cNvPr>
            <p:cNvSpPr/>
            <p:nvPr/>
          </p:nvSpPr>
          <p:spPr>
            <a:xfrm>
              <a:off x="1890047" y="2224972"/>
              <a:ext cx="571447" cy="515959"/>
            </a:xfrm>
            <a:custGeom>
              <a:avLst/>
              <a:gdLst/>
              <a:ahLst/>
              <a:cxnLst/>
              <a:rect l="l" t="t" r="r" b="b"/>
              <a:pathLst>
                <a:path w="11380" h="10275" extrusionOk="0">
                  <a:moveTo>
                    <a:pt x="6826" y="0"/>
                  </a:moveTo>
                  <a:cubicBezTo>
                    <a:pt x="6013" y="0"/>
                    <a:pt x="5112" y="144"/>
                    <a:pt x="4152" y="454"/>
                  </a:cubicBezTo>
                  <a:cubicBezTo>
                    <a:pt x="945" y="1464"/>
                    <a:pt x="0" y="3932"/>
                    <a:pt x="1223" y="6956"/>
                  </a:cubicBezTo>
                  <a:cubicBezTo>
                    <a:pt x="2207" y="9384"/>
                    <a:pt x="3879" y="10275"/>
                    <a:pt x="5799" y="10275"/>
                  </a:cubicBezTo>
                  <a:cubicBezTo>
                    <a:pt x="6265" y="10275"/>
                    <a:pt x="6746" y="10222"/>
                    <a:pt x="7235" y="10127"/>
                  </a:cubicBezTo>
                  <a:cubicBezTo>
                    <a:pt x="9915" y="9607"/>
                    <a:pt x="11379" y="7439"/>
                    <a:pt x="11379" y="5455"/>
                  </a:cubicBezTo>
                  <a:cubicBezTo>
                    <a:pt x="11350" y="3324"/>
                    <a:pt x="10618" y="1947"/>
                    <a:pt x="10618" y="1947"/>
                  </a:cubicBezTo>
                  <a:cubicBezTo>
                    <a:pt x="10030" y="727"/>
                    <a:pt x="8651" y="0"/>
                    <a:pt x="6826"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89" name="Google Shape;1519;p50">
              <a:extLst>
                <a:ext uri="{FF2B5EF4-FFF2-40B4-BE49-F238E27FC236}">
                  <a16:creationId xmlns:a16="http://schemas.microsoft.com/office/drawing/2014/main" id="{0C869D01-9515-28D2-B934-92289EE63947}"/>
                </a:ext>
              </a:extLst>
            </p:cNvPr>
            <p:cNvSpPr/>
            <p:nvPr/>
          </p:nvSpPr>
          <p:spPr>
            <a:xfrm>
              <a:off x="2363616" y="2463740"/>
              <a:ext cx="127546" cy="132618"/>
            </a:xfrm>
            <a:custGeom>
              <a:avLst/>
              <a:gdLst/>
              <a:ahLst/>
              <a:cxnLst/>
              <a:rect l="l" t="t" r="r" b="b"/>
              <a:pathLst>
                <a:path w="2540" h="2641" extrusionOk="0">
                  <a:moveTo>
                    <a:pt x="1107" y="1"/>
                  </a:moveTo>
                  <a:cubicBezTo>
                    <a:pt x="540" y="1"/>
                    <a:pt x="1" y="246"/>
                    <a:pt x="1" y="246"/>
                  </a:cubicBezTo>
                  <a:lnTo>
                    <a:pt x="154" y="2077"/>
                  </a:lnTo>
                  <a:cubicBezTo>
                    <a:pt x="414" y="2451"/>
                    <a:pt x="829" y="2640"/>
                    <a:pt x="1230" y="2640"/>
                  </a:cubicBezTo>
                  <a:cubicBezTo>
                    <a:pt x="1903" y="2640"/>
                    <a:pt x="2539" y="2110"/>
                    <a:pt x="2351" y="1037"/>
                  </a:cubicBezTo>
                  <a:cubicBezTo>
                    <a:pt x="2189" y="214"/>
                    <a:pt x="1636" y="1"/>
                    <a:pt x="11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0" name="Google Shape;1520;p50">
              <a:extLst>
                <a:ext uri="{FF2B5EF4-FFF2-40B4-BE49-F238E27FC236}">
                  <a16:creationId xmlns:a16="http://schemas.microsoft.com/office/drawing/2014/main" id="{871881FF-C01B-1A90-FB34-E486DDA93DC0}"/>
                </a:ext>
              </a:extLst>
            </p:cNvPr>
            <p:cNvSpPr/>
            <p:nvPr/>
          </p:nvSpPr>
          <p:spPr>
            <a:xfrm>
              <a:off x="2360302" y="2460276"/>
              <a:ext cx="130609" cy="139748"/>
            </a:xfrm>
            <a:custGeom>
              <a:avLst/>
              <a:gdLst/>
              <a:ahLst/>
              <a:cxnLst/>
              <a:rect l="l" t="t" r="r" b="b"/>
              <a:pathLst>
                <a:path w="2601" h="2783" extrusionOk="0">
                  <a:moveTo>
                    <a:pt x="1165" y="152"/>
                  </a:moveTo>
                  <a:cubicBezTo>
                    <a:pt x="1375" y="152"/>
                    <a:pt x="1588" y="188"/>
                    <a:pt x="1773" y="286"/>
                  </a:cubicBezTo>
                  <a:cubicBezTo>
                    <a:pt x="2080" y="439"/>
                    <a:pt x="2263" y="710"/>
                    <a:pt x="2322" y="1135"/>
                  </a:cubicBezTo>
                  <a:cubicBezTo>
                    <a:pt x="2476" y="1809"/>
                    <a:pt x="2234" y="2358"/>
                    <a:pt x="1743" y="2570"/>
                  </a:cubicBezTo>
                  <a:cubicBezTo>
                    <a:pt x="1617" y="2618"/>
                    <a:pt x="1480" y="2640"/>
                    <a:pt x="1341" y="2640"/>
                  </a:cubicBezTo>
                  <a:cubicBezTo>
                    <a:pt x="943" y="2640"/>
                    <a:pt x="529" y="2453"/>
                    <a:pt x="279" y="2116"/>
                  </a:cubicBezTo>
                  <a:lnTo>
                    <a:pt x="154" y="374"/>
                  </a:lnTo>
                  <a:cubicBezTo>
                    <a:pt x="279" y="314"/>
                    <a:pt x="716" y="152"/>
                    <a:pt x="1165" y="152"/>
                  </a:cubicBezTo>
                  <a:close/>
                  <a:moveTo>
                    <a:pt x="1149" y="0"/>
                  </a:moveTo>
                  <a:cubicBezTo>
                    <a:pt x="600" y="0"/>
                    <a:pt x="78" y="231"/>
                    <a:pt x="37" y="256"/>
                  </a:cubicBezTo>
                  <a:cubicBezTo>
                    <a:pt x="1" y="256"/>
                    <a:pt x="1" y="286"/>
                    <a:pt x="1" y="315"/>
                  </a:cubicBezTo>
                  <a:lnTo>
                    <a:pt x="154" y="2146"/>
                  </a:lnTo>
                  <a:lnTo>
                    <a:pt x="154" y="2175"/>
                  </a:lnTo>
                  <a:cubicBezTo>
                    <a:pt x="433" y="2570"/>
                    <a:pt x="857" y="2783"/>
                    <a:pt x="1282" y="2783"/>
                  </a:cubicBezTo>
                  <a:cubicBezTo>
                    <a:pt x="1465" y="2783"/>
                    <a:pt x="1619" y="2753"/>
                    <a:pt x="1802" y="2695"/>
                  </a:cubicBezTo>
                  <a:cubicBezTo>
                    <a:pt x="2351" y="2453"/>
                    <a:pt x="2600" y="1867"/>
                    <a:pt x="2476" y="1106"/>
                  </a:cubicBezTo>
                  <a:cubicBezTo>
                    <a:pt x="2381" y="652"/>
                    <a:pt x="2168" y="315"/>
                    <a:pt x="1831" y="161"/>
                  </a:cubicBezTo>
                  <a:cubicBezTo>
                    <a:pt x="1623" y="43"/>
                    <a:pt x="1383" y="0"/>
                    <a:pt x="114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1" name="Google Shape;1521;p50">
              <a:extLst>
                <a:ext uri="{FF2B5EF4-FFF2-40B4-BE49-F238E27FC236}">
                  <a16:creationId xmlns:a16="http://schemas.microsoft.com/office/drawing/2014/main" id="{B80FCB30-324F-68A9-9016-6AD3D0CBE581}"/>
                </a:ext>
              </a:extLst>
            </p:cNvPr>
            <p:cNvSpPr/>
            <p:nvPr/>
          </p:nvSpPr>
          <p:spPr>
            <a:xfrm>
              <a:off x="2374262" y="2488195"/>
              <a:ext cx="91994" cy="81298"/>
            </a:xfrm>
            <a:custGeom>
              <a:avLst/>
              <a:gdLst/>
              <a:ahLst/>
              <a:cxnLst/>
              <a:rect l="l" t="t" r="r" b="b"/>
              <a:pathLst>
                <a:path w="1832" h="1619" extrusionOk="0">
                  <a:moveTo>
                    <a:pt x="1187" y="1"/>
                  </a:moveTo>
                  <a:cubicBezTo>
                    <a:pt x="975" y="1"/>
                    <a:pt x="763" y="96"/>
                    <a:pt x="550" y="250"/>
                  </a:cubicBezTo>
                  <a:cubicBezTo>
                    <a:pt x="1" y="762"/>
                    <a:pt x="492" y="1590"/>
                    <a:pt x="492" y="1590"/>
                  </a:cubicBezTo>
                  <a:cubicBezTo>
                    <a:pt x="521" y="1590"/>
                    <a:pt x="521" y="1619"/>
                    <a:pt x="550" y="1619"/>
                  </a:cubicBezTo>
                  <a:lnTo>
                    <a:pt x="550" y="1590"/>
                  </a:lnTo>
                  <a:cubicBezTo>
                    <a:pt x="579" y="1590"/>
                    <a:pt x="579" y="1560"/>
                    <a:pt x="550" y="1560"/>
                  </a:cubicBezTo>
                  <a:cubicBezTo>
                    <a:pt x="550" y="1560"/>
                    <a:pt x="89" y="762"/>
                    <a:pt x="609" y="308"/>
                  </a:cubicBezTo>
                  <a:cubicBezTo>
                    <a:pt x="768" y="174"/>
                    <a:pt x="928" y="90"/>
                    <a:pt x="1107" y="90"/>
                  </a:cubicBezTo>
                  <a:cubicBezTo>
                    <a:pt x="1133" y="90"/>
                    <a:pt x="1160" y="92"/>
                    <a:pt x="1187" y="96"/>
                  </a:cubicBezTo>
                  <a:cubicBezTo>
                    <a:pt x="1524" y="125"/>
                    <a:pt x="1773" y="396"/>
                    <a:pt x="1773" y="396"/>
                  </a:cubicBezTo>
                  <a:cubicBezTo>
                    <a:pt x="1773" y="414"/>
                    <a:pt x="1780" y="423"/>
                    <a:pt x="1788" y="423"/>
                  </a:cubicBezTo>
                  <a:cubicBezTo>
                    <a:pt x="1795" y="423"/>
                    <a:pt x="1802" y="414"/>
                    <a:pt x="1802" y="396"/>
                  </a:cubicBezTo>
                  <a:cubicBezTo>
                    <a:pt x="1832" y="396"/>
                    <a:pt x="1832" y="367"/>
                    <a:pt x="1832" y="367"/>
                  </a:cubicBezTo>
                  <a:cubicBezTo>
                    <a:pt x="1802" y="337"/>
                    <a:pt x="1553" y="30"/>
                    <a:pt x="1187"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2" name="Google Shape;1522;p50">
              <a:extLst>
                <a:ext uri="{FF2B5EF4-FFF2-40B4-BE49-F238E27FC236}">
                  <a16:creationId xmlns:a16="http://schemas.microsoft.com/office/drawing/2014/main" id="{654FD1AB-CB87-0BA5-2CE0-F4B83CC8E9C0}"/>
                </a:ext>
              </a:extLst>
            </p:cNvPr>
            <p:cNvSpPr/>
            <p:nvPr/>
          </p:nvSpPr>
          <p:spPr>
            <a:xfrm>
              <a:off x="2387870" y="2519830"/>
              <a:ext cx="53730" cy="15868"/>
            </a:xfrm>
            <a:custGeom>
              <a:avLst/>
              <a:gdLst/>
              <a:ahLst/>
              <a:cxnLst/>
              <a:rect l="l" t="t" r="r" b="b"/>
              <a:pathLst>
                <a:path w="1070" h="316" extrusionOk="0">
                  <a:moveTo>
                    <a:pt x="550" y="1"/>
                  </a:moveTo>
                  <a:cubicBezTo>
                    <a:pt x="375" y="1"/>
                    <a:pt x="184" y="60"/>
                    <a:pt x="38" y="257"/>
                  </a:cubicBezTo>
                  <a:cubicBezTo>
                    <a:pt x="1" y="286"/>
                    <a:pt x="1" y="286"/>
                    <a:pt x="38" y="315"/>
                  </a:cubicBezTo>
                  <a:lnTo>
                    <a:pt x="67" y="315"/>
                  </a:lnTo>
                  <a:cubicBezTo>
                    <a:pt x="202" y="132"/>
                    <a:pt x="382" y="78"/>
                    <a:pt x="548" y="78"/>
                  </a:cubicBezTo>
                  <a:cubicBezTo>
                    <a:pt x="794" y="78"/>
                    <a:pt x="1011" y="198"/>
                    <a:pt x="1011" y="198"/>
                  </a:cubicBezTo>
                  <a:lnTo>
                    <a:pt x="1041" y="169"/>
                  </a:lnTo>
                  <a:cubicBezTo>
                    <a:pt x="1070" y="169"/>
                    <a:pt x="1041" y="132"/>
                    <a:pt x="1041" y="132"/>
                  </a:cubicBezTo>
                  <a:cubicBezTo>
                    <a:pt x="1041" y="132"/>
                    <a:pt x="812" y="1"/>
                    <a:pt x="550"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3" name="Google Shape;1523;p50">
              <a:extLst>
                <a:ext uri="{FF2B5EF4-FFF2-40B4-BE49-F238E27FC236}">
                  <a16:creationId xmlns:a16="http://schemas.microsoft.com/office/drawing/2014/main" id="{F34EA369-CF8B-59B5-0AD7-5C1FD2A3E11F}"/>
                </a:ext>
              </a:extLst>
            </p:cNvPr>
            <p:cNvSpPr/>
            <p:nvPr/>
          </p:nvSpPr>
          <p:spPr>
            <a:xfrm>
              <a:off x="1926803" y="2225776"/>
              <a:ext cx="507121" cy="513649"/>
            </a:xfrm>
            <a:custGeom>
              <a:avLst/>
              <a:gdLst/>
              <a:ahLst/>
              <a:cxnLst/>
              <a:rect l="l" t="t" r="r" b="b"/>
              <a:pathLst>
                <a:path w="10099" h="10229" extrusionOk="0">
                  <a:moveTo>
                    <a:pt x="5870" y="0"/>
                  </a:moveTo>
                  <a:cubicBezTo>
                    <a:pt x="5175" y="0"/>
                    <a:pt x="4412" y="130"/>
                    <a:pt x="3603" y="408"/>
                  </a:cubicBezTo>
                  <a:cubicBezTo>
                    <a:pt x="799" y="1382"/>
                    <a:pt x="1" y="3791"/>
                    <a:pt x="1128" y="6845"/>
                  </a:cubicBezTo>
                  <a:cubicBezTo>
                    <a:pt x="2029" y="9350"/>
                    <a:pt x="3572" y="10229"/>
                    <a:pt x="5326" y="10229"/>
                  </a:cubicBezTo>
                  <a:cubicBezTo>
                    <a:pt x="5710" y="10229"/>
                    <a:pt x="6103" y="10187"/>
                    <a:pt x="6503" y="10111"/>
                  </a:cubicBezTo>
                  <a:cubicBezTo>
                    <a:pt x="8853" y="9620"/>
                    <a:pt x="10098" y="7489"/>
                    <a:pt x="10040" y="5534"/>
                  </a:cubicBezTo>
                  <a:cubicBezTo>
                    <a:pt x="10010" y="3396"/>
                    <a:pt x="9337" y="1997"/>
                    <a:pt x="9337" y="1997"/>
                  </a:cubicBezTo>
                  <a:cubicBezTo>
                    <a:pt x="8799" y="747"/>
                    <a:pt x="7533" y="0"/>
                    <a:pt x="5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4" name="Google Shape;1524;p50">
              <a:extLst>
                <a:ext uri="{FF2B5EF4-FFF2-40B4-BE49-F238E27FC236}">
                  <a16:creationId xmlns:a16="http://schemas.microsoft.com/office/drawing/2014/main" id="{BED66CE3-C2A4-EB51-701F-096DF4564F4E}"/>
                </a:ext>
              </a:extLst>
            </p:cNvPr>
            <p:cNvSpPr/>
            <p:nvPr/>
          </p:nvSpPr>
          <p:spPr>
            <a:xfrm>
              <a:off x="1946638" y="2222863"/>
              <a:ext cx="490601" cy="519826"/>
            </a:xfrm>
            <a:custGeom>
              <a:avLst/>
              <a:gdLst/>
              <a:ahLst/>
              <a:cxnLst/>
              <a:rect l="l" t="t" r="r" b="b"/>
              <a:pathLst>
                <a:path w="9770" h="10352" extrusionOk="0">
                  <a:moveTo>
                    <a:pt x="5464" y="130"/>
                  </a:moveTo>
                  <a:cubicBezTo>
                    <a:pt x="7052" y="130"/>
                    <a:pt x="8334" y="833"/>
                    <a:pt x="8883" y="2085"/>
                  </a:cubicBezTo>
                  <a:cubicBezTo>
                    <a:pt x="8883" y="2114"/>
                    <a:pt x="9557" y="3483"/>
                    <a:pt x="9586" y="5592"/>
                  </a:cubicBezTo>
                  <a:cubicBezTo>
                    <a:pt x="9645" y="7452"/>
                    <a:pt x="8458" y="9619"/>
                    <a:pt x="6079" y="10073"/>
                  </a:cubicBezTo>
                  <a:cubicBezTo>
                    <a:pt x="5664" y="10158"/>
                    <a:pt x="5270" y="10201"/>
                    <a:pt x="4896" y="10201"/>
                  </a:cubicBezTo>
                  <a:cubicBezTo>
                    <a:pt x="2986" y="10201"/>
                    <a:pt x="1614" y="9090"/>
                    <a:pt x="799" y="6874"/>
                  </a:cubicBezTo>
                  <a:cubicBezTo>
                    <a:pt x="184" y="5226"/>
                    <a:pt x="155" y="3762"/>
                    <a:pt x="704" y="2634"/>
                  </a:cubicBezTo>
                  <a:cubicBezTo>
                    <a:pt x="1165" y="1653"/>
                    <a:pt x="2015" y="957"/>
                    <a:pt x="3238" y="525"/>
                  </a:cubicBezTo>
                  <a:cubicBezTo>
                    <a:pt x="3999" y="283"/>
                    <a:pt x="4761" y="130"/>
                    <a:pt x="5464" y="130"/>
                  </a:cubicBezTo>
                  <a:close/>
                  <a:moveTo>
                    <a:pt x="5454" y="1"/>
                  </a:moveTo>
                  <a:cubicBezTo>
                    <a:pt x="4745" y="1"/>
                    <a:pt x="3975" y="133"/>
                    <a:pt x="3179" y="408"/>
                  </a:cubicBezTo>
                  <a:cubicBezTo>
                    <a:pt x="1927" y="833"/>
                    <a:pt x="1041" y="1565"/>
                    <a:pt x="587" y="2568"/>
                  </a:cubicBezTo>
                  <a:cubicBezTo>
                    <a:pt x="1" y="3732"/>
                    <a:pt x="38" y="5255"/>
                    <a:pt x="675" y="6932"/>
                  </a:cubicBezTo>
                  <a:cubicBezTo>
                    <a:pt x="1502" y="9195"/>
                    <a:pt x="2930" y="10352"/>
                    <a:pt x="4914" y="10352"/>
                  </a:cubicBezTo>
                  <a:cubicBezTo>
                    <a:pt x="5280" y="10352"/>
                    <a:pt x="5676" y="10322"/>
                    <a:pt x="6108" y="10227"/>
                  </a:cubicBezTo>
                  <a:cubicBezTo>
                    <a:pt x="8546" y="9744"/>
                    <a:pt x="9769" y="7511"/>
                    <a:pt x="9740" y="5592"/>
                  </a:cubicBezTo>
                  <a:cubicBezTo>
                    <a:pt x="9674" y="3483"/>
                    <a:pt x="9037" y="2085"/>
                    <a:pt x="9008" y="2019"/>
                  </a:cubicBezTo>
                  <a:cubicBezTo>
                    <a:pt x="8429" y="718"/>
                    <a:pt x="7104" y="1"/>
                    <a:pt x="54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5" name="Google Shape;1525;p50">
              <a:extLst>
                <a:ext uri="{FF2B5EF4-FFF2-40B4-BE49-F238E27FC236}">
                  <a16:creationId xmlns:a16="http://schemas.microsoft.com/office/drawing/2014/main" id="{F1727EC6-C3A1-14C3-9190-7CC02CB31F0A}"/>
                </a:ext>
              </a:extLst>
            </p:cNvPr>
            <p:cNvSpPr/>
            <p:nvPr/>
          </p:nvSpPr>
          <p:spPr>
            <a:xfrm>
              <a:off x="1868706" y="2207297"/>
              <a:ext cx="321778" cy="354518"/>
            </a:xfrm>
            <a:custGeom>
              <a:avLst/>
              <a:gdLst/>
              <a:ahLst/>
              <a:cxnLst/>
              <a:rect l="l" t="t" r="r" b="b"/>
              <a:pathLst>
                <a:path w="6408" h="7060" extrusionOk="0">
                  <a:moveTo>
                    <a:pt x="5668" y="0"/>
                  </a:moveTo>
                  <a:cubicBezTo>
                    <a:pt x="4696" y="0"/>
                    <a:pt x="2338" y="189"/>
                    <a:pt x="1311" y="1933"/>
                  </a:cubicBezTo>
                  <a:cubicBezTo>
                    <a:pt x="1" y="4159"/>
                    <a:pt x="1370" y="7059"/>
                    <a:pt x="1370" y="7059"/>
                  </a:cubicBezTo>
                  <a:lnTo>
                    <a:pt x="2227" y="6759"/>
                  </a:lnTo>
                  <a:cubicBezTo>
                    <a:pt x="2227" y="6759"/>
                    <a:pt x="3054" y="5170"/>
                    <a:pt x="3567" y="4804"/>
                  </a:cubicBezTo>
                  <a:cubicBezTo>
                    <a:pt x="4519" y="4101"/>
                    <a:pt x="5829" y="4196"/>
                    <a:pt x="6408" y="2395"/>
                  </a:cubicBezTo>
                  <a:lnTo>
                    <a:pt x="6100" y="15"/>
                  </a:lnTo>
                  <a:cubicBezTo>
                    <a:pt x="6100" y="15"/>
                    <a:pt x="5937" y="0"/>
                    <a:pt x="5668"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6" name="Google Shape;1526;p50">
              <a:extLst>
                <a:ext uri="{FF2B5EF4-FFF2-40B4-BE49-F238E27FC236}">
                  <a16:creationId xmlns:a16="http://schemas.microsoft.com/office/drawing/2014/main" id="{00D7CA74-9F51-3725-FD7F-B361E7BA8F60}"/>
                </a:ext>
              </a:extLst>
            </p:cNvPr>
            <p:cNvSpPr/>
            <p:nvPr/>
          </p:nvSpPr>
          <p:spPr>
            <a:xfrm>
              <a:off x="2175012" y="2190475"/>
              <a:ext cx="320321" cy="299231"/>
            </a:xfrm>
            <a:custGeom>
              <a:avLst/>
              <a:gdLst/>
              <a:ahLst/>
              <a:cxnLst/>
              <a:rect l="l" t="t" r="r" b="b"/>
              <a:pathLst>
                <a:path w="6379" h="5959" extrusionOk="0">
                  <a:moveTo>
                    <a:pt x="1894" y="0"/>
                  </a:moveTo>
                  <a:cubicBezTo>
                    <a:pt x="834" y="0"/>
                    <a:pt x="0" y="350"/>
                    <a:pt x="0" y="350"/>
                  </a:cubicBezTo>
                  <a:lnTo>
                    <a:pt x="308" y="2730"/>
                  </a:lnTo>
                  <a:cubicBezTo>
                    <a:pt x="1348" y="4311"/>
                    <a:pt x="2446" y="4099"/>
                    <a:pt x="3544" y="4494"/>
                  </a:cubicBezTo>
                  <a:cubicBezTo>
                    <a:pt x="4123" y="4743"/>
                    <a:pt x="4914" y="5900"/>
                    <a:pt x="4914" y="5900"/>
                  </a:cubicBezTo>
                  <a:lnTo>
                    <a:pt x="5829" y="5959"/>
                  </a:lnTo>
                  <a:cubicBezTo>
                    <a:pt x="5829" y="5959"/>
                    <a:pt x="6378" y="2818"/>
                    <a:pt x="4547" y="1016"/>
                  </a:cubicBezTo>
                  <a:cubicBezTo>
                    <a:pt x="3723" y="221"/>
                    <a:pt x="2737" y="0"/>
                    <a:pt x="189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7" name="Google Shape;1527;p50">
              <a:extLst>
                <a:ext uri="{FF2B5EF4-FFF2-40B4-BE49-F238E27FC236}">
                  <a16:creationId xmlns:a16="http://schemas.microsoft.com/office/drawing/2014/main" id="{EF9DE4BD-130C-3B14-77FE-3FE4F24A6DCB}"/>
                </a:ext>
              </a:extLst>
            </p:cNvPr>
            <p:cNvSpPr/>
            <p:nvPr/>
          </p:nvSpPr>
          <p:spPr>
            <a:xfrm>
              <a:off x="1897227" y="2523043"/>
              <a:ext cx="124885" cy="134877"/>
            </a:xfrm>
            <a:custGeom>
              <a:avLst/>
              <a:gdLst/>
              <a:ahLst/>
              <a:cxnLst/>
              <a:rect l="l" t="t" r="r" b="b"/>
              <a:pathLst>
                <a:path w="2487" h="2686" extrusionOk="0">
                  <a:moveTo>
                    <a:pt x="1313" y="0"/>
                  </a:moveTo>
                  <a:cubicBezTo>
                    <a:pt x="802" y="0"/>
                    <a:pt x="1" y="187"/>
                    <a:pt x="106" y="1386"/>
                  </a:cubicBezTo>
                  <a:cubicBezTo>
                    <a:pt x="168" y="2295"/>
                    <a:pt x="699" y="2685"/>
                    <a:pt x="1253" y="2685"/>
                  </a:cubicBezTo>
                  <a:cubicBezTo>
                    <a:pt x="1757" y="2685"/>
                    <a:pt x="2280" y="2362"/>
                    <a:pt x="2486" y="1811"/>
                  </a:cubicBezTo>
                  <a:lnTo>
                    <a:pt x="1717" y="39"/>
                  </a:lnTo>
                  <a:cubicBezTo>
                    <a:pt x="1717" y="39"/>
                    <a:pt x="1545" y="0"/>
                    <a:pt x="13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8" name="Google Shape;1528;p50">
              <a:extLst>
                <a:ext uri="{FF2B5EF4-FFF2-40B4-BE49-F238E27FC236}">
                  <a16:creationId xmlns:a16="http://schemas.microsoft.com/office/drawing/2014/main" id="{8735D65F-6694-1DBC-2EAE-197FD3959883}"/>
                </a:ext>
              </a:extLst>
            </p:cNvPr>
            <p:cNvSpPr/>
            <p:nvPr/>
          </p:nvSpPr>
          <p:spPr>
            <a:xfrm>
              <a:off x="1896273" y="2520031"/>
              <a:ext cx="128751" cy="141405"/>
            </a:xfrm>
            <a:custGeom>
              <a:avLst/>
              <a:gdLst/>
              <a:ahLst/>
              <a:cxnLst/>
              <a:rect l="l" t="t" r="r" b="b"/>
              <a:pathLst>
                <a:path w="2564" h="2816" extrusionOk="0">
                  <a:moveTo>
                    <a:pt x="1308" y="1"/>
                  </a:moveTo>
                  <a:cubicBezTo>
                    <a:pt x="1033" y="1"/>
                    <a:pt x="675" y="54"/>
                    <a:pt x="396" y="282"/>
                  </a:cubicBezTo>
                  <a:cubicBezTo>
                    <a:pt x="125" y="531"/>
                    <a:pt x="1" y="926"/>
                    <a:pt x="59" y="1446"/>
                  </a:cubicBezTo>
                  <a:cubicBezTo>
                    <a:pt x="125" y="2208"/>
                    <a:pt x="521" y="2728"/>
                    <a:pt x="1128" y="2786"/>
                  </a:cubicBezTo>
                  <a:cubicBezTo>
                    <a:pt x="1158" y="2815"/>
                    <a:pt x="1224" y="2815"/>
                    <a:pt x="1282" y="2815"/>
                  </a:cubicBezTo>
                  <a:cubicBezTo>
                    <a:pt x="1831" y="2815"/>
                    <a:pt x="2351" y="2449"/>
                    <a:pt x="2564" y="1871"/>
                  </a:cubicBezTo>
                  <a:cubicBezTo>
                    <a:pt x="2564" y="1842"/>
                    <a:pt x="2564" y="1812"/>
                    <a:pt x="2534" y="1812"/>
                  </a:cubicBezTo>
                  <a:cubicBezTo>
                    <a:pt x="2515" y="1801"/>
                    <a:pt x="2498" y="1797"/>
                    <a:pt x="2485" y="1797"/>
                  </a:cubicBezTo>
                  <a:cubicBezTo>
                    <a:pt x="2454" y="1797"/>
                    <a:pt x="2439" y="1821"/>
                    <a:pt x="2439" y="1842"/>
                  </a:cubicBezTo>
                  <a:cubicBezTo>
                    <a:pt x="2245" y="2345"/>
                    <a:pt x="1767" y="2670"/>
                    <a:pt x="1266" y="2670"/>
                  </a:cubicBezTo>
                  <a:cubicBezTo>
                    <a:pt x="1220" y="2670"/>
                    <a:pt x="1174" y="2667"/>
                    <a:pt x="1128" y="2662"/>
                  </a:cubicBezTo>
                  <a:cubicBezTo>
                    <a:pt x="609" y="2603"/>
                    <a:pt x="242" y="2142"/>
                    <a:pt x="184" y="1446"/>
                  </a:cubicBezTo>
                  <a:cubicBezTo>
                    <a:pt x="155" y="956"/>
                    <a:pt x="242" y="619"/>
                    <a:pt x="491" y="406"/>
                  </a:cubicBezTo>
                  <a:cubicBezTo>
                    <a:pt x="747" y="184"/>
                    <a:pt x="1099" y="135"/>
                    <a:pt x="1359" y="135"/>
                  </a:cubicBezTo>
                  <a:cubicBezTo>
                    <a:pt x="1561" y="135"/>
                    <a:pt x="1707" y="165"/>
                    <a:pt x="1707" y="165"/>
                  </a:cubicBezTo>
                  <a:cubicBezTo>
                    <a:pt x="1736" y="165"/>
                    <a:pt x="1802" y="165"/>
                    <a:pt x="1802" y="128"/>
                  </a:cubicBezTo>
                  <a:cubicBezTo>
                    <a:pt x="1802" y="70"/>
                    <a:pt x="1773" y="40"/>
                    <a:pt x="1736" y="40"/>
                  </a:cubicBezTo>
                  <a:cubicBezTo>
                    <a:pt x="1723" y="40"/>
                    <a:pt x="1546" y="1"/>
                    <a:pt x="13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699" name="Google Shape;1529;p50">
              <a:extLst>
                <a:ext uri="{FF2B5EF4-FFF2-40B4-BE49-F238E27FC236}">
                  <a16:creationId xmlns:a16="http://schemas.microsoft.com/office/drawing/2014/main" id="{FA1C35BA-4E36-91F7-133D-5E1468292250}"/>
                </a:ext>
              </a:extLst>
            </p:cNvPr>
            <p:cNvSpPr/>
            <p:nvPr/>
          </p:nvSpPr>
          <p:spPr>
            <a:xfrm>
              <a:off x="1913195" y="2551465"/>
              <a:ext cx="94906" cy="71707"/>
            </a:xfrm>
            <a:custGeom>
              <a:avLst/>
              <a:gdLst/>
              <a:ahLst/>
              <a:cxnLst/>
              <a:rect l="l" t="t" r="r" b="b"/>
              <a:pathLst>
                <a:path w="1889" h="1428" extrusionOk="0">
                  <a:moveTo>
                    <a:pt x="787" y="1"/>
                  </a:moveTo>
                  <a:cubicBezTo>
                    <a:pt x="701" y="1"/>
                    <a:pt x="621" y="17"/>
                    <a:pt x="550" y="51"/>
                  </a:cubicBezTo>
                  <a:cubicBezTo>
                    <a:pt x="184" y="176"/>
                    <a:pt x="30" y="542"/>
                    <a:pt x="30" y="542"/>
                  </a:cubicBezTo>
                  <a:cubicBezTo>
                    <a:pt x="1" y="571"/>
                    <a:pt x="30" y="600"/>
                    <a:pt x="30" y="600"/>
                  </a:cubicBezTo>
                  <a:cubicBezTo>
                    <a:pt x="59" y="600"/>
                    <a:pt x="89" y="600"/>
                    <a:pt x="89" y="571"/>
                  </a:cubicBezTo>
                  <a:cubicBezTo>
                    <a:pt x="89" y="571"/>
                    <a:pt x="242" y="234"/>
                    <a:pt x="579" y="117"/>
                  </a:cubicBezTo>
                  <a:cubicBezTo>
                    <a:pt x="656" y="89"/>
                    <a:pt x="733" y="73"/>
                    <a:pt x="815" y="73"/>
                  </a:cubicBezTo>
                  <a:cubicBezTo>
                    <a:pt x="927" y="73"/>
                    <a:pt x="1047" y="104"/>
                    <a:pt x="1187" y="176"/>
                  </a:cubicBezTo>
                  <a:cubicBezTo>
                    <a:pt x="1802" y="483"/>
                    <a:pt x="1553" y="1369"/>
                    <a:pt x="1553" y="1369"/>
                  </a:cubicBezTo>
                  <a:cubicBezTo>
                    <a:pt x="1553" y="1399"/>
                    <a:pt x="1553" y="1399"/>
                    <a:pt x="1582" y="1399"/>
                  </a:cubicBezTo>
                  <a:lnTo>
                    <a:pt x="1582" y="1428"/>
                  </a:lnTo>
                  <a:cubicBezTo>
                    <a:pt x="1582" y="1399"/>
                    <a:pt x="1619" y="1399"/>
                    <a:pt x="1619" y="1399"/>
                  </a:cubicBezTo>
                  <a:cubicBezTo>
                    <a:pt x="1619" y="1369"/>
                    <a:pt x="1890" y="454"/>
                    <a:pt x="1216" y="117"/>
                  </a:cubicBezTo>
                  <a:cubicBezTo>
                    <a:pt x="1069" y="41"/>
                    <a:pt x="921" y="1"/>
                    <a:pt x="787"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0" name="Google Shape;1530;p50">
              <a:extLst>
                <a:ext uri="{FF2B5EF4-FFF2-40B4-BE49-F238E27FC236}">
                  <a16:creationId xmlns:a16="http://schemas.microsoft.com/office/drawing/2014/main" id="{47BDC721-9E91-D7FD-87E2-D638699D2C4C}"/>
                </a:ext>
              </a:extLst>
            </p:cNvPr>
            <p:cNvSpPr/>
            <p:nvPr/>
          </p:nvSpPr>
          <p:spPr>
            <a:xfrm>
              <a:off x="1943726" y="2578028"/>
              <a:ext cx="52274" cy="16119"/>
            </a:xfrm>
            <a:custGeom>
              <a:avLst/>
              <a:gdLst/>
              <a:ahLst/>
              <a:cxnLst/>
              <a:rect l="l" t="t" r="r" b="b"/>
              <a:pathLst>
                <a:path w="1041" h="321" extrusionOk="0">
                  <a:moveTo>
                    <a:pt x="624" y="0"/>
                  </a:moveTo>
                  <a:cubicBezTo>
                    <a:pt x="289" y="0"/>
                    <a:pt x="0" y="255"/>
                    <a:pt x="0" y="255"/>
                  </a:cubicBezTo>
                  <a:lnTo>
                    <a:pt x="0" y="320"/>
                  </a:lnTo>
                  <a:lnTo>
                    <a:pt x="59" y="320"/>
                  </a:lnTo>
                  <a:cubicBezTo>
                    <a:pt x="59" y="320"/>
                    <a:pt x="322" y="73"/>
                    <a:pt x="630" y="73"/>
                  </a:cubicBezTo>
                  <a:cubicBezTo>
                    <a:pt x="742" y="73"/>
                    <a:pt x="861" y="106"/>
                    <a:pt x="974" y="196"/>
                  </a:cubicBezTo>
                  <a:cubicBezTo>
                    <a:pt x="1011" y="196"/>
                    <a:pt x="1011" y="196"/>
                    <a:pt x="1040" y="167"/>
                  </a:cubicBezTo>
                  <a:cubicBezTo>
                    <a:pt x="1040" y="167"/>
                    <a:pt x="1040" y="137"/>
                    <a:pt x="1011" y="137"/>
                  </a:cubicBezTo>
                  <a:cubicBezTo>
                    <a:pt x="884" y="37"/>
                    <a:pt x="751" y="0"/>
                    <a:pt x="624"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1" name="Google Shape;1531;p50">
              <a:extLst>
                <a:ext uri="{FF2B5EF4-FFF2-40B4-BE49-F238E27FC236}">
                  <a16:creationId xmlns:a16="http://schemas.microsoft.com/office/drawing/2014/main" id="{8820AF46-BEC5-0FEB-F119-BD19DD6FD0C5}"/>
                </a:ext>
              </a:extLst>
            </p:cNvPr>
            <p:cNvSpPr/>
            <p:nvPr/>
          </p:nvSpPr>
          <p:spPr>
            <a:xfrm>
              <a:off x="2207350" y="2601829"/>
              <a:ext cx="39770" cy="22848"/>
            </a:xfrm>
            <a:custGeom>
              <a:avLst/>
              <a:gdLst/>
              <a:ahLst/>
              <a:cxnLst/>
              <a:rect l="l" t="t" r="r" b="b"/>
              <a:pathLst>
                <a:path w="792" h="455" extrusionOk="0">
                  <a:moveTo>
                    <a:pt x="30" y="0"/>
                  </a:moveTo>
                  <a:lnTo>
                    <a:pt x="1" y="29"/>
                  </a:lnTo>
                  <a:lnTo>
                    <a:pt x="1" y="59"/>
                  </a:lnTo>
                  <a:cubicBezTo>
                    <a:pt x="1" y="88"/>
                    <a:pt x="88" y="454"/>
                    <a:pt x="550" y="454"/>
                  </a:cubicBezTo>
                  <a:lnTo>
                    <a:pt x="638" y="454"/>
                  </a:lnTo>
                  <a:cubicBezTo>
                    <a:pt x="704" y="454"/>
                    <a:pt x="733" y="425"/>
                    <a:pt x="762" y="425"/>
                  </a:cubicBezTo>
                  <a:cubicBezTo>
                    <a:pt x="791" y="425"/>
                    <a:pt x="791" y="396"/>
                    <a:pt x="791" y="366"/>
                  </a:cubicBezTo>
                  <a:cubicBezTo>
                    <a:pt x="791" y="330"/>
                    <a:pt x="762" y="330"/>
                    <a:pt x="733" y="330"/>
                  </a:cubicBezTo>
                  <a:cubicBezTo>
                    <a:pt x="662" y="347"/>
                    <a:pt x="599" y="354"/>
                    <a:pt x="542" y="354"/>
                  </a:cubicBezTo>
                  <a:cubicBezTo>
                    <a:pt x="181" y="354"/>
                    <a:pt x="88" y="59"/>
                    <a:pt x="88" y="59"/>
                  </a:cubicBezTo>
                  <a:cubicBezTo>
                    <a:pt x="88" y="29"/>
                    <a:pt x="59" y="29"/>
                    <a:pt x="59" y="29"/>
                  </a:cubicBezTo>
                  <a:cubicBezTo>
                    <a:pt x="59" y="0"/>
                    <a:pt x="30" y="0"/>
                    <a:pt x="30"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2" name="Google Shape;1532;p50">
              <a:extLst>
                <a:ext uri="{FF2B5EF4-FFF2-40B4-BE49-F238E27FC236}">
                  <a16:creationId xmlns:a16="http://schemas.microsoft.com/office/drawing/2014/main" id="{98C9E498-A316-B58E-16E7-1223A6F951BD}"/>
                </a:ext>
              </a:extLst>
            </p:cNvPr>
            <p:cNvSpPr/>
            <p:nvPr/>
          </p:nvSpPr>
          <p:spPr>
            <a:xfrm>
              <a:off x="2046313" y="2441496"/>
              <a:ext cx="95258" cy="59203"/>
            </a:xfrm>
            <a:custGeom>
              <a:avLst/>
              <a:gdLst/>
              <a:ahLst/>
              <a:cxnLst/>
              <a:rect l="l" t="t" r="r" b="b"/>
              <a:pathLst>
                <a:path w="1897" h="1179" extrusionOk="0">
                  <a:moveTo>
                    <a:pt x="1503" y="0"/>
                  </a:moveTo>
                  <a:cubicBezTo>
                    <a:pt x="1328" y="0"/>
                    <a:pt x="1071" y="97"/>
                    <a:pt x="674" y="381"/>
                  </a:cubicBezTo>
                  <a:cubicBezTo>
                    <a:pt x="0" y="843"/>
                    <a:pt x="396" y="1114"/>
                    <a:pt x="396" y="1114"/>
                  </a:cubicBezTo>
                  <a:cubicBezTo>
                    <a:pt x="459" y="1158"/>
                    <a:pt x="529" y="1179"/>
                    <a:pt x="607" y="1179"/>
                  </a:cubicBezTo>
                  <a:cubicBezTo>
                    <a:pt x="801" y="1179"/>
                    <a:pt x="1048" y="1048"/>
                    <a:pt x="1377" y="813"/>
                  </a:cubicBezTo>
                  <a:cubicBezTo>
                    <a:pt x="1772" y="564"/>
                    <a:pt x="1897" y="294"/>
                    <a:pt x="1772" y="110"/>
                  </a:cubicBezTo>
                  <a:cubicBezTo>
                    <a:pt x="1709" y="47"/>
                    <a:pt x="1626" y="0"/>
                    <a:pt x="1503"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3" name="Google Shape;1533;p50">
              <a:extLst>
                <a:ext uri="{FF2B5EF4-FFF2-40B4-BE49-F238E27FC236}">
                  <a16:creationId xmlns:a16="http://schemas.microsoft.com/office/drawing/2014/main" id="{CCD24B38-3528-1C0F-ECA6-6CF9A71EA34F}"/>
                </a:ext>
              </a:extLst>
            </p:cNvPr>
            <p:cNvSpPr/>
            <p:nvPr/>
          </p:nvSpPr>
          <p:spPr>
            <a:xfrm>
              <a:off x="2102955" y="2531228"/>
              <a:ext cx="38615" cy="43235"/>
            </a:xfrm>
            <a:custGeom>
              <a:avLst/>
              <a:gdLst/>
              <a:ahLst/>
              <a:cxnLst/>
              <a:rect l="l" t="t" r="r" b="b"/>
              <a:pathLst>
                <a:path w="769" h="861" extrusionOk="0">
                  <a:moveTo>
                    <a:pt x="337" y="0"/>
                  </a:moveTo>
                  <a:cubicBezTo>
                    <a:pt x="154" y="30"/>
                    <a:pt x="0" y="242"/>
                    <a:pt x="37" y="491"/>
                  </a:cubicBezTo>
                  <a:cubicBezTo>
                    <a:pt x="64" y="713"/>
                    <a:pt x="220" y="861"/>
                    <a:pt x="410" y="861"/>
                  </a:cubicBezTo>
                  <a:cubicBezTo>
                    <a:pt x="427" y="861"/>
                    <a:pt x="444" y="859"/>
                    <a:pt x="461" y="857"/>
                  </a:cubicBezTo>
                  <a:cubicBezTo>
                    <a:pt x="644" y="820"/>
                    <a:pt x="769" y="608"/>
                    <a:pt x="732" y="396"/>
                  </a:cubicBezTo>
                  <a:cubicBezTo>
                    <a:pt x="703" y="154"/>
                    <a:pt x="520" y="0"/>
                    <a:pt x="337"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4" name="Google Shape;1534;p50">
              <a:extLst>
                <a:ext uri="{FF2B5EF4-FFF2-40B4-BE49-F238E27FC236}">
                  <a16:creationId xmlns:a16="http://schemas.microsoft.com/office/drawing/2014/main" id="{DD4145E6-DDBC-3004-F878-03E292659A91}"/>
                </a:ext>
              </a:extLst>
            </p:cNvPr>
            <p:cNvSpPr/>
            <p:nvPr/>
          </p:nvSpPr>
          <p:spPr>
            <a:xfrm>
              <a:off x="2290103" y="2506422"/>
              <a:ext cx="38264" cy="43386"/>
            </a:xfrm>
            <a:custGeom>
              <a:avLst/>
              <a:gdLst/>
              <a:ahLst/>
              <a:cxnLst/>
              <a:rect l="l" t="t" r="r" b="b"/>
              <a:pathLst>
                <a:path w="762" h="864" extrusionOk="0">
                  <a:moveTo>
                    <a:pt x="376" y="1"/>
                  </a:moveTo>
                  <a:cubicBezTo>
                    <a:pt x="363" y="1"/>
                    <a:pt x="350" y="2"/>
                    <a:pt x="337" y="4"/>
                  </a:cubicBezTo>
                  <a:cubicBezTo>
                    <a:pt x="117" y="33"/>
                    <a:pt x="0" y="253"/>
                    <a:pt x="29" y="465"/>
                  </a:cubicBezTo>
                  <a:cubicBezTo>
                    <a:pt x="57" y="690"/>
                    <a:pt x="217" y="863"/>
                    <a:pt x="386" y="863"/>
                  </a:cubicBezTo>
                  <a:cubicBezTo>
                    <a:pt x="399" y="863"/>
                    <a:pt x="412" y="862"/>
                    <a:pt x="425" y="860"/>
                  </a:cubicBezTo>
                  <a:cubicBezTo>
                    <a:pt x="637" y="831"/>
                    <a:pt x="762" y="619"/>
                    <a:pt x="732" y="370"/>
                  </a:cubicBezTo>
                  <a:cubicBezTo>
                    <a:pt x="705" y="173"/>
                    <a:pt x="545" y="1"/>
                    <a:pt x="376"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5" name="Google Shape;1535;p50">
              <a:extLst>
                <a:ext uri="{FF2B5EF4-FFF2-40B4-BE49-F238E27FC236}">
                  <a16:creationId xmlns:a16="http://schemas.microsoft.com/office/drawing/2014/main" id="{E46BDFCA-BB45-2500-1460-308B1921623A}"/>
                </a:ext>
              </a:extLst>
            </p:cNvPr>
            <p:cNvSpPr/>
            <p:nvPr/>
          </p:nvSpPr>
          <p:spPr>
            <a:xfrm>
              <a:off x="2262485" y="2415937"/>
              <a:ext cx="99727" cy="47754"/>
            </a:xfrm>
            <a:custGeom>
              <a:avLst/>
              <a:gdLst/>
              <a:ahLst/>
              <a:cxnLst/>
              <a:rect l="l" t="t" r="r" b="b"/>
              <a:pathLst>
                <a:path w="1986" h="951" extrusionOk="0">
                  <a:moveTo>
                    <a:pt x="485" y="1"/>
                  </a:moveTo>
                  <a:cubicBezTo>
                    <a:pt x="252" y="1"/>
                    <a:pt x="145" y="95"/>
                    <a:pt x="89" y="224"/>
                  </a:cubicBezTo>
                  <a:cubicBezTo>
                    <a:pt x="1" y="407"/>
                    <a:pt x="213" y="649"/>
                    <a:pt x="638" y="803"/>
                  </a:cubicBezTo>
                  <a:cubicBezTo>
                    <a:pt x="908" y="897"/>
                    <a:pt x="1128" y="951"/>
                    <a:pt x="1303" y="951"/>
                  </a:cubicBezTo>
                  <a:cubicBezTo>
                    <a:pt x="1466" y="951"/>
                    <a:pt x="1590" y="905"/>
                    <a:pt x="1678" y="803"/>
                  </a:cubicBezTo>
                  <a:cubicBezTo>
                    <a:pt x="1678" y="803"/>
                    <a:pt x="1985" y="466"/>
                    <a:pt x="1187" y="158"/>
                  </a:cubicBezTo>
                  <a:cubicBezTo>
                    <a:pt x="874" y="47"/>
                    <a:pt x="649" y="1"/>
                    <a:pt x="485"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6" name="Google Shape;1536;p50">
              <a:extLst>
                <a:ext uri="{FF2B5EF4-FFF2-40B4-BE49-F238E27FC236}">
                  <a16:creationId xmlns:a16="http://schemas.microsoft.com/office/drawing/2014/main" id="{6713C6B3-F61F-4F1B-5B9F-AD84D13F7F62}"/>
                </a:ext>
              </a:extLst>
            </p:cNvPr>
            <p:cNvSpPr/>
            <p:nvPr/>
          </p:nvSpPr>
          <p:spPr>
            <a:xfrm>
              <a:off x="2187515" y="2452894"/>
              <a:ext cx="77984" cy="128751"/>
            </a:xfrm>
            <a:custGeom>
              <a:avLst/>
              <a:gdLst/>
              <a:ahLst/>
              <a:cxnLst/>
              <a:rect l="l" t="t" r="r" b="b"/>
              <a:pathLst>
                <a:path w="1553" h="2564" extrusionOk="0">
                  <a:moveTo>
                    <a:pt x="29" y="1"/>
                  </a:moveTo>
                  <a:cubicBezTo>
                    <a:pt x="0" y="1"/>
                    <a:pt x="0" y="37"/>
                    <a:pt x="0" y="67"/>
                  </a:cubicBezTo>
                  <a:lnTo>
                    <a:pt x="0" y="220"/>
                  </a:lnTo>
                  <a:cubicBezTo>
                    <a:pt x="0" y="616"/>
                    <a:pt x="29" y="1407"/>
                    <a:pt x="213" y="1590"/>
                  </a:cubicBezTo>
                  <a:cubicBezTo>
                    <a:pt x="256" y="1652"/>
                    <a:pt x="332" y="1705"/>
                    <a:pt x="446" y="1705"/>
                  </a:cubicBezTo>
                  <a:cubicBezTo>
                    <a:pt x="560" y="1705"/>
                    <a:pt x="714" y="1652"/>
                    <a:pt x="915" y="1502"/>
                  </a:cubicBezTo>
                  <a:lnTo>
                    <a:pt x="945" y="1502"/>
                  </a:lnTo>
                  <a:cubicBezTo>
                    <a:pt x="994" y="1448"/>
                    <a:pt x="1055" y="1425"/>
                    <a:pt x="1109" y="1425"/>
                  </a:cubicBezTo>
                  <a:cubicBezTo>
                    <a:pt x="1151" y="1425"/>
                    <a:pt x="1190" y="1439"/>
                    <a:pt x="1216" y="1465"/>
                  </a:cubicBezTo>
                  <a:cubicBezTo>
                    <a:pt x="1369" y="1560"/>
                    <a:pt x="1428" y="1831"/>
                    <a:pt x="1369" y="2051"/>
                  </a:cubicBezTo>
                  <a:cubicBezTo>
                    <a:pt x="1282" y="2293"/>
                    <a:pt x="1033" y="2476"/>
                    <a:pt x="1033" y="2476"/>
                  </a:cubicBezTo>
                  <a:cubicBezTo>
                    <a:pt x="1003" y="2476"/>
                    <a:pt x="1003" y="2505"/>
                    <a:pt x="1003" y="2534"/>
                  </a:cubicBezTo>
                  <a:cubicBezTo>
                    <a:pt x="1003" y="2563"/>
                    <a:pt x="1033" y="2563"/>
                    <a:pt x="1033" y="2563"/>
                  </a:cubicBezTo>
                  <a:lnTo>
                    <a:pt x="1062" y="2563"/>
                  </a:lnTo>
                  <a:cubicBezTo>
                    <a:pt x="1099" y="2534"/>
                    <a:pt x="1369" y="2380"/>
                    <a:pt x="1465" y="2080"/>
                  </a:cubicBezTo>
                  <a:cubicBezTo>
                    <a:pt x="1553" y="1831"/>
                    <a:pt x="1465" y="1531"/>
                    <a:pt x="1282" y="1377"/>
                  </a:cubicBezTo>
                  <a:cubicBezTo>
                    <a:pt x="1230" y="1338"/>
                    <a:pt x="1179" y="1321"/>
                    <a:pt x="1125" y="1321"/>
                  </a:cubicBezTo>
                  <a:cubicBezTo>
                    <a:pt x="1049" y="1321"/>
                    <a:pt x="969" y="1355"/>
                    <a:pt x="879" y="1407"/>
                  </a:cubicBezTo>
                  <a:lnTo>
                    <a:pt x="850" y="1407"/>
                  </a:lnTo>
                  <a:cubicBezTo>
                    <a:pt x="680" y="1540"/>
                    <a:pt x="544" y="1615"/>
                    <a:pt x="436" y="1615"/>
                  </a:cubicBezTo>
                  <a:cubicBezTo>
                    <a:pt x="372" y="1615"/>
                    <a:pt x="318" y="1588"/>
                    <a:pt x="271" y="1531"/>
                  </a:cubicBezTo>
                  <a:cubicBezTo>
                    <a:pt x="147" y="1377"/>
                    <a:pt x="117" y="887"/>
                    <a:pt x="117" y="403"/>
                  </a:cubicBezTo>
                  <a:cubicBezTo>
                    <a:pt x="88" y="279"/>
                    <a:pt x="88" y="154"/>
                    <a:pt x="88" y="37"/>
                  </a:cubicBezTo>
                  <a:cubicBezTo>
                    <a:pt x="88" y="37"/>
                    <a:pt x="59" y="1"/>
                    <a:pt x="29" y="1"/>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7" name="Google Shape;1537;p50">
              <a:extLst>
                <a:ext uri="{FF2B5EF4-FFF2-40B4-BE49-F238E27FC236}">
                  <a16:creationId xmlns:a16="http://schemas.microsoft.com/office/drawing/2014/main" id="{07C51E29-A9FF-BC8B-37EE-0CCA6BC14A45}"/>
                </a:ext>
              </a:extLst>
            </p:cNvPr>
            <p:cNvSpPr/>
            <p:nvPr/>
          </p:nvSpPr>
          <p:spPr>
            <a:xfrm>
              <a:off x="1965067" y="2486739"/>
              <a:ext cx="89031" cy="251175"/>
            </a:xfrm>
            <a:custGeom>
              <a:avLst/>
              <a:gdLst/>
              <a:ahLst/>
              <a:cxnLst/>
              <a:rect l="l" t="t" r="r" b="b"/>
              <a:pathLst>
                <a:path w="1773" h="5002" extrusionOk="0">
                  <a:moveTo>
                    <a:pt x="1011" y="0"/>
                  </a:moveTo>
                  <a:lnTo>
                    <a:pt x="0" y="462"/>
                  </a:lnTo>
                  <a:cubicBezTo>
                    <a:pt x="0" y="462"/>
                    <a:pt x="886" y="1069"/>
                    <a:pt x="798" y="1648"/>
                  </a:cubicBezTo>
                  <a:cubicBezTo>
                    <a:pt x="703" y="2226"/>
                    <a:pt x="491" y="3207"/>
                    <a:pt x="1069" y="3720"/>
                  </a:cubicBezTo>
                  <a:cubicBezTo>
                    <a:pt x="1648" y="4269"/>
                    <a:pt x="1465" y="5001"/>
                    <a:pt x="1465" y="5001"/>
                  </a:cubicBezTo>
                  <a:cubicBezTo>
                    <a:pt x="1772" y="4181"/>
                    <a:pt x="1531" y="3720"/>
                    <a:pt x="1318" y="3237"/>
                  </a:cubicBezTo>
                  <a:cubicBezTo>
                    <a:pt x="1098" y="2746"/>
                    <a:pt x="1377" y="2321"/>
                    <a:pt x="1377" y="1311"/>
                  </a:cubicBezTo>
                  <a:cubicBezTo>
                    <a:pt x="1377" y="337"/>
                    <a:pt x="1011" y="0"/>
                    <a:pt x="1011" y="0"/>
                  </a:cubicBez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8" name="Google Shape;1538;p50">
              <a:extLst>
                <a:ext uri="{FF2B5EF4-FFF2-40B4-BE49-F238E27FC236}">
                  <a16:creationId xmlns:a16="http://schemas.microsoft.com/office/drawing/2014/main" id="{A45E0378-1890-A0C7-0036-E820184C5E75}"/>
                </a:ext>
              </a:extLst>
            </p:cNvPr>
            <p:cNvSpPr/>
            <p:nvPr/>
          </p:nvSpPr>
          <p:spPr>
            <a:xfrm>
              <a:off x="2384957" y="2456208"/>
              <a:ext cx="82754" cy="248263"/>
            </a:xfrm>
            <a:custGeom>
              <a:avLst/>
              <a:gdLst/>
              <a:ahLst/>
              <a:cxnLst/>
              <a:rect l="l" t="t" r="r" b="b"/>
              <a:pathLst>
                <a:path w="1648" h="4944" extrusionOk="0">
                  <a:moveTo>
                    <a:pt x="279" y="1"/>
                  </a:moveTo>
                  <a:cubicBezTo>
                    <a:pt x="279" y="1"/>
                    <a:pt x="0" y="425"/>
                    <a:pt x="279" y="1370"/>
                  </a:cubicBezTo>
                  <a:cubicBezTo>
                    <a:pt x="520" y="2314"/>
                    <a:pt x="916" y="2681"/>
                    <a:pt x="857" y="3200"/>
                  </a:cubicBezTo>
                  <a:cubicBezTo>
                    <a:pt x="762" y="3720"/>
                    <a:pt x="645" y="4211"/>
                    <a:pt x="1157" y="4943"/>
                  </a:cubicBezTo>
                  <a:cubicBezTo>
                    <a:pt x="1157" y="4943"/>
                    <a:pt x="791" y="4269"/>
                    <a:pt x="1223" y="3596"/>
                  </a:cubicBezTo>
                  <a:cubicBezTo>
                    <a:pt x="1648" y="2929"/>
                    <a:pt x="1157" y="2043"/>
                    <a:pt x="916" y="1524"/>
                  </a:cubicBezTo>
                  <a:cubicBezTo>
                    <a:pt x="703" y="974"/>
                    <a:pt x="1377" y="154"/>
                    <a:pt x="1377" y="154"/>
                  </a:cubicBezTo>
                  <a:lnTo>
                    <a:pt x="279" y="1"/>
                  </a:lnTo>
                  <a:close/>
                </a:path>
              </a:pathLst>
            </a:custGeom>
            <a:solidFill>
              <a:srgbClr val="0001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09" name="Google Shape;1539;p50">
              <a:extLst>
                <a:ext uri="{FF2B5EF4-FFF2-40B4-BE49-F238E27FC236}">
                  <a16:creationId xmlns:a16="http://schemas.microsoft.com/office/drawing/2014/main" id="{F6B84778-5278-19A9-4C9F-40D465A43120}"/>
                </a:ext>
              </a:extLst>
            </p:cNvPr>
            <p:cNvSpPr/>
            <p:nvPr/>
          </p:nvSpPr>
          <p:spPr>
            <a:xfrm>
              <a:off x="2613281" y="2920589"/>
              <a:ext cx="113034" cy="112180"/>
            </a:xfrm>
            <a:custGeom>
              <a:avLst/>
              <a:gdLst/>
              <a:ahLst/>
              <a:cxnLst/>
              <a:rect l="l" t="t" r="r" b="b"/>
              <a:pathLst>
                <a:path w="2251" h="2234" extrusionOk="0">
                  <a:moveTo>
                    <a:pt x="1509" y="0"/>
                  </a:moveTo>
                  <a:cubicBezTo>
                    <a:pt x="1483" y="0"/>
                    <a:pt x="1459" y="7"/>
                    <a:pt x="1436" y="23"/>
                  </a:cubicBezTo>
                  <a:cubicBezTo>
                    <a:pt x="1170" y="170"/>
                    <a:pt x="1659" y="1125"/>
                    <a:pt x="1703" y="1210"/>
                  </a:cubicBezTo>
                  <a:lnTo>
                    <a:pt x="1703" y="1210"/>
                  </a:lnTo>
                  <a:cubicBezTo>
                    <a:pt x="1659" y="1125"/>
                    <a:pt x="1153" y="168"/>
                    <a:pt x="965" y="168"/>
                  </a:cubicBezTo>
                  <a:cubicBezTo>
                    <a:pt x="945" y="168"/>
                    <a:pt x="928" y="180"/>
                    <a:pt x="916" y="206"/>
                  </a:cubicBezTo>
                  <a:cubicBezTo>
                    <a:pt x="791" y="484"/>
                    <a:pt x="1311" y="1458"/>
                    <a:pt x="1311" y="1458"/>
                  </a:cubicBezTo>
                  <a:cubicBezTo>
                    <a:pt x="1311" y="1458"/>
                    <a:pt x="852" y="644"/>
                    <a:pt x="539" y="644"/>
                  </a:cubicBezTo>
                  <a:cubicBezTo>
                    <a:pt x="509" y="644"/>
                    <a:pt x="481" y="651"/>
                    <a:pt x="455" y="667"/>
                  </a:cubicBezTo>
                  <a:cubicBezTo>
                    <a:pt x="180" y="834"/>
                    <a:pt x="713" y="1588"/>
                    <a:pt x="807" y="1717"/>
                  </a:cubicBezTo>
                  <a:lnTo>
                    <a:pt x="807" y="1717"/>
                  </a:lnTo>
                  <a:cubicBezTo>
                    <a:pt x="733" y="1619"/>
                    <a:pt x="386" y="1169"/>
                    <a:pt x="182" y="1169"/>
                  </a:cubicBezTo>
                  <a:cubicBezTo>
                    <a:pt x="145" y="1169"/>
                    <a:pt x="113" y="1183"/>
                    <a:pt x="88" y="1216"/>
                  </a:cubicBezTo>
                  <a:cubicBezTo>
                    <a:pt x="1" y="1370"/>
                    <a:pt x="271" y="1795"/>
                    <a:pt x="491" y="2036"/>
                  </a:cubicBezTo>
                  <a:cubicBezTo>
                    <a:pt x="592" y="2163"/>
                    <a:pt x="743" y="2233"/>
                    <a:pt x="896" y="2233"/>
                  </a:cubicBezTo>
                  <a:cubicBezTo>
                    <a:pt x="964" y="2233"/>
                    <a:pt x="1033" y="2219"/>
                    <a:pt x="1099" y="2190"/>
                  </a:cubicBezTo>
                  <a:cubicBezTo>
                    <a:pt x="1282" y="2102"/>
                    <a:pt x="1436" y="1978"/>
                    <a:pt x="1436" y="1978"/>
                  </a:cubicBezTo>
                  <a:cubicBezTo>
                    <a:pt x="1406" y="1948"/>
                    <a:pt x="2102" y="1487"/>
                    <a:pt x="2197" y="1158"/>
                  </a:cubicBezTo>
                  <a:cubicBezTo>
                    <a:pt x="2251" y="849"/>
                    <a:pt x="1795" y="0"/>
                    <a:pt x="1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10" name="Google Shape;1540;p50">
              <a:extLst>
                <a:ext uri="{FF2B5EF4-FFF2-40B4-BE49-F238E27FC236}">
                  <a16:creationId xmlns:a16="http://schemas.microsoft.com/office/drawing/2014/main" id="{C4568593-4840-F094-23D9-A4DEE53FB236}"/>
                </a:ext>
              </a:extLst>
            </p:cNvPr>
            <p:cNvSpPr/>
            <p:nvPr/>
          </p:nvSpPr>
          <p:spPr>
            <a:xfrm>
              <a:off x="2607055" y="2917275"/>
              <a:ext cx="122826" cy="119562"/>
            </a:xfrm>
            <a:custGeom>
              <a:avLst/>
              <a:gdLst/>
              <a:ahLst/>
              <a:cxnLst/>
              <a:rect l="l" t="t" r="r" b="b"/>
              <a:pathLst>
                <a:path w="2446" h="2381" extrusionOk="0">
                  <a:moveTo>
                    <a:pt x="1622" y="142"/>
                  </a:moveTo>
                  <a:cubicBezTo>
                    <a:pt x="1653" y="142"/>
                    <a:pt x="1696" y="163"/>
                    <a:pt x="1743" y="184"/>
                  </a:cubicBezTo>
                  <a:cubicBezTo>
                    <a:pt x="1984" y="367"/>
                    <a:pt x="2292" y="975"/>
                    <a:pt x="2263" y="1187"/>
                  </a:cubicBezTo>
                  <a:cubicBezTo>
                    <a:pt x="2197" y="1436"/>
                    <a:pt x="1801" y="1736"/>
                    <a:pt x="1618" y="1890"/>
                  </a:cubicBezTo>
                  <a:cubicBezTo>
                    <a:pt x="1530" y="1956"/>
                    <a:pt x="1494" y="1985"/>
                    <a:pt x="1494" y="2014"/>
                  </a:cubicBezTo>
                  <a:cubicBezTo>
                    <a:pt x="1465" y="2044"/>
                    <a:pt x="1347" y="2102"/>
                    <a:pt x="1194" y="2197"/>
                  </a:cubicBezTo>
                  <a:cubicBezTo>
                    <a:pt x="1135" y="2225"/>
                    <a:pt x="1074" y="2239"/>
                    <a:pt x="1014" y="2239"/>
                  </a:cubicBezTo>
                  <a:cubicBezTo>
                    <a:pt x="885" y="2239"/>
                    <a:pt x="759" y="2178"/>
                    <a:pt x="674" y="2073"/>
                  </a:cubicBezTo>
                  <a:cubicBezTo>
                    <a:pt x="308" y="1619"/>
                    <a:pt x="249" y="1370"/>
                    <a:pt x="278" y="1311"/>
                  </a:cubicBezTo>
                  <a:lnTo>
                    <a:pt x="308" y="1311"/>
                  </a:lnTo>
                  <a:cubicBezTo>
                    <a:pt x="432" y="1311"/>
                    <a:pt x="703" y="1590"/>
                    <a:pt x="857" y="1831"/>
                  </a:cubicBezTo>
                  <a:cubicBezTo>
                    <a:pt x="886" y="1831"/>
                    <a:pt x="886" y="1831"/>
                    <a:pt x="886" y="1861"/>
                  </a:cubicBezTo>
                  <a:cubicBezTo>
                    <a:pt x="901" y="1875"/>
                    <a:pt x="915" y="1883"/>
                    <a:pt x="931" y="1883"/>
                  </a:cubicBezTo>
                  <a:cubicBezTo>
                    <a:pt x="946" y="1883"/>
                    <a:pt x="963" y="1875"/>
                    <a:pt x="981" y="1861"/>
                  </a:cubicBezTo>
                  <a:cubicBezTo>
                    <a:pt x="1011" y="1831"/>
                    <a:pt x="1011" y="1802"/>
                    <a:pt x="1011" y="1773"/>
                  </a:cubicBezTo>
                  <a:cubicBezTo>
                    <a:pt x="981" y="1773"/>
                    <a:pt x="981" y="1736"/>
                    <a:pt x="981" y="1736"/>
                  </a:cubicBezTo>
                  <a:cubicBezTo>
                    <a:pt x="827" y="1524"/>
                    <a:pt x="520" y="1041"/>
                    <a:pt x="579" y="858"/>
                  </a:cubicBezTo>
                  <a:cubicBezTo>
                    <a:pt x="579" y="821"/>
                    <a:pt x="579" y="792"/>
                    <a:pt x="615" y="792"/>
                  </a:cubicBezTo>
                  <a:cubicBezTo>
                    <a:pt x="627" y="784"/>
                    <a:pt x="641" y="781"/>
                    <a:pt x="655" y="781"/>
                  </a:cubicBezTo>
                  <a:cubicBezTo>
                    <a:pt x="825" y="781"/>
                    <a:pt x="1181" y="1217"/>
                    <a:pt x="1377" y="1553"/>
                  </a:cubicBezTo>
                  <a:cubicBezTo>
                    <a:pt x="1377" y="1590"/>
                    <a:pt x="1435" y="1590"/>
                    <a:pt x="1465" y="1590"/>
                  </a:cubicBezTo>
                  <a:cubicBezTo>
                    <a:pt x="1494" y="1553"/>
                    <a:pt x="1494" y="1524"/>
                    <a:pt x="1494" y="1495"/>
                  </a:cubicBezTo>
                  <a:cubicBezTo>
                    <a:pt x="1281" y="1128"/>
                    <a:pt x="1011" y="491"/>
                    <a:pt x="1098" y="308"/>
                  </a:cubicBezTo>
                  <a:lnTo>
                    <a:pt x="1098" y="308"/>
                  </a:lnTo>
                  <a:cubicBezTo>
                    <a:pt x="1194" y="338"/>
                    <a:pt x="1465" y="704"/>
                    <a:pt x="1714" y="1187"/>
                  </a:cubicBezTo>
                  <a:cubicBezTo>
                    <a:pt x="1743" y="1253"/>
                    <a:pt x="1772" y="1282"/>
                    <a:pt x="1772" y="1311"/>
                  </a:cubicBezTo>
                  <a:cubicBezTo>
                    <a:pt x="1801" y="1341"/>
                    <a:pt x="1831" y="1341"/>
                    <a:pt x="1860" y="1341"/>
                  </a:cubicBezTo>
                  <a:cubicBezTo>
                    <a:pt x="1897" y="1311"/>
                    <a:pt x="1926" y="1282"/>
                    <a:pt x="1897" y="1253"/>
                  </a:cubicBezTo>
                  <a:cubicBezTo>
                    <a:pt x="1897" y="1224"/>
                    <a:pt x="1860" y="1158"/>
                    <a:pt x="1831" y="1128"/>
                  </a:cubicBezTo>
                  <a:cubicBezTo>
                    <a:pt x="1648" y="733"/>
                    <a:pt x="1465" y="213"/>
                    <a:pt x="1589" y="155"/>
                  </a:cubicBezTo>
                  <a:cubicBezTo>
                    <a:pt x="1598" y="146"/>
                    <a:pt x="1609" y="142"/>
                    <a:pt x="1622" y="142"/>
                  </a:cubicBezTo>
                  <a:close/>
                  <a:moveTo>
                    <a:pt x="1645" y="1"/>
                  </a:moveTo>
                  <a:cubicBezTo>
                    <a:pt x="1596" y="1"/>
                    <a:pt x="1560" y="15"/>
                    <a:pt x="1530" y="30"/>
                  </a:cubicBezTo>
                  <a:cubicBezTo>
                    <a:pt x="1406" y="89"/>
                    <a:pt x="1406" y="272"/>
                    <a:pt x="1435" y="455"/>
                  </a:cubicBezTo>
                  <a:cubicBezTo>
                    <a:pt x="1311" y="272"/>
                    <a:pt x="1164" y="155"/>
                    <a:pt x="1098" y="155"/>
                  </a:cubicBezTo>
                  <a:cubicBezTo>
                    <a:pt x="1069" y="155"/>
                    <a:pt x="1011" y="184"/>
                    <a:pt x="981" y="242"/>
                  </a:cubicBezTo>
                  <a:cubicBezTo>
                    <a:pt x="915" y="367"/>
                    <a:pt x="981" y="638"/>
                    <a:pt x="1069" y="916"/>
                  </a:cubicBezTo>
                  <a:cubicBezTo>
                    <a:pt x="925" y="772"/>
                    <a:pt x="780" y="645"/>
                    <a:pt x="650" y="645"/>
                  </a:cubicBezTo>
                  <a:cubicBezTo>
                    <a:pt x="615" y="645"/>
                    <a:pt x="582" y="654"/>
                    <a:pt x="549" y="674"/>
                  </a:cubicBezTo>
                  <a:cubicBezTo>
                    <a:pt x="491" y="704"/>
                    <a:pt x="461" y="762"/>
                    <a:pt x="432" y="821"/>
                  </a:cubicBezTo>
                  <a:cubicBezTo>
                    <a:pt x="395" y="945"/>
                    <a:pt x="461" y="1099"/>
                    <a:pt x="520" y="1253"/>
                  </a:cubicBezTo>
                  <a:cubicBezTo>
                    <a:pt x="461" y="1187"/>
                    <a:pt x="366" y="1158"/>
                    <a:pt x="308" y="1158"/>
                  </a:cubicBezTo>
                  <a:cubicBezTo>
                    <a:pt x="249" y="1158"/>
                    <a:pt x="212" y="1187"/>
                    <a:pt x="183" y="1253"/>
                  </a:cubicBezTo>
                  <a:cubicBezTo>
                    <a:pt x="125" y="1282"/>
                    <a:pt x="0" y="1465"/>
                    <a:pt x="549" y="2168"/>
                  </a:cubicBezTo>
                  <a:cubicBezTo>
                    <a:pt x="674" y="2285"/>
                    <a:pt x="827" y="2381"/>
                    <a:pt x="1011" y="2381"/>
                  </a:cubicBezTo>
                  <a:cubicBezTo>
                    <a:pt x="1098" y="2381"/>
                    <a:pt x="1194" y="2351"/>
                    <a:pt x="1252" y="2322"/>
                  </a:cubicBezTo>
                  <a:cubicBezTo>
                    <a:pt x="1494" y="2197"/>
                    <a:pt x="1589" y="2102"/>
                    <a:pt x="1618" y="2073"/>
                  </a:cubicBezTo>
                  <a:cubicBezTo>
                    <a:pt x="1618" y="2073"/>
                    <a:pt x="1677" y="2014"/>
                    <a:pt x="1714" y="1985"/>
                  </a:cubicBezTo>
                  <a:cubicBezTo>
                    <a:pt x="1926" y="1831"/>
                    <a:pt x="2321" y="1495"/>
                    <a:pt x="2380" y="1224"/>
                  </a:cubicBezTo>
                  <a:cubicBezTo>
                    <a:pt x="2446" y="945"/>
                    <a:pt x="2109" y="272"/>
                    <a:pt x="1831" y="59"/>
                  </a:cubicBezTo>
                  <a:cubicBezTo>
                    <a:pt x="1754" y="15"/>
                    <a:pt x="1693" y="1"/>
                    <a:pt x="164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6" name="AutoShape 6" descr="到这里,我们的准备工作都做好了!接下来就是见证奇迹的时刻">
            <a:extLst>
              <a:ext uri="{FF2B5EF4-FFF2-40B4-BE49-F238E27FC236}">
                <a16:creationId xmlns:a16="http://schemas.microsoft.com/office/drawing/2014/main" id="{A3099474-E106-DB19-4F7B-1A19ED56BB2C}"/>
              </a:ext>
            </a:extLst>
          </p:cNvPr>
          <p:cNvSpPr>
            <a:spLocks noChangeAspect="1" noChangeArrowheads="1"/>
          </p:cNvSpPr>
          <p:nvPr/>
        </p:nvSpPr>
        <p:spPr bwMode="auto">
          <a:xfrm>
            <a:off x="5631180" y="5578999"/>
            <a:ext cx="2478911" cy="26643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6658971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24">
          <a:extLst>
            <a:ext uri="{FF2B5EF4-FFF2-40B4-BE49-F238E27FC236}">
              <a16:creationId xmlns:a16="http://schemas.microsoft.com/office/drawing/2014/main" id="{64AE9BF0-9EF9-BA64-3D71-56D52DA9FCC2}"/>
            </a:ext>
          </a:extLst>
        </p:cNvPr>
        <p:cNvGrpSpPr/>
        <p:nvPr/>
      </p:nvGrpSpPr>
      <p:grpSpPr>
        <a:xfrm>
          <a:off x="0" y="0"/>
          <a:ext cx="0" cy="0"/>
          <a:chOff x="0" y="0"/>
          <a:chExt cx="0" cy="0"/>
        </a:xfrm>
      </p:grpSpPr>
      <p:grpSp>
        <p:nvGrpSpPr>
          <p:cNvPr id="1125" name="Google Shape;1125;p47">
            <a:extLst>
              <a:ext uri="{FF2B5EF4-FFF2-40B4-BE49-F238E27FC236}">
                <a16:creationId xmlns:a16="http://schemas.microsoft.com/office/drawing/2014/main" id="{2FD6D042-16E0-E1F7-3274-0677FD4E3795}"/>
              </a:ext>
            </a:extLst>
          </p:cNvPr>
          <p:cNvGrpSpPr/>
          <p:nvPr/>
        </p:nvGrpSpPr>
        <p:grpSpPr>
          <a:xfrm>
            <a:off x="4653088" y="2978750"/>
            <a:ext cx="852463" cy="855600"/>
            <a:chOff x="4653088" y="2978750"/>
            <a:chExt cx="852463" cy="855600"/>
          </a:xfrm>
        </p:grpSpPr>
        <p:pic>
          <p:nvPicPr>
            <p:cNvPr id="1126" name="Google Shape;1126;p47">
              <a:extLst>
                <a:ext uri="{FF2B5EF4-FFF2-40B4-BE49-F238E27FC236}">
                  <a16:creationId xmlns:a16="http://schemas.microsoft.com/office/drawing/2014/main" id="{2C9B7617-2C01-C5FD-6BD7-4B701D8FFE6B}"/>
                </a:ext>
              </a:extLst>
            </p:cNvPr>
            <p:cNvPicPr preferRelativeResize="0"/>
            <p:nvPr/>
          </p:nvPicPr>
          <p:blipFill>
            <a:blip r:embed="rId3"/>
            <a:srcRect l="11177" t="11177" r="9211" b="9211"/>
            <a:stretch>
              <a:fillRect/>
            </a:stretch>
          </p:blipFill>
          <p:spPr>
            <a:xfrm>
              <a:off x="4713550" y="3042350"/>
              <a:ext cx="792000" cy="792000"/>
            </a:xfrm>
            <a:prstGeom prst="roundRect">
              <a:avLst>
                <a:gd name="adj" fmla="val 11783"/>
              </a:avLst>
            </a:prstGeom>
            <a:noFill/>
            <a:ln>
              <a:noFill/>
            </a:ln>
          </p:spPr>
        </p:pic>
        <p:grpSp>
          <p:nvGrpSpPr>
            <p:cNvPr id="1127" name="Google Shape;1127;p47">
              <a:extLst>
                <a:ext uri="{FF2B5EF4-FFF2-40B4-BE49-F238E27FC236}">
                  <a16:creationId xmlns:a16="http://schemas.microsoft.com/office/drawing/2014/main" id="{6328DC51-6C19-E6F7-8D9D-7E46AE9DED51}"/>
                </a:ext>
              </a:extLst>
            </p:cNvPr>
            <p:cNvGrpSpPr/>
            <p:nvPr/>
          </p:nvGrpSpPr>
          <p:grpSpPr>
            <a:xfrm>
              <a:off x="4653088" y="2978750"/>
              <a:ext cx="792000" cy="792000"/>
              <a:chOff x="725175" y="1305950"/>
              <a:chExt cx="792000" cy="792000"/>
            </a:xfrm>
          </p:grpSpPr>
          <p:sp>
            <p:nvSpPr>
              <p:cNvPr id="1128" name="Google Shape;1128;p47">
                <a:extLst>
                  <a:ext uri="{FF2B5EF4-FFF2-40B4-BE49-F238E27FC236}">
                    <a16:creationId xmlns:a16="http://schemas.microsoft.com/office/drawing/2014/main" id="{0FA993F6-49B6-DB4A-C742-4A1D057EF60E}"/>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29" name="Google Shape;1129;p47">
                <a:extLst>
                  <a:ext uri="{FF2B5EF4-FFF2-40B4-BE49-F238E27FC236}">
                    <a16:creationId xmlns:a16="http://schemas.microsoft.com/office/drawing/2014/main" id="{B7758169-A4CE-0113-C1EC-DB16A0402AD4}"/>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0" name="Google Shape;1130;p47">
                <a:extLst>
                  <a:ext uri="{FF2B5EF4-FFF2-40B4-BE49-F238E27FC236}">
                    <a16:creationId xmlns:a16="http://schemas.microsoft.com/office/drawing/2014/main" id="{20B5250A-C77C-B9B2-707C-04FA43F2B613}"/>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1" name="Google Shape;1131;p47">
            <a:extLst>
              <a:ext uri="{FF2B5EF4-FFF2-40B4-BE49-F238E27FC236}">
                <a16:creationId xmlns:a16="http://schemas.microsoft.com/office/drawing/2014/main" id="{5DA3F243-362C-D7A0-3CE3-69E0B91A0E23}"/>
              </a:ext>
            </a:extLst>
          </p:cNvPr>
          <p:cNvGrpSpPr/>
          <p:nvPr/>
        </p:nvGrpSpPr>
        <p:grpSpPr>
          <a:xfrm>
            <a:off x="1260788" y="2978750"/>
            <a:ext cx="852463" cy="855600"/>
            <a:chOff x="1260788" y="2978750"/>
            <a:chExt cx="852463" cy="855600"/>
          </a:xfrm>
        </p:grpSpPr>
        <p:pic>
          <p:nvPicPr>
            <p:cNvPr id="1132" name="Google Shape;1132;p47">
              <a:extLst>
                <a:ext uri="{FF2B5EF4-FFF2-40B4-BE49-F238E27FC236}">
                  <a16:creationId xmlns:a16="http://schemas.microsoft.com/office/drawing/2014/main" id="{4D200C97-CF86-8309-A943-2792F3A777EC}"/>
                </a:ext>
              </a:extLst>
            </p:cNvPr>
            <p:cNvPicPr preferRelativeResize="0"/>
            <p:nvPr/>
          </p:nvPicPr>
          <p:blipFill>
            <a:blip r:embed="rId3"/>
            <a:srcRect l="11177" t="11177" r="9211" b="9211"/>
            <a:stretch>
              <a:fillRect/>
            </a:stretch>
          </p:blipFill>
          <p:spPr>
            <a:xfrm>
              <a:off x="1321250" y="3042350"/>
              <a:ext cx="792000" cy="792000"/>
            </a:xfrm>
            <a:prstGeom prst="roundRect">
              <a:avLst>
                <a:gd name="adj" fmla="val 11783"/>
              </a:avLst>
            </a:prstGeom>
            <a:noFill/>
            <a:ln>
              <a:noFill/>
            </a:ln>
          </p:spPr>
        </p:pic>
        <p:grpSp>
          <p:nvGrpSpPr>
            <p:cNvPr id="1133" name="Google Shape;1133;p47">
              <a:extLst>
                <a:ext uri="{FF2B5EF4-FFF2-40B4-BE49-F238E27FC236}">
                  <a16:creationId xmlns:a16="http://schemas.microsoft.com/office/drawing/2014/main" id="{E6414517-FCEF-4C2E-8386-E9D84DECB8AB}"/>
                </a:ext>
              </a:extLst>
            </p:cNvPr>
            <p:cNvGrpSpPr/>
            <p:nvPr/>
          </p:nvGrpSpPr>
          <p:grpSpPr>
            <a:xfrm>
              <a:off x="1260788" y="2978750"/>
              <a:ext cx="792000" cy="792000"/>
              <a:chOff x="725175" y="1305950"/>
              <a:chExt cx="792000" cy="792000"/>
            </a:xfrm>
          </p:grpSpPr>
          <p:sp>
            <p:nvSpPr>
              <p:cNvPr id="1134" name="Google Shape;1134;p47">
                <a:extLst>
                  <a:ext uri="{FF2B5EF4-FFF2-40B4-BE49-F238E27FC236}">
                    <a16:creationId xmlns:a16="http://schemas.microsoft.com/office/drawing/2014/main" id="{FA59379E-67B2-A48C-ECCA-C2E308E0FA3E}"/>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35" name="Google Shape;1135;p47">
                <a:extLst>
                  <a:ext uri="{FF2B5EF4-FFF2-40B4-BE49-F238E27FC236}">
                    <a16:creationId xmlns:a16="http://schemas.microsoft.com/office/drawing/2014/main" id="{48237B3F-B855-9479-13A3-DA72E6DD1A75}"/>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36" name="Google Shape;1136;p47">
                <a:extLst>
                  <a:ext uri="{FF2B5EF4-FFF2-40B4-BE49-F238E27FC236}">
                    <a16:creationId xmlns:a16="http://schemas.microsoft.com/office/drawing/2014/main" id="{1C0A9FE0-1328-B4C6-0691-F0F59C5C0730}"/>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37" name="Google Shape;1137;p47">
            <a:extLst>
              <a:ext uri="{FF2B5EF4-FFF2-40B4-BE49-F238E27FC236}">
                <a16:creationId xmlns:a16="http://schemas.microsoft.com/office/drawing/2014/main" id="{7BA3E5C6-A40C-F096-7D30-F531537C1592}"/>
              </a:ext>
            </a:extLst>
          </p:cNvPr>
          <p:cNvGrpSpPr/>
          <p:nvPr/>
        </p:nvGrpSpPr>
        <p:grpSpPr>
          <a:xfrm>
            <a:off x="4653088" y="1749525"/>
            <a:ext cx="852463" cy="843325"/>
            <a:chOff x="4653088" y="1749525"/>
            <a:chExt cx="852463" cy="843325"/>
          </a:xfrm>
        </p:grpSpPr>
        <p:pic>
          <p:nvPicPr>
            <p:cNvPr id="1138" name="Google Shape;1138;p47">
              <a:extLst>
                <a:ext uri="{FF2B5EF4-FFF2-40B4-BE49-F238E27FC236}">
                  <a16:creationId xmlns:a16="http://schemas.microsoft.com/office/drawing/2014/main" id="{50C57C03-4F6D-9144-FA74-481063333C9C}"/>
                </a:ext>
              </a:extLst>
            </p:cNvPr>
            <p:cNvPicPr preferRelativeResize="0"/>
            <p:nvPr/>
          </p:nvPicPr>
          <p:blipFill>
            <a:blip r:embed="rId3"/>
            <a:srcRect l="11177" t="11177" r="9211" b="9211"/>
            <a:stretch>
              <a:fillRect/>
            </a:stretch>
          </p:blipFill>
          <p:spPr>
            <a:xfrm>
              <a:off x="4713550" y="1800850"/>
              <a:ext cx="792000" cy="792000"/>
            </a:xfrm>
            <a:prstGeom prst="roundRect">
              <a:avLst>
                <a:gd name="adj" fmla="val 11783"/>
              </a:avLst>
            </a:prstGeom>
            <a:noFill/>
            <a:ln>
              <a:noFill/>
            </a:ln>
          </p:spPr>
        </p:pic>
        <p:grpSp>
          <p:nvGrpSpPr>
            <p:cNvPr id="1139" name="Google Shape;1139;p47">
              <a:extLst>
                <a:ext uri="{FF2B5EF4-FFF2-40B4-BE49-F238E27FC236}">
                  <a16:creationId xmlns:a16="http://schemas.microsoft.com/office/drawing/2014/main" id="{23B34F71-1713-93DB-CCAD-CB2B0EEEE026}"/>
                </a:ext>
              </a:extLst>
            </p:cNvPr>
            <p:cNvGrpSpPr/>
            <p:nvPr/>
          </p:nvGrpSpPr>
          <p:grpSpPr>
            <a:xfrm>
              <a:off x="4653088" y="1749525"/>
              <a:ext cx="792000" cy="792000"/>
              <a:chOff x="725175" y="1305950"/>
              <a:chExt cx="792000" cy="792000"/>
            </a:xfrm>
          </p:grpSpPr>
          <p:sp>
            <p:nvSpPr>
              <p:cNvPr id="1140" name="Google Shape;1140;p47">
                <a:extLst>
                  <a:ext uri="{FF2B5EF4-FFF2-40B4-BE49-F238E27FC236}">
                    <a16:creationId xmlns:a16="http://schemas.microsoft.com/office/drawing/2014/main" id="{E8BE8871-AA04-1D56-5DBE-33E589373BF5}"/>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1" name="Google Shape;1141;p47">
                <a:extLst>
                  <a:ext uri="{FF2B5EF4-FFF2-40B4-BE49-F238E27FC236}">
                    <a16:creationId xmlns:a16="http://schemas.microsoft.com/office/drawing/2014/main" id="{94D019C1-EA89-D901-C778-51CFD30CFCEC}"/>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2" name="Google Shape;1142;p47">
                <a:extLst>
                  <a:ext uri="{FF2B5EF4-FFF2-40B4-BE49-F238E27FC236}">
                    <a16:creationId xmlns:a16="http://schemas.microsoft.com/office/drawing/2014/main" id="{8605EC0F-A296-9130-5252-281E52359369}"/>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grpSp>
        <p:nvGrpSpPr>
          <p:cNvPr id="1143" name="Google Shape;1143;p47">
            <a:extLst>
              <a:ext uri="{FF2B5EF4-FFF2-40B4-BE49-F238E27FC236}">
                <a16:creationId xmlns:a16="http://schemas.microsoft.com/office/drawing/2014/main" id="{60A1443B-240D-F5A5-D99B-626D1D9DC9E3}"/>
              </a:ext>
            </a:extLst>
          </p:cNvPr>
          <p:cNvGrpSpPr/>
          <p:nvPr/>
        </p:nvGrpSpPr>
        <p:grpSpPr>
          <a:xfrm>
            <a:off x="1260788" y="1749525"/>
            <a:ext cx="852463" cy="843325"/>
            <a:chOff x="1260788" y="1749525"/>
            <a:chExt cx="852463" cy="843325"/>
          </a:xfrm>
        </p:grpSpPr>
        <p:pic>
          <p:nvPicPr>
            <p:cNvPr id="1144" name="Google Shape;1144;p47">
              <a:extLst>
                <a:ext uri="{FF2B5EF4-FFF2-40B4-BE49-F238E27FC236}">
                  <a16:creationId xmlns:a16="http://schemas.microsoft.com/office/drawing/2014/main" id="{4D78EBA3-19D6-33BD-4746-C6C13B777C25}"/>
                </a:ext>
              </a:extLst>
            </p:cNvPr>
            <p:cNvPicPr preferRelativeResize="0"/>
            <p:nvPr/>
          </p:nvPicPr>
          <p:blipFill>
            <a:blip r:embed="rId3"/>
            <a:srcRect l="11177" t="11177" r="9211" b="9211"/>
            <a:stretch>
              <a:fillRect/>
            </a:stretch>
          </p:blipFill>
          <p:spPr>
            <a:xfrm>
              <a:off x="1321250" y="1800850"/>
              <a:ext cx="792000" cy="792000"/>
            </a:xfrm>
            <a:prstGeom prst="roundRect">
              <a:avLst>
                <a:gd name="adj" fmla="val 11783"/>
              </a:avLst>
            </a:prstGeom>
            <a:noFill/>
            <a:ln>
              <a:noFill/>
            </a:ln>
          </p:spPr>
        </p:pic>
        <p:grpSp>
          <p:nvGrpSpPr>
            <p:cNvPr id="1145" name="Google Shape;1145;p47">
              <a:extLst>
                <a:ext uri="{FF2B5EF4-FFF2-40B4-BE49-F238E27FC236}">
                  <a16:creationId xmlns:a16="http://schemas.microsoft.com/office/drawing/2014/main" id="{4C3ADD30-3698-F14D-E082-9D89ACD7383C}"/>
                </a:ext>
              </a:extLst>
            </p:cNvPr>
            <p:cNvGrpSpPr/>
            <p:nvPr/>
          </p:nvGrpSpPr>
          <p:grpSpPr>
            <a:xfrm>
              <a:off x="1260788" y="1749525"/>
              <a:ext cx="792000" cy="792000"/>
              <a:chOff x="725175" y="1305950"/>
              <a:chExt cx="792000" cy="792000"/>
            </a:xfrm>
          </p:grpSpPr>
          <p:sp>
            <p:nvSpPr>
              <p:cNvPr id="1146" name="Google Shape;1146;p47">
                <a:extLst>
                  <a:ext uri="{FF2B5EF4-FFF2-40B4-BE49-F238E27FC236}">
                    <a16:creationId xmlns:a16="http://schemas.microsoft.com/office/drawing/2014/main" id="{96142025-AA2F-790D-D395-52D16AFDE459}"/>
                  </a:ext>
                </a:extLst>
              </p:cNvPr>
              <p:cNvSpPr/>
              <p:nvPr/>
            </p:nvSpPr>
            <p:spPr>
              <a:xfrm>
                <a:off x="725175" y="1305950"/>
                <a:ext cx="792000" cy="792000"/>
              </a:xfrm>
              <a:prstGeom prst="roundRect">
                <a:avLst>
                  <a:gd name="adj" fmla="val 10123"/>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147" name="Google Shape;1147;p47">
                <a:extLst>
                  <a:ext uri="{FF2B5EF4-FFF2-40B4-BE49-F238E27FC236}">
                    <a16:creationId xmlns:a16="http://schemas.microsoft.com/office/drawing/2014/main" id="{905894B1-D768-4DA9-EF9D-125D5CB46668}"/>
                  </a:ext>
                </a:extLst>
              </p:cNvPr>
              <p:cNvSpPr/>
              <p:nvPr/>
            </p:nvSpPr>
            <p:spPr>
              <a:xfrm>
                <a:off x="785625" y="1363625"/>
                <a:ext cx="48300" cy="4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cxnSp>
            <p:nvCxnSpPr>
              <p:cNvPr id="1148" name="Google Shape;1148;p47">
                <a:extLst>
                  <a:ext uri="{FF2B5EF4-FFF2-40B4-BE49-F238E27FC236}">
                    <a16:creationId xmlns:a16="http://schemas.microsoft.com/office/drawing/2014/main" id="{B4478190-B0C6-E052-7CB8-D9D1F0CF53A4}"/>
                  </a:ext>
                </a:extLst>
              </p:cNvPr>
              <p:cNvCxnSpPr/>
              <p:nvPr/>
            </p:nvCxnSpPr>
            <p:spPr>
              <a:xfrm>
                <a:off x="726875" y="1457050"/>
                <a:ext cx="784800" cy="0"/>
              </a:xfrm>
              <a:prstGeom prst="straightConnector1">
                <a:avLst/>
              </a:prstGeom>
              <a:noFill/>
              <a:ln w="19050" cap="flat" cmpd="sng">
                <a:solidFill>
                  <a:schemeClr val="accent2"/>
                </a:solidFill>
                <a:prstDash val="solid"/>
                <a:round/>
                <a:headEnd type="none" w="med" len="med"/>
                <a:tailEnd type="none" w="med" len="med"/>
              </a:ln>
            </p:spPr>
          </p:cxnSp>
        </p:grpSp>
      </p:grpSp>
      <p:sp>
        <p:nvSpPr>
          <p:cNvPr id="1149" name="Google Shape;1149;p47">
            <a:extLst>
              <a:ext uri="{FF2B5EF4-FFF2-40B4-BE49-F238E27FC236}">
                <a16:creationId xmlns:a16="http://schemas.microsoft.com/office/drawing/2014/main" id="{20A73934-7745-FEE6-461C-3067394FC3EF}"/>
              </a:ext>
            </a:extLst>
          </p:cNvPr>
          <p:cNvSpPr txBox="1">
            <a:spLocks noGrp="1"/>
          </p:cNvSpPr>
          <p:nvPr>
            <p:ph type="title"/>
          </p:nvPr>
        </p:nvSpPr>
        <p:spPr>
          <a:xfrm>
            <a:off x="720000" y="676000"/>
            <a:ext cx="7704000" cy="5727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US">
                <a:solidFill>
                  <a:schemeClr val="accent2"/>
                </a:solidFill>
              </a:rPr>
              <a:t>目录</a:t>
            </a:r>
          </a:p>
        </p:txBody>
      </p:sp>
      <p:sp>
        <p:nvSpPr>
          <p:cNvPr id="1150" name="Google Shape;1150;p47">
            <a:extLst>
              <a:ext uri="{FF2B5EF4-FFF2-40B4-BE49-F238E27FC236}">
                <a16:creationId xmlns:a16="http://schemas.microsoft.com/office/drawing/2014/main" id="{56D71C1A-4B11-6D5A-5437-4CCBA53CF2CB}"/>
              </a:ext>
            </a:extLst>
          </p:cNvPr>
          <p:cNvSpPr txBox="1">
            <a:spLocks noGrp="1"/>
          </p:cNvSpPr>
          <p:nvPr>
            <p:ph type="title" idx="2"/>
          </p:nvPr>
        </p:nvSpPr>
        <p:spPr>
          <a:xfrm>
            <a:off x="2154555" y="1680210"/>
            <a:ext cx="246062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Clr>
                <a:schemeClr val="accent2"/>
              </a:buClr>
              <a:buSzPts val="1100"/>
              <a:buFont typeface="得意黑" charset="-122"/>
              <a:buNone/>
            </a:pPr>
            <a:r>
              <a:rPr lang="zh-CN" altLang="en-US" sz="2400" b="1" dirty="0"/>
              <a:t>项目概述</a:t>
            </a:r>
          </a:p>
        </p:txBody>
      </p:sp>
      <p:sp>
        <p:nvSpPr>
          <p:cNvPr id="1151" name="Google Shape;1151;p47">
            <a:extLst>
              <a:ext uri="{FF2B5EF4-FFF2-40B4-BE49-F238E27FC236}">
                <a16:creationId xmlns:a16="http://schemas.microsoft.com/office/drawing/2014/main" id="{3F56FD0D-EA1A-BF92-5E2A-03C2E093D9BB}"/>
              </a:ext>
            </a:extLst>
          </p:cNvPr>
          <p:cNvSpPr txBox="1">
            <a:spLocks noGrp="1"/>
          </p:cNvSpPr>
          <p:nvPr>
            <p:ph type="title" idx="3"/>
          </p:nvPr>
        </p:nvSpPr>
        <p:spPr>
          <a:xfrm>
            <a:off x="1262488" y="1877060"/>
            <a:ext cx="828207"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01</a:t>
            </a:r>
          </a:p>
        </p:txBody>
      </p:sp>
      <p:sp>
        <p:nvSpPr>
          <p:cNvPr id="1153" name="Google Shape;1153;p47">
            <a:extLst>
              <a:ext uri="{FF2B5EF4-FFF2-40B4-BE49-F238E27FC236}">
                <a16:creationId xmlns:a16="http://schemas.microsoft.com/office/drawing/2014/main" id="{51451760-F6A4-189D-1121-5C721C0D9198}"/>
              </a:ext>
            </a:extLst>
          </p:cNvPr>
          <p:cNvSpPr txBox="1">
            <a:spLocks noGrp="1"/>
          </p:cNvSpPr>
          <p:nvPr>
            <p:ph type="title" idx="4"/>
          </p:nvPr>
        </p:nvSpPr>
        <p:spPr>
          <a:xfrm>
            <a:off x="2154513" y="3268375"/>
            <a:ext cx="2336400" cy="4455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400" b="1" dirty="0">
                <a:solidFill>
                  <a:schemeClr val="accent2"/>
                </a:solidFill>
              </a:rPr>
              <a:t>效果演示</a:t>
            </a:r>
          </a:p>
        </p:txBody>
      </p:sp>
      <p:sp>
        <p:nvSpPr>
          <p:cNvPr id="1154" name="Google Shape;1154;p47">
            <a:extLst>
              <a:ext uri="{FF2B5EF4-FFF2-40B4-BE49-F238E27FC236}">
                <a16:creationId xmlns:a16="http://schemas.microsoft.com/office/drawing/2014/main" id="{28B3E941-892E-FBA3-88F2-88F79C4415AA}"/>
              </a:ext>
            </a:extLst>
          </p:cNvPr>
          <p:cNvSpPr txBox="1">
            <a:spLocks noGrp="1"/>
          </p:cNvSpPr>
          <p:nvPr>
            <p:ph type="title" idx="5"/>
          </p:nvPr>
        </p:nvSpPr>
        <p:spPr>
          <a:xfrm>
            <a:off x="1159076" y="3099435"/>
            <a:ext cx="895376"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03</a:t>
            </a:r>
          </a:p>
        </p:txBody>
      </p:sp>
      <p:sp>
        <p:nvSpPr>
          <p:cNvPr id="1156" name="Google Shape;1156;p47">
            <a:extLst>
              <a:ext uri="{FF2B5EF4-FFF2-40B4-BE49-F238E27FC236}">
                <a16:creationId xmlns:a16="http://schemas.microsoft.com/office/drawing/2014/main" id="{99D33040-0931-8C6C-371B-B5762B931B25}"/>
              </a:ext>
            </a:extLst>
          </p:cNvPr>
          <p:cNvSpPr txBox="1">
            <a:spLocks noGrp="1"/>
          </p:cNvSpPr>
          <p:nvPr>
            <p:ph type="title" idx="7"/>
          </p:nvPr>
        </p:nvSpPr>
        <p:spPr>
          <a:xfrm>
            <a:off x="5546724" y="3340100"/>
            <a:ext cx="3190875" cy="44577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3600" b="1">
                <a:solidFill>
                  <a:schemeClr val="accent2"/>
                </a:solidFill>
              </a:rPr>
              <a:t>项目总结</a:t>
            </a:r>
            <a:endParaRPr lang="zh-CN" altLang="en-US" sz="2000" b="1" dirty="0">
              <a:solidFill>
                <a:schemeClr val="accent2"/>
              </a:solidFill>
            </a:endParaRPr>
          </a:p>
        </p:txBody>
      </p:sp>
      <p:sp>
        <p:nvSpPr>
          <p:cNvPr id="1157" name="Google Shape;1157;p47">
            <a:extLst>
              <a:ext uri="{FF2B5EF4-FFF2-40B4-BE49-F238E27FC236}">
                <a16:creationId xmlns:a16="http://schemas.microsoft.com/office/drawing/2014/main" id="{6DCB4166-ADE0-040F-7828-C0F91F613B8C}"/>
              </a:ext>
            </a:extLst>
          </p:cNvPr>
          <p:cNvSpPr txBox="1">
            <a:spLocks noGrp="1"/>
          </p:cNvSpPr>
          <p:nvPr>
            <p:ph type="title" idx="8"/>
          </p:nvPr>
        </p:nvSpPr>
        <p:spPr>
          <a:xfrm>
            <a:off x="4647588" y="3099435"/>
            <a:ext cx="833175"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a:t>04</a:t>
            </a:r>
          </a:p>
        </p:txBody>
      </p:sp>
      <p:sp>
        <p:nvSpPr>
          <p:cNvPr id="1159" name="Google Shape;1159;p47">
            <a:extLst>
              <a:ext uri="{FF2B5EF4-FFF2-40B4-BE49-F238E27FC236}">
                <a16:creationId xmlns:a16="http://schemas.microsoft.com/office/drawing/2014/main" id="{4BC20163-8661-9354-BCE9-AFF43005BEF4}"/>
              </a:ext>
            </a:extLst>
          </p:cNvPr>
          <p:cNvSpPr txBox="1">
            <a:spLocks noGrp="1"/>
          </p:cNvSpPr>
          <p:nvPr>
            <p:ph type="title" idx="13"/>
          </p:nvPr>
        </p:nvSpPr>
        <p:spPr>
          <a:xfrm>
            <a:off x="5546725" y="1680210"/>
            <a:ext cx="2969895" cy="445770"/>
          </a:xfrm>
          <a:prstGeom prst="rect">
            <a:avLst/>
          </a:prstGeom>
        </p:spPr>
        <p:txBody>
          <a:bodyPr spcFirstLastPara="1" wrap="square" lIns="91425" tIns="91425" rIns="91425" bIns="91425" anchor="ctr" anchorCtr="0">
            <a:noAutofit/>
          </a:bodyPr>
          <a:lstStyle/>
          <a:p>
            <a:r>
              <a:rPr lang="zh-CN" altLang="en-US" sz="2400" b="1" dirty="0">
                <a:solidFill>
                  <a:schemeClr val="accent2"/>
                </a:solidFill>
              </a:rPr>
              <a:t>技术介绍</a:t>
            </a:r>
          </a:p>
        </p:txBody>
      </p:sp>
      <p:sp>
        <p:nvSpPr>
          <p:cNvPr id="1160" name="Google Shape;1160;p47">
            <a:extLst>
              <a:ext uri="{FF2B5EF4-FFF2-40B4-BE49-F238E27FC236}">
                <a16:creationId xmlns:a16="http://schemas.microsoft.com/office/drawing/2014/main" id="{3B5C5C10-AB6D-824C-11FA-2206257B8653}"/>
              </a:ext>
            </a:extLst>
          </p:cNvPr>
          <p:cNvSpPr txBox="1">
            <a:spLocks noGrp="1"/>
          </p:cNvSpPr>
          <p:nvPr>
            <p:ph type="title" idx="14"/>
          </p:nvPr>
        </p:nvSpPr>
        <p:spPr>
          <a:xfrm>
            <a:off x="4615180" y="1877060"/>
            <a:ext cx="865583" cy="59309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en-GB" dirty="0"/>
              <a:t>02</a:t>
            </a:r>
          </a:p>
        </p:txBody>
      </p:sp>
    </p:spTree>
    <p:extLst>
      <p:ext uri="{BB962C8B-B14F-4D97-AF65-F5344CB8AC3E}">
        <p14:creationId xmlns:p14="http://schemas.microsoft.com/office/powerpoint/2010/main" val="5960930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6EDD4E9E-5669-5A37-FF28-6558B94F9B58}"/>
            </a:ext>
          </a:extLst>
        </p:cNvPr>
        <p:cNvGrpSpPr/>
        <p:nvPr/>
      </p:nvGrpSpPr>
      <p:grpSpPr>
        <a:xfrm>
          <a:off x="0" y="0"/>
          <a:ext cx="0" cy="0"/>
          <a:chOff x="0" y="0"/>
          <a:chExt cx="0" cy="0"/>
        </a:xfrm>
      </p:grpSpPr>
      <p:sp>
        <p:nvSpPr>
          <p:cNvPr id="2" name="Google Shape;2880;p71">
            <a:extLst>
              <a:ext uri="{FF2B5EF4-FFF2-40B4-BE49-F238E27FC236}">
                <a16:creationId xmlns:a16="http://schemas.microsoft.com/office/drawing/2014/main" id="{C41A4F03-4CC7-910C-896D-D44BD6394653}"/>
              </a:ext>
            </a:extLst>
          </p:cNvPr>
          <p:cNvSpPr/>
          <p:nvPr/>
        </p:nvSpPr>
        <p:spPr>
          <a:xfrm rot="16200000">
            <a:off x="3436178" y="1819114"/>
            <a:ext cx="1812000" cy="1598971"/>
          </a:xfrm>
          <a:prstGeom prst="triangle">
            <a:avLst>
              <a:gd name="adj" fmla="val 53199"/>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8" name="Google Shape;1728;p53">
            <a:extLst>
              <a:ext uri="{FF2B5EF4-FFF2-40B4-BE49-F238E27FC236}">
                <a16:creationId xmlns:a16="http://schemas.microsoft.com/office/drawing/2014/main" id="{6427E18B-10E9-E4F6-B2FB-F255989D89B6}"/>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sz="2800" dirty="0"/>
              <a:t>总结</a:t>
            </a:r>
          </a:p>
        </p:txBody>
      </p:sp>
      <p:sp>
        <p:nvSpPr>
          <p:cNvPr id="6" name="Google Shape;2883;p71">
            <a:extLst>
              <a:ext uri="{FF2B5EF4-FFF2-40B4-BE49-F238E27FC236}">
                <a16:creationId xmlns:a16="http://schemas.microsoft.com/office/drawing/2014/main" id="{5E19C7D2-1139-ECEB-F9E5-4314F144B485}"/>
              </a:ext>
            </a:extLst>
          </p:cNvPr>
          <p:cNvSpPr txBox="1">
            <a:spLocks/>
          </p:cNvSpPr>
          <p:nvPr/>
        </p:nvSpPr>
        <p:spPr>
          <a:xfrm>
            <a:off x="5582175" y="3058895"/>
            <a:ext cx="1209284"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L="0" marR="0" lvl="0" indent="-152400" algn="l" rtl="0">
              <a:lnSpc>
                <a:spcPct val="100000"/>
              </a:lnSpc>
              <a:spcBef>
                <a:spcPct val="0"/>
              </a:spcBef>
              <a:spcAft>
                <a:spcPct val="0"/>
              </a:spcAft>
              <a:buClr>
                <a:schemeClr val="accent2"/>
              </a:buClr>
              <a:buSzPts val="2400"/>
              <a:buFont typeface="Yanone Kaffeesatz"/>
              <a:buNone/>
              <a:defRPr sz="2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2pPr>
            <a:lvl3pPr marL="1371600" marR="0" lvl="2"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3pPr>
            <a:lvl4pPr marL="1828800" marR="0" lvl="3"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4pPr>
            <a:lvl5pPr marL="2286000" marR="0" lvl="4"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5pPr>
            <a:lvl6pPr marL="2743200" marR="0" lvl="5"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6pPr>
            <a:lvl7pPr marL="3200400" marR="0" lvl="6"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7pPr>
            <a:lvl8pPr marL="3657600" marR="0" lvl="7"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8pPr>
            <a:lvl9pPr marL="4114800" marR="0" lvl="8" indent="-317500" algn="ctr" rtl="0">
              <a:lnSpc>
                <a:spcPct val="100000"/>
              </a:lnSpc>
              <a:spcBef>
                <a:spcPct val="0"/>
              </a:spcBef>
              <a:spcAft>
                <a:spcPct val="0"/>
              </a:spcAft>
              <a:buClr>
                <a:schemeClr val="accent2"/>
              </a:buClr>
              <a:buSzPts val="2500"/>
              <a:buFont typeface="Bebas Neue"/>
              <a:buNone/>
              <a:defRPr sz="2500" b="0" i="0" u="none" strike="noStrike" cap="none">
                <a:solidFill>
                  <a:schemeClr val="accent2"/>
                </a:solidFill>
                <a:latin typeface="Bebas Neue"/>
                <a:ea typeface="Bebas Neue"/>
                <a:cs typeface="Bebas Neue"/>
                <a:sym typeface="Bebas Neue"/>
              </a:defRPr>
            </a:lvl9pPr>
          </a:lstStyle>
          <a:p>
            <a:pPr indent="0"/>
            <a:r>
              <a:rPr lang="zh-CN" altLang="en-US" sz="1800" b="1"/>
              <a:t>成果交付</a:t>
            </a:r>
            <a:endParaRPr lang="en-GB" sz="1800" b="1"/>
          </a:p>
        </p:txBody>
      </p:sp>
      <p:sp>
        <p:nvSpPr>
          <p:cNvPr id="7" name="Google Shape;2884;p71">
            <a:extLst>
              <a:ext uri="{FF2B5EF4-FFF2-40B4-BE49-F238E27FC236}">
                <a16:creationId xmlns:a16="http://schemas.microsoft.com/office/drawing/2014/main" id="{386CE3E4-D83B-AE59-63F0-3CE1A7A5EDE0}"/>
              </a:ext>
            </a:extLst>
          </p:cNvPr>
          <p:cNvSpPr txBox="1">
            <a:spLocks/>
          </p:cNvSpPr>
          <p:nvPr/>
        </p:nvSpPr>
        <p:spPr>
          <a:xfrm>
            <a:off x="5564701" y="3518397"/>
            <a:ext cx="2336400" cy="729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L="457200" marR="0" lvl="0" indent="-317500" algn="l"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2pPr>
            <a:lvl3pPr marL="1371600" marR="0" lvl="2"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3pPr>
            <a:lvl4pPr marL="1828800" marR="0" lvl="3"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4pPr>
            <a:lvl5pPr marL="2286000" marR="0" lvl="4"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5pPr>
            <a:lvl6pPr marL="2743200" marR="0" lvl="5"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6pPr>
            <a:lvl7pPr marL="3200400" marR="0" lvl="6"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7pPr>
            <a:lvl8pPr marL="3657600" marR="0" lvl="7"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8pPr>
            <a:lvl9pPr marL="4114800" marR="0" lvl="8"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9pPr>
          </a:lstStyle>
          <a:p>
            <a:pPr marL="0" indent="0">
              <a:buClr>
                <a:srgbClr val="000000"/>
              </a:buClr>
              <a:buFont typeface="得意黑" charset="-122"/>
              <a:buNone/>
            </a:pPr>
            <a:r>
              <a:rPr lang="zh-CN" altLang="en-US" dirty="0"/>
              <a:t>项目</a:t>
            </a:r>
            <a:r>
              <a:rPr lang="en-US" altLang="zh-CN" dirty="0"/>
              <a:t>100%</a:t>
            </a:r>
            <a:r>
              <a:rPr lang="zh-CN" altLang="en-US" dirty="0"/>
              <a:t>按需求交付，核心功能全部上线，并新增拓展功能。</a:t>
            </a:r>
            <a:endParaRPr lang="en-GB" dirty="0"/>
          </a:p>
        </p:txBody>
      </p:sp>
      <p:sp>
        <p:nvSpPr>
          <p:cNvPr id="8" name="Google Shape;2885;p71">
            <a:extLst>
              <a:ext uri="{FF2B5EF4-FFF2-40B4-BE49-F238E27FC236}">
                <a16:creationId xmlns:a16="http://schemas.microsoft.com/office/drawing/2014/main" id="{91827D6D-D763-E2B4-D23C-9C91D94E1643}"/>
              </a:ext>
            </a:extLst>
          </p:cNvPr>
          <p:cNvSpPr txBox="1">
            <a:spLocks/>
          </p:cNvSpPr>
          <p:nvPr/>
        </p:nvSpPr>
        <p:spPr>
          <a:xfrm>
            <a:off x="5564701" y="1346635"/>
            <a:ext cx="2955738"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L="457200" marR="0" lvl="0" indent="-317500" algn="l"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2pPr>
            <a:lvl3pPr marL="1371600" marR="0" lvl="2"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3pPr>
            <a:lvl4pPr marL="1828800" marR="0" lvl="3"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4pPr>
            <a:lvl5pPr marL="2286000" marR="0" lvl="4"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5pPr>
            <a:lvl6pPr marL="2743200" marR="0" lvl="5"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6pPr>
            <a:lvl7pPr marL="3200400" marR="0" lvl="6"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7pPr>
            <a:lvl8pPr marL="3657600" marR="0" lvl="7"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8pPr>
            <a:lvl9pPr marL="4114800" marR="0" lvl="8"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9pPr>
          </a:lstStyle>
          <a:p>
            <a:pPr marL="0" indent="0"/>
            <a:r>
              <a:rPr lang="zh-CN" altLang="en-US" sz="1800" b="1"/>
              <a:t>团队协作</a:t>
            </a:r>
            <a:endParaRPr lang="en-GB" sz="1800" b="1" dirty="0"/>
          </a:p>
        </p:txBody>
      </p:sp>
      <p:sp>
        <p:nvSpPr>
          <p:cNvPr id="9" name="Google Shape;2886;p71">
            <a:extLst>
              <a:ext uri="{FF2B5EF4-FFF2-40B4-BE49-F238E27FC236}">
                <a16:creationId xmlns:a16="http://schemas.microsoft.com/office/drawing/2014/main" id="{6BFB4145-B37E-E55C-E7FC-D3D78EE9CC58}"/>
              </a:ext>
            </a:extLst>
          </p:cNvPr>
          <p:cNvSpPr txBox="1">
            <a:spLocks/>
          </p:cNvSpPr>
          <p:nvPr/>
        </p:nvSpPr>
        <p:spPr>
          <a:xfrm>
            <a:off x="5543003" y="1842885"/>
            <a:ext cx="2336400" cy="729300"/>
          </a:xfrm>
          <a:prstGeom prst="rect">
            <a:avLst/>
          </a:prstGeom>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SzPts val="1400"/>
              <a:buFont typeface="得意黑" charset="-122"/>
              <a:buNone/>
            </a:pPr>
            <a:r>
              <a:rPr lang="zh-CN" altLang="en-US"/>
              <a:t>前后端高效配合，定期同步进度，</a:t>
            </a:r>
            <a:r>
              <a:rPr lang="en-US" altLang="zh-CN"/>
              <a:t>Git</a:t>
            </a:r>
            <a:r>
              <a:rPr lang="zh-CN" altLang="en-US"/>
              <a:t>高效协作，快速解决联调问题，合力确保项目按时交付。</a:t>
            </a:r>
            <a:endParaRPr lang="en-GB"/>
          </a:p>
        </p:txBody>
      </p:sp>
      <p:grpSp>
        <p:nvGrpSpPr>
          <p:cNvPr id="10" name="Google Shape;2888;p71">
            <a:extLst>
              <a:ext uri="{FF2B5EF4-FFF2-40B4-BE49-F238E27FC236}">
                <a16:creationId xmlns:a16="http://schemas.microsoft.com/office/drawing/2014/main" id="{BADA0183-4B25-A2CF-C844-063C3B153989}"/>
              </a:ext>
            </a:extLst>
          </p:cNvPr>
          <p:cNvGrpSpPr/>
          <p:nvPr/>
        </p:nvGrpSpPr>
        <p:grpSpPr>
          <a:xfrm>
            <a:off x="3090329" y="2253235"/>
            <a:ext cx="632424" cy="635863"/>
            <a:chOff x="3025500" y="3193338"/>
            <a:chExt cx="632424" cy="635863"/>
          </a:xfrm>
        </p:grpSpPr>
        <p:pic>
          <p:nvPicPr>
            <p:cNvPr id="11" name="Google Shape;2889;p71">
              <a:extLst>
                <a:ext uri="{FF2B5EF4-FFF2-40B4-BE49-F238E27FC236}">
                  <a16:creationId xmlns:a16="http://schemas.microsoft.com/office/drawing/2014/main" id="{88FFD8CE-6D97-F5C1-05A1-F01298BF2424}"/>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11" name="Google Shape;2890;p71">
              <a:extLst>
                <a:ext uri="{FF2B5EF4-FFF2-40B4-BE49-F238E27FC236}">
                  <a16:creationId xmlns:a16="http://schemas.microsoft.com/office/drawing/2014/main" id="{9B36761C-4AA0-FF76-3813-A22F04660FDB}"/>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12" name="Google Shape;2891;p71">
            <a:extLst>
              <a:ext uri="{FF2B5EF4-FFF2-40B4-BE49-F238E27FC236}">
                <a16:creationId xmlns:a16="http://schemas.microsoft.com/office/drawing/2014/main" id="{C28DA07D-B783-04BB-9AA0-4E165C9340E7}"/>
              </a:ext>
            </a:extLst>
          </p:cNvPr>
          <p:cNvGrpSpPr/>
          <p:nvPr/>
        </p:nvGrpSpPr>
        <p:grpSpPr>
          <a:xfrm>
            <a:off x="4821200" y="1432038"/>
            <a:ext cx="632424" cy="635863"/>
            <a:chOff x="3025500" y="3193338"/>
            <a:chExt cx="632424" cy="635863"/>
          </a:xfrm>
        </p:grpSpPr>
        <p:pic>
          <p:nvPicPr>
            <p:cNvPr id="1713" name="Google Shape;2892;p71">
              <a:extLst>
                <a:ext uri="{FF2B5EF4-FFF2-40B4-BE49-F238E27FC236}">
                  <a16:creationId xmlns:a16="http://schemas.microsoft.com/office/drawing/2014/main" id="{F372730B-B76A-CF78-4A25-161670950506}"/>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14" name="Google Shape;2893;p71">
              <a:extLst>
                <a:ext uri="{FF2B5EF4-FFF2-40B4-BE49-F238E27FC236}">
                  <a16:creationId xmlns:a16="http://schemas.microsoft.com/office/drawing/2014/main" id="{B4DA6979-978F-7900-0F75-D97719DB828C}"/>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15" name="Google Shape;2894;p71">
            <a:extLst>
              <a:ext uri="{FF2B5EF4-FFF2-40B4-BE49-F238E27FC236}">
                <a16:creationId xmlns:a16="http://schemas.microsoft.com/office/drawing/2014/main" id="{953DA36B-D3BC-EBCC-C194-29B1BA34FF60}"/>
              </a:ext>
            </a:extLst>
          </p:cNvPr>
          <p:cNvGrpSpPr/>
          <p:nvPr/>
        </p:nvGrpSpPr>
        <p:grpSpPr>
          <a:xfrm>
            <a:off x="4821200" y="3111938"/>
            <a:ext cx="632424" cy="635863"/>
            <a:chOff x="3025500" y="3193338"/>
            <a:chExt cx="632424" cy="635863"/>
          </a:xfrm>
        </p:grpSpPr>
        <p:pic>
          <p:nvPicPr>
            <p:cNvPr id="1716" name="Google Shape;2895;p71">
              <a:extLst>
                <a:ext uri="{FF2B5EF4-FFF2-40B4-BE49-F238E27FC236}">
                  <a16:creationId xmlns:a16="http://schemas.microsoft.com/office/drawing/2014/main" id="{B4CE8899-E825-9794-3678-9067E214D9F7}"/>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17" name="Google Shape;2896;p71">
              <a:extLst>
                <a:ext uri="{FF2B5EF4-FFF2-40B4-BE49-F238E27FC236}">
                  <a16:creationId xmlns:a16="http://schemas.microsoft.com/office/drawing/2014/main" id="{883D5E72-8BD5-694D-7CEC-1DCE74657107}"/>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18" name="Google Shape;2897;p71">
            <a:extLst>
              <a:ext uri="{FF2B5EF4-FFF2-40B4-BE49-F238E27FC236}">
                <a16:creationId xmlns:a16="http://schemas.microsoft.com/office/drawing/2014/main" id="{5F243342-2769-A48A-46CB-FA040B66A6AC}"/>
              </a:ext>
            </a:extLst>
          </p:cNvPr>
          <p:cNvGrpSpPr/>
          <p:nvPr/>
        </p:nvGrpSpPr>
        <p:grpSpPr>
          <a:xfrm>
            <a:off x="3219392" y="2377697"/>
            <a:ext cx="327950" cy="347650"/>
            <a:chOff x="5547675" y="3159200"/>
            <a:chExt cx="327950" cy="347650"/>
          </a:xfrm>
        </p:grpSpPr>
        <p:sp>
          <p:nvSpPr>
            <p:cNvPr id="1719" name="Google Shape;2898;p71">
              <a:extLst>
                <a:ext uri="{FF2B5EF4-FFF2-40B4-BE49-F238E27FC236}">
                  <a16:creationId xmlns:a16="http://schemas.microsoft.com/office/drawing/2014/main" id="{D52D9BA1-9754-1099-817A-AA12069482A6}"/>
                </a:ext>
              </a:extLst>
            </p:cNvPr>
            <p:cNvSpPr/>
            <p:nvPr/>
          </p:nvSpPr>
          <p:spPr>
            <a:xfrm>
              <a:off x="5547675" y="3321425"/>
              <a:ext cx="327950" cy="185425"/>
            </a:xfrm>
            <a:custGeom>
              <a:avLst/>
              <a:gdLst/>
              <a:ahLst/>
              <a:cxnLst/>
              <a:rect l="l" t="t" r="r" b="b"/>
              <a:pathLst>
                <a:path w="13118" h="7417" extrusionOk="0">
                  <a:moveTo>
                    <a:pt x="6953" y="371"/>
                  </a:moveTo>
                  <a:cubicBezTo>
                    <a:pt x="7138" y="371"/>
                    <a:pt x="7323" y="579"/>
                    <a:pt x="7323" y="765"/>
                  </a:cubicBezTo>
                  <a:lnTo>
                    <a:pt x="7323" y="1043"/>
                  </a:lnTo>
                  <a:lnTo>
                    <a:pt x="6373" y="765"/>
                  </a:lnTo>
                  <a:cubicBezTo>
                    <a:pt x="6315" y="719"/>
                    <a:pt x="6263" y="695"/>
                    <a:pt x="6226" y="695"/>
                  </a:cubicBezTo>
                  <a:cubicBezTo>
                    <a:pt x="6188" y="695"/>
                    <a:pt x="6165" y="719"/>
                    <a:pt x="6165" y="765"/>
                  </a:cubicBezTo>
                  <a:lnTo>
                    <a:pt x="5794" y="950"/>
                  </a:lnTo>
                  <a:lnTo>
                    <a:pt x="5794" y="765"/>
                  </a:lnTo>
                  <a:cubicBezTo>
                    <a:pt x="5794" y="579"/>
                    <a:pt x="5979" y="371"/>
                    <a:pt x="6165" y="371"/>
                  </a:cubicBezTo>
                  <a:close/>
                  <a:moveTo>
                    <a:pt x="1437" y="765"/>
                  </a:moveTo>
                  <a:cubicBezTo>
                    <a:pt x="1530" y="765"/>
                    <a:pt x="1738" y="765"/>
                    <a:pt x="1738" y="858"/>
                  </a:cubicBezTo>
                  <a:lnTo>
                    <a:pt x="1043" y="1159"/>
                  </a:lnTo>
                  <a:cubicBezTo>
                    <a:pt x="950" y="1252"/>
                    <a:pt x="858" y="1344"/>
                    <a:pt x="858" y="1530"/>
                  </a:cubicBezTo>
                  <a:lnTo>
                    <a:pt x="858" y="1738"/>
                  </a:lnTo>
                  <a:lnTo>
                    <a:pt x="672" y="1831"/>
                  </a:lnTo>
                  <a:lnTo>
                    <a:pt x="672" y="1159"/>
                  </a:lnTo>
                  <a:cubicBezTo>
                    <a:pt x="672" y="950"/>
                    <a:pt x="765" y="765"/>
                    <a:pt x="1043" y="765"/>
                  </a:cubicBezTo>
                  <a:close/>
                  <a:moveTo>
                    <a:pt x="12167" y="765"/>
                  </a:moveTo>
                  <a:cubicBezTo>
                    <a:pt x="12352" y="765"/>
                    <a:pt x="12445" y="950"/>
                    <a:pt x="12445" y="1159"/>
                  </a:cubicBezTo>
                  <a:lnTo>
                    <a:pt x="12445" y="1831"/>
                  </a:lnTo>
                  <a:lnTo>
                    <a:pt x="12260" y="1738"/>
                  </a:lnTo>
                  <a:lnTo>
                    <a:pt x="12260" y="1530"/>
                  </a:lnTo>
                  <a:cubicBezTo>
                    <a:pt x="12260" y="1344"/>
                    <a:pt x="12167" y="1252"/>
                    <a:pt x="12051" y="1159"/>
                  </a:cubicBezTo>
                  <a:lnTo>
                    <a:pt x="11379" y="858"/>
                  </a:lnTo>
                  <a:cubicBezTo>
                    <a:pt x="11379" y="765"/>
                    <a:pt x="11588" y="765"/>
                    <a:pt x="11680" y="765"/>
                  </a:cubicBezTo>
                  <a:close/>
                  <a:moveTo>
                    <a:pt x="1831" y="1344"/>
                  </a:moveTo>
                  <a:lnTo>
                    <a:pt x="1831" y="1831"/>
                  </a:lnTo>
                  <a:cubicBezTo>
                    <a:pt x="1831" y="2202"/>
                    <a:pt x="1530" y="2503"/>
                    <a:pt x="1252" y="2503"/>
                  </a:cubicBezTo>
                  <a:cubicBezTo>
                    <a:pt x="1043" y="2503"/>
                    <a:pt x="858" y="2410"/>
                    <a:pt x="765" y="2202"/>
                  </a:cubicBezTo>
                  <a:lnTo>
                    <a:pt x="1043" y="2016"/>
                  </a:lnTo>
                  <a:cubicBezTo>
                    <a:pt x="1252" y="2016"/>
                    <a:pt x="1252" y="1831"/>
                    <a:pt x="1252" y="1738"/>
                  </a:cubicBezTo>
                  <a:lnTo>
                    <a:pt x="1252" y="1530"/>
                  </a:lnTo>
                  <a:lnTo>
                    <a:pt x="1831" y="1344"/>
                  </a:lnTo>
                  <a:close/>
                  <a:moveTo>
                    <a:pt x="6257" y="1159"/>
                  </a:moveTo>
                  <a:lnTo>
                    <a:pt x="7323" y="1437"/>
                  </a:lnTo>
                  <a:lnTo>
                    <a:pt x="7323" y="1924"/>
                  </a:lnTo>
                  <a:cubicBezTo>
                    <a:pt x="7323" y="2016"/>
                    <a:pt x="7231" y="2109"/>
                    <a:pt x="7138" y="2202"/>
                  </a:cubicBezTo>
                  <a:lnTo>
                    <a:pt x="6744" y="2503"/>
                  </a:lnTo>
                  <a:lnTo>
                    <a:pt x="6373" y="2503"/>
                  </a:lnTo>
                  <a:lnTo>
                    <a:pt x="5979" y="2202"/>
                  </a:lnTo>
                  <a:cubicBezTo>
                    <a:pt x="5887" y="2109"/>
                    <a:pt x="5794" y="2016"/>
                    <a:pt x="5794" y="1924"/>
                  </a:cubicBezTo>
                  <a:lnTo>
                    <a:pt x="5794" y="1344"/>
                  </a:lnTo>
                  <a:lnTo>
                    <a:pt x="6257" y="1159"/>
                  </a:lnTo>
                  <a:close/>
                  <a:moveTo>
                    <a:pt x="11286" y="1344"/>
                  </a:moveTo>
                  <a:lnTo>
                    <a:pt x="11866" y="1530"/>
                  </a:lnTo>
                  <a:lnTo>
                    <a:pt x="11866" y="1738"/>
                  </a:lnTo>
                  <a:cubicBezTo>
                    <a:pt x="11866" y="1831"/>
                    <a:pt x="11958" y="2016"/>
                    <a:pt x="12051" y="2016"/>
                  </a:cubicBezTo>
                  <a:lnTo>
                    <a:pt x="12352" y="2202"/>
                  </a:lnTo>
                  <a:cubicBezTo>
                    <a:pt x="12260" y="2410"/>
                    <a:pt x="12051" y="2503"/>
                    <a:pt x="11866" y="2503"/>
                  </a:cubicBezTo>
                  <a:cubicBezTo>
                    <a:pt x="11588" y="2503"/>
                    <a:pt x="11286" y="2202"/>
                    <a:pt x="11286" y="1831"/>
                  </a:cubicBezTo>
                  <a:lnTo>
                    <a:pt x="11286" y="1344"/>
                  </a:lnTo>
                  <a:close/>
                  <a:moveTo>
                    <a:pt x="950" y="2781"/>
                  </a:moveTo>
                  <a:cubicBezTo>
                    <a:pt x="1043" y="2897"/>
                    <a:pt x="1159" y="2897"/>
                    <a:pt x="1252" y="2897"/>
                  </a:cubicBezTo>
                  <a:lnTo>
                    <a:pt x="1344" y="2897"/>
                  </a:lnTo>
                  <a:lnTo>
                    <a:pt x="1437" y="3082"/>
                  </a:lnTo>
                  <a:lnTo>
                    <a:pt x="950" y="3082"/>
                  </a:lnTo>
                  <a:lnTo>
                    <a:pt x="950" y="2781"/>
                  </a:lnTo>
                  <a:close/>
                  <a:moveTo>
                    <a:pt x="12167" y="2781"/>
                  </a:moveTo>
                  <a:lnTo>
                    <a:pt x="12167" y="3082"/>
                  </a:lnTo>
                  <a:lnTo>
                    <a:pt x="11773" y="3082"/>
                  </a:lnTo>
                  <a:lnTo>
                    <a:pt x="11773" y="2897"/>
                  </a:lnTo>
                  <a:lnTo>
                    <a:pt x="11866" y="2897"/>
                  </a:lnTo>
                  <a:cubicBezTo>
                    <a:pt x="11958" y="2897"/>
                    <a:pt x="12051" y="2897"/>
                    <a:pt x="12167" y="2781"/>
                  </a:cubicBezTo>
                  <a:close/>
                  <a:moveTo>
                    <a:pt x="6837" y="2897"/>
                  </a:moveTo>
                  <a:lnTo>
                    <a:pt x="6837" y="2990"/>
                  </a:lnTo>
                  <a:cubicBezTo>
                    <a:pt x="6837" y="3082"/>
                    <a:pt x="6837" y="3175"/>
                    <a:pt x="6953" y="3268"/>
                  </a:cubicBezTo>
                  <a:cubicBezTo>
                    <a:pt x="6744" y="3268"/>
                    <a:pt x="6651" y="3360"/>
                    <a:pt x="6559" y="3360"/>
                  </a:cubicBezTo>
                  <a:cubicBezTo>
                    <a:pt x="6466" y="3360"/>
                    <a:pt x="6373" y="3360"/>
                    <a:pt x="6257" y="3268"/>
                  </a:cubicBezTo>
                  <a:lnTo>
                    <a:pt x="6257" y="2990"/>
                  </a:lnTo>
                  <a:lnTo>
                    <a:pt x="6257" y="2897"/>
                  </a:lnTo>
                  <a:close/>
                  <a:moveTo>
                    <a:pt x="6559" y="4241"/>
                  </a:moveTo>
                  <a:lnTo>
                    <a:pt x="6744" y="5006"/>
                  </a:lnTo>
                  <a:lnTo>
                    <a:pt x="6559" y="5214"/>
                  </a:lnTo>
                  <a:lnTo>
                    <a:pt x="6373" y="5006"/>
                  </a:lnTo>
                  <a:lnTo>
                    <a:pt x="6559" y="4241"/>
                  </a:lnTo>
                  <a:close/>
                  <a:moveTo>
                    <a:pt x="1111" y="3452"/>
                  </a:moveTo>
                  <a:cubicBezTo>
                    <a:pt x="1272" y="3452"/>
                    <a:pt x="1421" y="3515"/>
                    <a:pt x="1530" y="3569"/>
                  </a:cubicBezTo>
                  <a:lnTo>
                    <a:pt x="2781" y="5099"/>
                  </a:lnTo>
                  <a:cubicBezTo>
                    <a:pt x="2897" y="5099"/>
                    <a:pt x="2897" y="5214"/>
                    <a:pt x="2990" y="5214"/>
                  </a:cubicBezTo>
                  <a:lnTo>
                    <a:pt x="3940" y="5214"/>
                  </a:lnTo>
                  <a:cubicBezTo>
                    <a:pt x="4056" y="5214"/>
                    <a:pt x="4241" y="5307"/>
                    <a:pt x="4241" y="5493"/>
                  </a:cubicBezTo>
                  <a:lnTo>
                    <a:pt x="2688" y="5493"/>
                  </a:lnTo>
                  <a:lnTo>
                    <a:pt x="1622" y="4334"/>
                  </a:lnTo>
                  <a:cubicBezTo>
                    <a:pt x="1576" y="4287"/>
                    <a:pt x="1530" y="4264"/>
                    <a:pt x="1483" y="4264"/>
                  </a:cubicBezTo>
                  <a:cubicBezTo>
                    <a:pt x="1437" y="4264"/>
                    <a:pt x="1391" y="4287"/>
                    <a:pt x="1344" y="4334"/>
                  </a:cubicBezTo>
                  <a:cubicBezTo>
                    <a:pt x="1252" y="4427"/>
                    <a:pt x="1252" y="4519"/>
                    <a:pt x="1344" y="4635"/>
                  </a:cubicBezTo>
                  <a:lnTo>
                    <a:pt x="1437" y="4728"/>
                  </a:lnTo>
                  <a:lnTo>
                    <a:pt x="1437" y="5493"/>
                  </a:lnTo>
                  <a:lnTo>
                    <a:pt x="464" y="5493"/>
                  </a:lnTo>
                  <a:lnTo>
                    <a:pt x="579" y="3847"/>
                  </a:lnTo>
                  <a:cubicBezTo>
                    <a:pt x="579" y="3754"/>
                    <a:pt x="579" y="3662"/>
                    <a:pt x="672" y="3662"/>
                  </a:cubicBezTo>
                  <a:lnTo>
                    <a:pt x="765" y="3569"/>
                  </a:lnTo>
                  <a:cubicBezTo>
                    <a:pt x="880" y="3483"/>
                    <a:pt x="998" y="3452"/>
                    <a:pt x="1111" y="3452"/>
                  </a:cubicBezTo>
                  <a:close/>
                  <a:moveTo>
                    <a:pt x="5979" y="3662"/>
                  </a:moveTo>
                  <a:cubicBezTo>
                    <a:pt x="6072" y="3662"/>
                    <a:pt x="6165" y="3754"/>
                    <a:pt x="6257" y="3754"/>
                  </a:cubicBezTo>
                  <a:lnTo>
                    <a:pt x="5887" y="5006"/>
                  </a:lnTo>
                  <a:cubicBezTo>
                    <a:pt x="5887" y="5099"/>
                    <a:pt x="5887" y="5099"/>
                    <a:pt x="5979" y="5214"/>
                  </a:cubicBezTo>
                  <a:lnTo>
                    <a:pt x="6257" y="5493"/>
                  </a:lnTo>
                  <a:lnTo>
                    <a:pt x="4821" y="5493"/>
                  </a:lnTo>
                  <a:lnTo>
                    <a:pt x="4821" y="4728"/>
                  </a:lnTo>
                  <a:cubicBezTo>
                    <a:pt x="4821" y="4334"/>
                    <a:pt x="5006" y="3940"/>
                    <a:pt x="5400" y="3847"/>
                  </a:cubicBezTo>
                  <a:lnTo>
                    <a:pt x="5794" y="3754"/>
                  </a:lnTo>
                  <a:cubicBezTo>
                    <a:pt x="5794" y="3754"/>
                    <a:pt x="5887" y="3662"/>
                    <a:pt x="5979" y="3662"/>
                  </a:cubicBezTo>
                  <a:close/>
                  <a:moveTo>
                    <a:pt x="7138" y="3662"/>
                  </a:moveTo>
                  <a:cubicBezTo>
                    <a:pt x="7231" y="3662"/>
                    <a:pt x="7323" y="3754"/>
                    <a:pt x="7416" y="3754"/>
                  </a:cubicBezTo>
                  <a:lnTo>
                    <a:pt x="7717" y="3847"/>
                  </a:lnTo>
                  <a:cubicBezTo>
                    <a:pt x="8111" y="3940"/>
                    <a:pt x="8297" y="4334"/>
                    <a:pt x="8297" y="4728"/>
                  </a:cubicBezTo>
                  <a:lnTo>
                    <a:pt x="8297" y="5493"/>
                  </a:lnTo>
                  <a:lnTo>
                    <a:pt x="6837" y="5493"/>
                  </a:lnTo>
                  <a:lnTo>
                    <a:pt x="7138" y="5214"/>
                  </a:lnTo>
                  <a:cubicBezTo>
                    <a:pt x="7231" y="5099"/>
                    <a:pt x="7231" y="5099"/>
                    <a:pt x="7231" y="5006"/>
                  </a:cubicBezTo>
                  <a:lnTo>
                    <a:pt x="6837" y="3754"/>
                  </a:lnTo>
                  <a:cubicBezTo>
                    <a:pt x="6953" y="3662"/>
                    <a:pt x="7045" y="3662"/>
                    <a:pt x="7138" y="3662"/>
                  </a:cubicBezTo>
                  <a:close/>
                  <a:moveTo>
                    <a:pt x="11996" y="3452"/>
                  </a:moveTo>
                  <a:cubicBezTo>
                    <a:pt x="12108" y="3452"/>
                    <a:pt x="12228" y="3483"/>
                    <a:pt x="12352" y="3569"/>
                  </a:cubicBezTo>
                  <a:lnTo>
                    <a:pt x="12445" y="3662"/>
                  </a:lnTo>
                  <a:cubicBezTo>
                    <a:pt x="12538" y="3662"/>
                    <a:pt x="12538" y="3754"/>
                    <a:pt x="12538" y="3847"/>
                  </a:cubicBezTo>
                  <a:lnTo>
                    <a:pt x="12631" y="5493"/>
                  </a:lnTo>
                  <a:lnTo>
                    <a:pt x="11680" y="5493"/>
                  </a:lnTo>
                  <a:lnTo>
                    <a:pt x="11680" y="4728"/>
                  </a:lnTo>
                  <a:lnTo>
                    <a:pt x="11773" y="4635"/>
                  </a:lnTo>
                  <a:cubicBezTo>
                    <a:pt x="11866" y="4519"/>
                    <a:pt x="11866" y="4427"/>
                    <a:pt x="11773" y="4334"/>
                  </a:cubicBezTo>
                  <a:cubicBezTo>
                    <a:pt x="11773" y="4287"/>
                    <a:pt x="11727" y="4264"/>
                    <a:pt x="11666" y="4264"/>
                  </a:cubicBezTo>
                  <a:cubicBezTo>
                    <a:pt x="11605" y="4264"/>
                    <a:pt x="11530" y="4287"/>
                    <a:pt x="11472" y="4334"/>
                  </a:cubicBezTo>
                  <a:lnTo>
                    <a:pt x="10429" y="5493"/>
                  </a:lnTo>
                  <a:lnTo>
                    <a:pt x="8876" y="5493"/>
                  </a:lnTo>
                  <a:cubicBezTo>
                    <a:pt x="8969" y="5307"/>
                    <a:pt x="9062" y="5214"/>
                    <a:pt x="9154" y="5214"/>
                  </a:cubicBezTo>
                  <a:lnTo>
                    <a:pt x="10128" y="5214"/>
                  </a:lnTo>
                  <a:cubicBezTo>
                    <a:pt x="10220" y="5214"/>
                    <a:pt x="10220" y="5099"/>
                    <a:pt x="10313" y="5099"/>
                  </a:cubicBezTo>
                  <a:lnTo>
                    <a:pt x="11588" y="3569"/>
                  </a:lnTo>
                  <a:cubicBezTo>
                    <a:pt x="11697" y="3515"/>
                    <a:pt x="11837" y="3452"/>
                    <a:pt x="11996" y="3452"/>
                  </a:cubicBezTo>
                  <a:close/>
                  <a:moveTo>
                    <a:pt x="11286" y="5214"/>
                  </a:moveTo>
                  <a:lnTo>
                    <a:pt x="11286" y="5979"/>
                  </a:lnTo>
                  <a:cubicBezTo>
                    <a:pt x="11286" y="6072"/>
                    <a:pt x="11286" y="6165"/>
                    <a:pt x="11194" y="6257"/>
                  </a:cubicBezTo>
                  <a:cubicBezTo>
                    <a:pt x="11101" y="6257"/>
                    <a:pt x="11101" y="6466"/>
                    <a:pt x="11194" y="6559"/>
                  </a:cubicBezTo>
                  <a:lnTo>
                    <a:pt x="11286" y="6559"/>
                  </a:lnTo>
                  <a:cubicBezTo>
                    <a:pt x="11379" y="6559"/>
                    <a:pt x="11379" y="6559"/>
                    <a:pt x="11472" y="6466"/>
                  </a:cubicBezTo>
                  <a:cubicBezTo>
                    <a:pt x="11588" y="6373"/>
                    <a:pt x="11680" y="6165"/>
                    <a:pt x="11680" y="5979"/>
                  </a:cubicBezTo>
                  <a:lnTo>
                    <a:pt x="11680" y="5887"/>
                  </a:lnTo>
                  <a:lnTo>
                    <a:pt x="12746" y="5887"/>
                  </a:lnTo>
                  <a:lnTo>
                    <a:pt x="12746" y="6165"/>
                  </a:lnTo>
                  <a:cubicBezTo>
                    <a:pt x="12746" y="6651"/>
                    <a:pt x="12352" y="7045"/>
                    <a:pt x="11866" y="7045"/>
                  </a:cubicBezTo>
                  <a:lnTo>
                    <a:pt x="1252" y="7045"/>
                  </a:lnTo>
                  <a:cubicBezTo>
                    <a:pt x="765" y="7045"/>
                    <a:pt x="371" y="6651"/>
                    <a:pt x="371" y="6165"/>
                  </a:cubicBezTo>
                  <a:lnTo>
                    <a:pt x="371" y="5887"/>
                  </a:lnTo>
                  <a:lnTo>
                    <a:pt x="1437" y="5887"/>
                  </a:lnTo>
                  <a:lnTo>
                    <a:pt x="1437" y="5979"/>
                  </a:lnTo>
                  <a:cubicBezTo>
                    <a:pt x="1437" y="6165"/>
                    <a:pt x="1530" y="6373"/>
                    <a:pt x="1622" y="6466"/>
                  </a:cubicBezTo>
                  <a:cubicBezTo>
                    <a:pt x="1738" y="6559"/>
                    <a:pt x="1738" y="6559"/>
                    <a:pt x="1831" y="6559"/>
                  </a:cubicBezTo>
                  <a:lnTo>
                    <a:pt x="1924" y="6559"/>
                  </a:lnTo>
                  <a:cubicBezTo>
                    <a:pt x="2016" y="6466"/>
                    <a:pt x="2016" y="6257"/>
                    <a:pt x="1924" y="6257"/>
                  </a:cubicBezTo>
                  <a:cubicBezTo>
                    <a:pt x="1924" y="6165"/>
                    <a:pt x="1831" y="6072"/>
                    <a:pt x="1831" y="5979"/>
                  </a:cubicBezTo>
                  <a:lnTo>
                    <a:pt x="1831" y="5214"/>
                  </a:lnTo>
                  <a:lnTo>
                    <a:pt x="2410" y="5794"/>
                  </a:lnTo>
                  <a:lnTo>
                    <a:pt x="2410" y="5887"/>
                  </a:lnTo>
                  <a:cubicBezTo>
                    <a:pt x="2410" y="6257"/>
                    <a:pt x="2688" y="6651"/>
                    <a:pt x="3175" y="6651"/>
                  </a:cubicBezTo>
                  <a:lnTo>
                    <a:pt x="4056" y="6651"/>
                  </a:lnTo>
                  <a:cubicBezTo>
                    <a:pt x="4148" y="6651"/>
                    <a:pt x="4241" y="6559"/>
                    <a:pt x="4241" y="6466"/>
                  </a:cubicBezTo>
                  <a:cubicBezTo>
                    <a:pt x="4241" y="6373"/>
                    <a:pt x="4148" y="6257"/>
                    <a:pt x="4056" y="6257"/>
                  </a:cubicBezTo>
                  <a:lnTo>
                    <a:pt x="3175" y="6257"/>
                  </a:lnTo>
                  <a:cubicBezTo>
                    <a:pt x="2990" y="6257"/>
                    <a:pt x="2781" y="6072"/>
                    <a:pt x="2781" y="5887"/>
                  </a:cubicBezTo>
                  <a:lnTo>
                    <a:pt x="10429" y="5887"/>
                  </a:lnTo>
                  <a:cubicBezTo>
                    <a:pt x="10313" y="6072"/>
                    <a:pt x="10220" y="6257"/>
                    <a:pt x="9942" y="6257"/>
                  </a:cubicBezTo>
                  <a:lnTo>
                    <a:pt x="4913" y="6257"/>
                  </a:lnTo>
                  <a:cubicBezTo>
                    <a:pt x="4821" y="6257"/>
                    <a:pt x="4728" y="6373"/>
                    <a:pt x="4728" y="6466"/>
                  </a:cubicBezTo>
                  <a:cubicBezTo>
                    <a:pt x="4728" y="6559"/>
                    <a:pt x="4821" y="6651"/>
                    <a:pt x="4913" y="6651"/>
                  </a:cubicBezTo>
                  <a:lnTo>
                    <a:pt x="9942" y="6651"/>
                  </a:lnTo>
                  <a:cubicBezTo>
                    <a:pt x="10429" y="6651"/>
                    <a:pt x="10800" y="6257"/>
                    <a:pt x="10800" y="5887"/>
                  </a:cubicBezTo>
                  <a:lnTo>
                    <a:pt x="10800" y="5678"/>
                  </a:lnTo>
                  <a:lnTo>
                    <a:pt x="11286" y="5214"/>
                  </a:lnTo>
                  <a:close/>
                  <a:moveTo>
                    <a:pt x="6165" y="0"/>
                  </a:moveTo>
                  <a:cubicBezTo>
                    <a:pt x="5794" y="0"/>
                    <a:pt x="5400" y="371"/>
                    <a:pt x="5400" y="765"/>
                  </a:cubicBezTo>
                  <a:lnTo>
                    <a:pt x="5400" y="1924"/>
                  </a:lnTo>
                  <a:cubicBezTo>
                    <a:pt x="5400" y="2202"/>
                    <a:pt x="5585" y="2410"/>
                    <a:pt x="5794" y="2503"/>
                  </a:cubicBezTo>
                  <a:lnTo>
                    <a:pt x="5887" y="2596"/>
                  </a:lnTo>
                  <a:lnTo>
                    <a:pt x="5887" y="2990"/>
                  </a:lnTo>
                  <a:cubicBezTo>
                    <a:pt x="5887" y="3082"/>
                    <a:pt x="5887" y="3175"/>
                    <a:pt x="5794" y="3268"/>
                  </a:cubicBezTo>
                  <a:cubicBezTo>
                    <a:pt x="5678" y="3268"/>
                    <a:pt x="5678" y="3360"/>
                    <a:pt x="5585" y="3360"/>
                  </a:cubicBezTo>
                  <a:lnTo>
                    <a:pt x="5307" y="3476"/>
                  </a:lnTo>
                  <a:cubicBezTo>
                    <a:pt x="4728" y="3662"/>
                    <a:pt x="4427" y="4148"/>
                    <a:pt x="4427" y="4728"/>
                  </a:cubicBezTo>
                  <a:lnTo>
                    <a:pt x="4427" y="5006"/>
                  </a:lnTo>
                  <a:cubicBezTo>
                    <a:pt x="4241" y="4913"/>
                    <a:pt x="4148" y="4821"/>
                    <a:pt x="3940" y="4821"/>
                  </a:cubicBezTo>
                  <a:lnTo>
                    <a:pt x="3940" y="4728"/>
                  </a:lnTo>
                  <a:lnTo>
                    <a:pt x="3082" y="4728"/>
                  </a:lnTo>
                  <a:lnTo>
                    <a:pt x="1831" y="3268"/>
                  </a:lnTo>
                  <a:lnTo>
                    <a:pt x="1738" y="2688"/>
                  </a:lnTo>
                  <a:cubicBezTo>
                    <a:pt x="2016" y="2503"/>
                    <a:pt x="2202" y="2202"/>
                    <a:pt x="2202" y="1831"/>
                  </a:cubicBezTo>
                  <a:lnTo>
                    <a:pt x="2202" y="1159"/>
                  </a:lnTo>
                  <a:lnTo>
                    <a:pt x="2202" y="1043"/>
                  </a:lnTo>
                  <a:lnTo>
                    <a:pt x="2202" y="950"/>
                  </a:lnTo>
                  <a:cubicBezTo>
                    <a:pt x="2109" y="579"/>
                    <a:pt x="1831" y="371"/>
                    <a:pt x="1437" y="371"/>
                  </a:cubicBezTo>
                  <a:lnTo>
                    <a:pt x="1043" y="371"/>
                  </a:lnTo>
                  <a:cubicBezTo>
                    <a:pt x="579" y="371"/>
                    <a:pt x="278" y="672"/>
                    <a:pt x="278" y="1159"/>
                  </a:cubicBezTo>
                  <a:lnTo>
                    <a:pt x="278" y="1831"/>
                  </a:lnTo>
                  <a:lnTo>
                    <a:pt x="278" y="2318"/>
                  </a:lnTo>
                  <a:lnTo>
                    <a:pt x="371" y="2318"/>
                  </a:lnTo>
                  <a:cubicBezTo>
                    <a:pt x="371" y="2410"/>
                    <a:pt x="464" y="2503"/>
                    <a:pt x="579" y="2596"/>
                  </a:cubicBezTo>
                  <a:lnTo>
                    <a:pt x="464" y="3268"/>
                  </a:lnTo>
                  <a:cubicBezTo>
                    <a:pt x="278" y="3360"/>
                    <a:pt x="185" y="3569"/>
                    <a:pt x="185" y="3754"/>
                  </a:cubicBezTo>
                  <a:lnTo>
                    <a:pt x="0" y="5678"/>
                  </a:lnTo>
                  <a:lnTo>
                    <a:pt x="0" y="6165"/>
                  </a:lnTo>
                  <a:cubicBezTo>
                    <a:pt x="0" y="6837"/>
                    <a:pt x="579" y="7416"/>
                    <a:pt x="1252" y="7416"/>
                  </a:cubicBezTo>
                  <a:lnTo>
                    <a:pt x="11866" y="7416"/>
                  </a:lnTo>
                  <a:cubicBezTo>
                    <a:pt x="12538" y="7416"/>
                    <a:pt x="13117" y="6837"/>
                    <a:pt x="13117" y="6165"/>
                  </a:cubicBezTo>
                  <a:lnTo>
                    <a:pt x="13117" y="5678"/>
                  </a:lnTo>
                  <a:lnTo>
                    <a:pt x="12932" y="3754"/>
                  </a:lnTo>
                  <a:cubicBezTo>
                    <a:pt x="12932" y="3569"/>
                    <a:pt x="12839" y="3360"/>
                    <a:pt x="12631" y="3268"/>
                  </a:cubicBezTo>
                  <a:lnTo>
                    <a:pt x="12538" y="2596"/>
                  </a:lnTo>
                  <a:cubicBezTo>
                    <a:pt x="12631" y="2503"/>
                    <a:pt x="12746" y="2410"/>
                    <a:pt x="12839" y="2318"/>
                  </a:cubicBezTo>
                  <a:cubicBezTo>
                    <a:pt x="12839" y="2109"/>
                    <a:pt x="12932" y="2016"/>
                    <a:pt x="12932" y="1831"/>
                  </a:cubicBezTo>
                  <a:lnTo>
                    <a:pt x="12932" y="1159"/>
                  </a:lnTo>
                  <a:cubicBezTo>
                    <a:pt x="12932" y="672"/>
                    <a:pt x="12538" y="371"/>
                    <a:pt x="12167" y="371"/>
                  </a:cubicBezTo>
                  <a:lnTo>
                    <a:pt x="11680" y="371"/>
                  </a:lnTo>
                  <a:cubicBezTo>
                    <a:pt x="11286" y="371"/>
                    <a:pt x="11008" y="579"/>
                    <a:pt x="10892" y="950"/>
                  </a:cubicBezTo>
                  <a:lnTo>
                    <a:pt x="10892" y="1043"/>
                  </a:lnTo>
                  <a:lnTo>
                    <a:pt x="10892" y="1159"/>
                  </a:lnTo>
                  <a:lnTo>
                    <a:pt x="10892" y="1831"/>
                  </a:lnTo>
                  <a:cubicBezTo>
                    <a:pt x="10892" y="2202"/>
                    <a:pt x="11101" y="2503"/>
                    <a:pt x="11379" y="2688"/>
                  </a:cubicBezTo>
                  <a:lnTo>
                    <a:pt x="11286" y="3268"/>
                  </a:lnTo>
                  <a:lnTo>
                    <a:pt x="10035" y="4728"/>
                  </a:lnTo>
                  <a:lnTo>
                    <a:pt x="9154" y="4728"/>
                  </a:lnTo>
                  <a:lnTo>
                    <a:pt x="9154" y="4821"/>
                  </a:lnTo>
                  <a:cubicBezTo>
                    <a:pt x="8969" y="4821"/>
                    <a:pt x="8876" y="4913"/>
                    <a:pt x="8783" y="5006"/>
                  </a:cubicBezTo>
                  <a:lnTo>
                    <a:pt x="8783" y="4728"/>
                  </a:lnTo>
                  <a:cubicBezTo>
                    <a:pt x="8783" y="4148"/>
                    <a:pt x="8390" y="3662"/>
                    <a:pt x="7810" y="3476"/>
                  </a:cubicBezTo>
                  <a:lnTo>
                    <a:pt x="7532" y="3360"/>
                  </a:lnTo>
                  <a:cubicBezTo>
                    <a:pt x="7416" y="3360"/>
                    <a:pt x="7416" y="3268"/>
                    <a:pt x="7323" y="3268"/>
                  </a:cubicBezTo>
                  <a:cubicBezTo>
                    <a:pt x="7323" y="3175"/>
                    <a:pt x="7231" y="3082"/>
                    <a:pt x="7231" y="2990"/>
                  </a:cubicBezTo>
                  <a:lnTo>
                    <a:pt x="7231" y="2596"/>
                  </a:lnTo>
                  <a:lnTo>
                    <a:pt x="7323" y="2503"/>
                  </a:lnTo>
                  <a:cubicBezTo>
                    <a:pt x="7625" y="2410"/>
                    <a:pt x="7717" y="2202"/>
                    <a:pt x="7717" y="1924"/>
                  </a:cubicBezTo>
                  <a:lnTo>
                    <a:pt x="7717" y="1344"/>
                  </a:lnTo>
                  <a:lnTo>
                    <a:pt x="7717" y="765"/>
                  </a:lnTo>
                  <a:cubicBezTo>
                    <a:pt x="7717" y="371"/>
                    <a:pt x="7323" y="0"/>
                    <a:pt x="6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0" name="Google Shape;2899;p71">
              <a:extLst>
                <a:ext uri="{FF2B5EF4-FFF2-40B4-BE49-F238E27FC236}">
                  <a16:creationId xmlns:a16="http://schemas.microsoft.com/office/drawing/2014/main" id="{FD5FE75E-D2E2-292E-27AD-50C80EE83F6B}"/>
                </a:ext>
              </a:extLst>
            </p:cNvPr>
            <p:cNvSpPr/>
            <p:nvPr/>
          </p:nvSpPr>
          <p:spPr>
            <a:xfrm>
              <a:off x="5554625" y="3159200"/>
              <a:ext cx="316350" cy="164550"/>
            </a:xfrm>
            <a:custGeom>
              <a:avLst/>
              <a:gdLst/>
              <a:ahLst/>
              <a:cxnLst/>
              <a:rect l="l" t="t" r="r" b="b"/>
              <a:pathLst>
                <a:path w="12654" h="6581" extrusionOk="0">
                  <a:moveTo>
                    <a:pt x="9085" y="394"/>
                  </a:moveTo>
                  <a:cubicBezTo>
                    <a:pt x="9178" y="394"/>
                    <a:pt x="9363" y="487"/>
                    <a:pt x="9363" y="695"/>
                  </a:cubicBezTo>
                  <a:lnTo>
                    <a:pt x="9363" y="4542"/>
                  </a:lnTo>
                  <a:cubicBezTo>
                    <a:pt x="9363" y="4751"/>
                    <a:pt x="9178" y="4844"/>
                    <a:pt x="9085" y="4844"/>
                  </a:cubicBezTo>
                  <a:lnTo>
                    <a:pt x="7045" y="4844"/>
                  </a:lnTo>
                  <a:cubicBezTo>
                    <a:pt x="6953" y="4844"/>
                    <a:pt x="6860" y="4936"/>
                    <a:pt x="6767" y="5122"/>
                  </a:cubicBezTo>
                  <a:cubicBezTo>
                    <a:pt x="6675" y="5330"/>
                    <a:pt x="6466" y="5423"/>
                    <a:pt x="6188" y="5423"/>
                  </a:cubicBezTo>
                  <a:cubicBezTo>
                    <a:pt x="5979" y="5423"/>
                    <a:pt x="5701" y="5330"/>
                    <a:pt x="5609" y="5122"/>
                  </a:cubicBezTo>
                  <a:cubicBezTo>
                    <a:pt x="5609" y="4936"/>
                    <a:pt x="5400" y="4844"/>
                    <a:pt x="5307" y="4844"/>
                  </a:cubicBezTo>
                  <a:lnTo>
                    <a:pt x="3384" y="4844"/>
                  </a:lnTo>
                  <a:cubicBezTo>
                    <a:pt x="3198" y="4844"/>
                    <a:pt x="3082" y="4751"/>
                    <a:pt x="3082" y="4542"/>
                  </a:cubicBezTo>
                  <a:lnTo>
                    <a:pt x="3082" y="695"/>
                  </a:lnTo>
                  <a:cubicBezTo>
                    <a:pt x="3082" y="487"/>
                    <a:pt x="3198" y="394"/>
                    <a:pt x="3384" y="394"/>
                  </a:cubicBezTo>
                  <a:close/>
                  <a:moveTo>
                    <a:pt x="3384" y="0"/>
                  </a:moveTo>
                  <a:cubicBezTo>
                    <a:pt x="2990" y="0"/>
                    <a:pt x="2712" y="301"/>
                    <a:pt x="2712" y="695"/>
                  </a:cubicBezTo>
                  <a:lnTo>
                    <a:pt x="2712" y="1738"/>
                  </a:lnTo>
                  <a:lnTo>
                    <a:pt x="580" y="1738"/>
                  </a:lnTo>
                  <a:cubicBezTo>
                    <a:pt x="186" y="1738"/>
                    <a:pt x="0" y="1947"/>
                    <a:pt x="0" y="2318"/>
                  </a:cubicBezTo>
                  <a:lnTo>
                    <a:pt x="0" y="2619"/>
                  </a:lnTo>
                  <a:cubicBezTo>
                    <a:pt x="0" y="2712"/>
                    <a:pt x="0" y="2804"/>
                    <a:pt x="186" y="2804"/>
                  </a:cubicBezTo>
                  <a:cubicBezTo>
                    <a:pt x="301" y="2804"/>
                    <a:pt x="394" y="2712"/>
                    <a:pt x="394" y="2619"/>
                  </a:cubicBezTo>
                  <a:lnTo>
                    <a:pt x="394" y="2318"/>
                  </a:lnTo>
                  <a:cubicBezTo>
                    <a:pt x="394" y="2225"/>
                    <a:pt x="487" y="2132"/>
                    <a:pt x="580" y="2132"/>
                  </a:cubicBezTo>
                  <a:lnTo>
                    <a:pt x="2712" y="2132"/>
                  </a:lnTo>
                  <a:lnTo>
                    <a:pt x="2712" y="4542"/>
                  </a:lnTo>
                  <a:cubicBezTo>
                    <a:pt x="2712" y="4936"/>
                    <a:pt x="2990" y="5214"/>
                    <a:pt x="3384" y="5214"/>
                  </a:cubicBezTo>
                  <a:lnTo>
                    <a:pt x="5215" y="5214"/>
                  </a:lnTo>
                  <a:lnTo>
                    <a:pt x="5215" y="5516"/>
                  </a:lnTo>
                  <a:cubicBezTo>
                    <a:pt x="5215" y="5608"/>
                    <a:pt x="5122" y="5608"/>
                    <a:pt x="5029" y="5608"/>
                  </a:cubicBezTo>
                  <a:lnTo>
                    <a:pt x="2132" y="5608"/>
                  </a:lnTo>
                  <a:cubicBezTo>
                    <a:pt x="1924" y="5608"/>
                    <a:pt x="1831" y="5701"/>
                    <a:pt x="1738" y="5910"/>
                  </a:cubicBezTo>
                  <a:cubicBezTo>
                    <a:pt x="1738" y="6095"/>
                    <a:pt x="1553" y="6188"/>
                    <a:pt x="1344" y="6188"/>
                  </a:cubicBezTo>
                  <a:cubicBezTo>
                    <a:pt x="1159" y="6188"/>
                    <a:pt x="974" y="6095"/>
                    <a:pt x="974" y="5910"/>
                  </a:cubicBezTo>
                  <a:cubicBezTo>
                    <a:pt x="881" y="5701"/>
                    <a:pt x="765" y="5608"/>
                    <a:pt x="580" y="5608"/>
                  </a:cubicBezTo>
                  <a:cubicBezTo>
                    <a:pt x="487" y="5608"/>
                    <a:pt x="394" y="5608"/>
                    <a:pt x="394" y="5516"/>
                  </a:cubicBezTo>
                  <a:lnTo>
                    <a:pt x="394" y="3384"/>
                  </a:lnTo>
                  <a:cubicBezTo>
                    <a:pt x="394" y="3291"/>
                    <a:pt x="301" y="3198"/>
                    <a:pt x="186" y="3198"/>
                  </a:cubicBezTo>
                  <a:cubicBezTo>
                    <a:pt x="0" y="3198"/>
                    <a:pt x="0" y="3291"/>
                    <a:pt x="0" y="3384"/>
                  </a:cubicBezTo>
                  <a:lnTo>
                    <a:pt x="0" y="5516"/>
                  </a:lnTo>
                  <a:cubicBezTo>
                    <a:pt x="0" y="5794"/>
                    <a:pt x="186" y="6095"/>
                    <a:pt x="580" y="6095"/>
                  </a:cubicBezTo>
                  <a:cubicBezTo>
                    <a:pt x="672" y="6373"/>
                    <a:pt x="1066" y="6582"/>
                    <a:pt x="1344" y="6582"/>
                  </a:cubicBezTo>
                  <a:cubicBezTo>
                    <a:pt x="1646" y="6582"/>
                    <a:pt x="2040" y="6373"/>
                    <a:pt x="2132" y="6095"/>
                  </a:cubicBezTo>
                  <a:lnTo>
                    <a:pt x="5029" y="6095"/>
                  </a:lnTo>
                  <a:cubicBezTo>
                    <a:pt x="5307" y="6095"/>
                    <a:pt x="5516" y="5910"/>
                    <a:pt x="5609" y="5701"/>
                  </a:cubicBezTo>
                  <a:cubicBezTo>
                    <a:pt x="5794" y="5794"/>
                    <a:pt x="5979" y="5910"/>
                    <a:pt x="6188" y="5910"/>
                  </a:cubicBezTo>
                  <a:cubicBezTo>
                    <a:pt x="6466" y="5910"/>
                    <a:pt x="6767" y="5794"/>
                    <a:pt x="6953" y="5608"/>
                  </a:cubicBezTo>
                  <a:cubicBezTo>
                    <a:pt x="6953" y="5910"/>
                    <a:pt x="7254" y="6095"/>
                    <a:pt x="7532" y="6095"/>
                  </a:cubicBezTo>
                  <a:lnTo>
                    <a:pt x="10429" y="6095"/>
                  </a:lnTo>
                  <a:cubicBezTo>
                    <a:pt x="10614" y="6373"/>
                    <a:pt x="10916" y="6582"/>
                    <a:pt x="11194" y="6582"/>
                  </a:cubicBezTo>
                  <a:cubicBezTo>
                    <a:pt x="11588" y="6582"/>
                    <a:pt x="11889" y="6373"/>
                    <a:pt x="11982" y="6095"/>
                  </a:cubicBezTo>
                  <a:lnTo>
                    <a:pt x="12074" y="6095"/>
                  </a:lnTo>
                  <a:cubicBezTo>
                    <a:pt x="12353" y="6095"/>
                    <a:pt x="12654" y="5794"/>
                    <a:pt x="12654" y="5516"/>
                  </a:cubicBezTo>
                  <a:lnTo>
                    <a:pt x="12654" y="2318"/>
                  </a:lnTo>
                  <a:cubicBezTo>
                    <a:pt x="12654" y="1947"/>
                    <a:pt x="12353" y="1738"/>
                    <a:pt x="12074" y="1738"/>
                  </a:cubicBezTo>
                  <a:lnTo>
                    <a:pt x="10429" y="1738"/>
                  </a:lnTo>
                  <a:cubicBezTo>
                    <a:pt x="10244" y="1738"/>
                    <a:pt x="10151" y="1738"/>
                    <a:pt x="10151" y="1947"/>
                  </a:cubicBezTo>
                  <a:cubicBezTo>
                    <a:pt x="10151" y="2039"/>
                    <a:pt x="10244" y="2132"/>
                    <a:pt x="10429" y="2132"/>
                  </a:cubicBezTo>
                  <a:lnTo>
                    <a:pt x="12074" y="2132"/>
                  </a:lnTo>
                  <a:cubicBezTo>
                    <a:pt x="12167" y="2132"/>
                    <a:pt x="12167" y="2225"/>
                    <a:pt x="12167" y="2318"/>
                  </a:cubicBezTo>
                  <a:lnTo>
                    <a:pt x="12167" y="5516"/>
                  </a:lnTo>
                  <a:cubicBezTo>
                    <a:pt x="12167" y="5608"/>
                    <a:pt x="12167" y="5608"/>
                    <a:pt x="12074" y="5608"/>
                  </a:cubicBezTo>
                  <a:lnTo>
                    <a:pt x="11982" y="5608"/>
                  </a:lnTo>
                  <a:cubicBezTo>
                    <a:pt x="11773" y="5608"/>
                    <a:pt x="11680" y="5701"/>
                    <a:pt x="11588" y="5910"/>
                  </a:cubicBezTo>
                  <a:cubicBezTo>
                    <a:pt x="11588" y="6095"/>
                    <a:pt x="11402" y="6188"/>
                    <a:pt x="11194" y="6188"/>
                  </a:cubicBezTo>
                  <a:cubicBezTo>
                    <a:pt x="11008" y="6188"/>
                    <a:pt x="10916" y="6095"/>
                    <a:pt x="10823" y="5910"/>
                  </a:cubicBezTo>
                  <a:cubicBezTo>
                    <a:pt x="10730" y="5701"/>
                    <a:pt x="10614" y="5608"/>
                    <a:pt x="10429" y="5608"/>
                  </a:cubicBezTo>
                  <a:lnTo>
                    <a:pt x="7532" y="5608"/>
                  </a:lnTo>
                  <a:cubicBezTo>
                    <a:pt x="7439" y="5608"/>
                    <a:pt x="7347" y="5608"/>
                    <a:pt x="7347" y="5516"/>
                  </a:cubicBezTo>
                  <a:lnTo>
                    <a:pt x="7347" y="5214"/>
                  </a:lnTo>
                  <a:lnTo>
                    <a:pt x="9085" y="5214"/>
                  </a:lnTo>
                  <a:cubicBezTo>
                    <a:pt x="9456" y="5214"/>
                    <a:pt x="9757" y="4936"/>
                    <a:pt x="9757" y="4542"/>
                  </a:cubicBezTo>
                  <a:lnTo>
                    <a:pt x="9757" y="695"/>
                  </a:lnTo>
                  <a:cubicBezTo>
                    <a:pt x="9757" y="301"/>
                    <a:pt x="9456" y="0"/>
                    <a:pt x="90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1" name="Google Shape;2900;p71">
              <a:extLst>
                <a:ext uri="{FF2B5EF4-FFF2-40B4-BE49-F238E27FC236}">
                  <a16:creationId xmlns:a16="http://schemas.microsoft.com/office/drawing/2014/main" id="{B2A271A9-A933-B4BF-4D6D-328A92742F12}"/>
                </a:ext>
              </a:extLst>
            </p:cNvPr>
            <p:cNvSpPr/>
            <p:nvPr/>
          </p:nvSpPr>
          <p:spPr>
            <a:xfrm>
              <a:off x="5649050" y="3188150"/>
              <a:ext cx="120550" cy="9875"/>
            </a:xfrm>
            <a:custGeom>
              <a:avLst/>
              <a:gdLst/>
              <a:ahLst/>
              <a:cxnLst/>
              <a:rect l="l" t="t" r="r" b="b"/>
              <a:pathLst>
                <a:path w="4822" h="395" extrusionOk="0">
                  <a:moveTo>
                    <a:pt x="186" y="1"/>
                  </a:moveTo>
                  <a:cubicBezTo>
                    <a:pt x="93" y="1"/>
                    <a:pt x="1" y="117"/>
                    <a:pt x="1" y="209"/>
                  </a:cubicBezTo>
                  <a:cubicBezTo>
                    <a:pt x="1" y="302"/>
                    <a:pt x="93" y="395"/>
                    <a:pt x="186" y="395"/>
                  </a:cubicBezTo>
                  <a:lnTo>
                    <a:pt x="4636" y="395"/>
                  </a:lnTo>
                  <a:cubicBezTo>
                    <a:pt x="4728" y="395"/>
                    <a:pt x="4821" y="302"/>
                    <a:pt x="4821" y="209"/>
                  </a:cubicBezTo>
                  <a:cubicBezTo>
                    <a:pt x="4821" y="117"/>
                    <a:pt x="4728" y="1"/>
                    <a:pt x="4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2" name="Google Shape;2901;p71">
              <a:extLst>
                <a:ext uri="{FF2B5EF4-FFF2-40B4-BE49-F238E27FC236}">
                  <a16:creationId xmlns:a16="http://schemas.microsoft.com/office/drawing/2014/main" id="{63546169-0B61-2AA1-12B8-B6E1387E4EA8}"/>
                </a:ext>
              </a:extLst>
            </p:cNvPr>
            <p:cNvSpPr/>
            <p:nvPr/>
          </p:nvSpPr>
          <p:spPr>
            <a:xfrm>
              <a:off x="5649050" y="3214800"/>
              <a:ext cx="120550" cy="9875"/>
            </a:xfrm>
            <a:custGeom>
              <a:avLst/>
              <a:gdLst/>
              <a:ahLst/>
              <a:cxnLst/>
              <a:rect l="l" t="t" r="r" b="b"/>
              <a:pathLst>
                <a:path w="4822" h="395" extrusionOk="0">
                  <a:moveTo>
                    <a:pt x="186" y="1"/>
                  </a:moveTo>
                  <a:cubicBezTo>
                    <a:pt x="93" y="1"/>
                    <a:pt x="1" y="94"/>
                    <a:pt x="1" y="209"/>
                  </a:cubicBezTo>
                  <a:cubicBezTo>
                    <a:pt x="1" y="302"/>
                    <a:pt x="93" y="395"/>
                    <a:pt x="186" y="395"/>
                  </a:cubicBezTo>
                  <a:lnTo>
                    <a:pt x="4636" y="395"/>
                  </a:lnTo>
                  <a:cubicBezTo>
                    <a:pt x="4728" y="395"/>
                    <a:pt x="4821" y="302"/>
                    <a:pt x="4821" y="209"/>
                  </a:cubicBezTo>
                  <a:cubicBezTo>
                    <a:pt x="4821" y="94"/>
                    <a:pt x="4728" y="1"/>
                    <a:pt x="4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3" name="Google Shape;2902;p71">
              <a:extLst>
                <a:ext uri="{FF2B5EF4-FFF2-40B4-BE49-F238E27FC236}">
                  <a16:creationId xmlns:a16="http://schemas.microsoft.com/office/drawing/2014/main" id="{97635220-7C9E-C3D8-3C09-4732E47120B1}"/>
                </a:ext>
              </a:extLst>
            </p:cNvPr>
            <p:cNvSpPr/>
            <p:nvPr/>
          </p:nvSpPr>
          <p:spPr>
            <a:xfrm>
              <a:off x="5649050" y="3241450"/>
              <a:ext cx="69550" cy="9875"/>
            </a:xfrm>
            <a:custGeom>
              <a:avLst/>
              <a:gdLst/>
              <a:ahLst/>
              <a:cxnLst/>
              <a:rect l="l" t="t" r="r" b="b"/>
              <a:pathLst>
                <a:path w="2782" h="395" extrusionOk="0">
                  <a:moveTo>
                    <a:pt x="186" y="1"/>
                  </a:moveTo>
                  <a:cubicBezTo>
                    <a:pt x="93" y="1"/>
                    <a:pt x="1" y="94"/>
                    <a:pt x="1" y="186"/>
                  </a:cubicBezTo>
                  <a:cubicBezTo>
                    <a:pt x="1" y="302"/>
                    <a:pt x="93" y="395"/>
                    <a:pt x="186" y="395"/>
                  </a:cubicBezTo>
                  <a:lnTo>
                    <a:pt x="2596" y="395"/>
                  </a:lnTo>
                  <a:cubicBezTo>
                    <a:pt x="2689" y="395"/>
                    <a:pt x="2782" y="302"/>
                    <a:pt x="2782" y="186"/>
                  </a:cubicBezTo>
                  <a:cubicBezTo>
                    <a:pt x="2782" y="94"/>
                    <a:pt x="2689" y="1"/>
                    <a:pt x="2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24" name="Google Shape;2903;p71">
            <a:extLst>
              <a:ext uri="{FF2B5EF4-FFF2-40B4-BE49-F238E27FC236}">
                <a16:creationId xmlns:a16="http://schemas.microsoft.com/office/drawing/2014/main" id="{14594445-3F58-160F-9CCF-C191658E992B}"/>
              </a:ext>
            </a:extLst>
          </p:cNvPr>
          <p:cNvGrpSpPr/>
          <p:nvPr/>
        </p:nvGrpSpPr>
        <p:grpSpPr>
          <a:xfrm>
            <a:off x="4947788" y="3226263"/>
            <a:ext cx="347650" cy="343025"/>
            <a:chOff x="7787550" y="3702650"/>
            <a:chExt cx="347650" cy="343025"/>
          </a:xfrm>
        </p:grpSpPr>
        <p:sp>
          <p:nvSpPr>
            <p:cNvPr id="1725" name="Google Shape;2904;p71">
              <a:extLst>
                <a:ext uri="{FF2B5EF4-FFF2-40B4-BE49-F238E27FC236}">
                  <a16:creationId xmlns:a16="http://schemas.microsoft.com/office/drawing/2014/main" id="{004D1649-93DC-E691-5558-823F1EE14435}"/>
                </a:ext>
              </a:extLst>
            </p:cNvPr>
            <p:cNvSpPr/>
            <p:nvPr/>
          </p:nvSpPr>
          <p:spPr>
            <a:xfrm>
              <a:off x="7983375" y="3842850"/>
              <a:ext cx="38275" cy="38275"/>
            </a:xfrm>
            <a:custGeom>
              <a:avLst/>
              <a:gdLst/>
              <a:ahLst/>
              <a:cxnLst/>
              <a:rect l="l" t="t" r="r" b="b"/>
              <a:pathLst>
                <a:path w="1531" h="1531" extrusionOk="0">
                  <a:moveTo>
                    <a:pt x="765" y="372"/>
                  </a:moveTo>
                  <a:cubicBezTo>
                    <a:pt x="951" y="372"/>
                    <a:pt x="1159" y="580"/>
                    <a:pt x="1159" y="766"/>
                  </a:cubicBezTo>
                  <a:cubicBezTo>
                    <a:pt x="1159" y="951"/>
                    <a:pt x="951" y="1159"/>
                    <a:pt x="765" y="1159"/>
                  </a:cubicBezTo>
                  <a:cubicBezTo>
                    <a:pt x="580" y="1159"/>
                    <a:pt x="371" y="951"/>
                    <a:pt x="371" y="766"/>
                  </a:cubicBezTo>
                  <a:cubicBezTo>
                    <a:pt x="371" y="580"/>
                    <a:pt x="580" y="372"/>
                    <a:pt x="765" y="372"/>
                  </a:cubicBezTo>
                  <a:close/>
                  <a:moveTo>
                    <a:pt x="765" y="1"/>
                  </a:moveTo>
                  <a:cubicBezTo>
                    <a:pt x="279" y="1"/>
                    <a:pt x="1" y="372"/>
                    <a:pt x="1" y="766"/>
                  </a:cubicBezTo>
                  <a:cubicBezTo>
                    <a:pt x="1" y="1252"/>
                    <a:pt x="279" y="1530"/>
                    <a:pt x="765" y="1530"/>
                  </a:cubicBezTo>
                  <a:cubicBezTo>
                    <a:pt x="1159" y="1530"/>
                    <a:pt x="1530" y="1252"/>
                    <a:pt x="1530" y="766"/>
                  </a:cubicBezTo>
                  <a:cubicBezTo>
                    <a:pt x="1530" y="372"/>
                    <a:pt x="1159" y="1"/>
                    <a:pt x="7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6" name="Google Shape;2905;p71">
              <a:extLst>
                <a:ext uri="{FF2B5EF4-FFF2-40B4-BE49-F238E27FC236}">
                  <a16:creationId xmlns:a16="http://schemas.microsoft.com/office/drawing/2014/main" id="{7FADB908-458C-8D8F-6DA7-E822569D31A2}"/>
                </a:ext>
              </a:extLst>
            </p:cNvPr>
            <p:cNvSpPr/>
            <p:nvPr/>
          </p:nvSpPr>
          <p:spPr>
            <a:xfrm>
              <a:off x="7874450" y="3767525"/>
              <a:ext cx="74775" cy="75350"/>
            </a:xfrm>
            <a:custGeom>
              <a:avLst/>
              <a:gdLst/>
              <a:ahLst/>
              <a:cxnLst/>
              <a:rect l="l" t="t" r="r" b="b"/>
              <a:pathLst>
                <a:path w="2991" h="3014" extrusionOk="0">
                  <a:moveTo>
                    <a:pt x="1553" y="1"/>
                  </a:moveTo>
                  <a:cubicBezTo>
                    <a:pt x="673" y="1"/>
                    <a:pt x="1" y="696"/>
                    <a:pt x="1" y="1461"/>
                  </a:cubicBezTo>
                  <a:cubicBezTo>
                    <a:pt x="1" y="2318"/>
                    <a:pt x="673" y="3014"/>
                    <a:pt x="1553" y="3014"/>
                  </a:cubicBezTo>
                  <a:cubicBezTo>
                    <a:pt x="2318" y="3014"/>
                    <a:pt x="2990" y="2318"/>
                    <a:pt x="2990" y="1461"/>
                  </a:cubicBezTo>
                  <a:lnTo>
                    <a:pt x="2990" y="1160"/>
                  </a:lnTo>
                  <a:cubicBezTo>
                    <a:pt x="2898" y="1067"/>
                    <a:pt x="2805" y="974"/>
                    <a:pt x="2712" y="974"/>
                  </a:cubicBezTo>
                  <a:cubicBezTo>
                    <a:pt x="2619" y="1067"/>
                    <a:pt x="2527" y="1160"/>
                    <a:pt x="2619" y="1276"/>
                  </a:cubicBezTo>
                  <a:lnTo>
                    <a:pt x="2619" y="1461"/>
                  </a:lnTo>
                  <a:cubicBezTo>
                    <a:pt x="2619" y="2040"/>
                    <a:pt x="2133" y="2527"/>
                    <a:pt x="1553" y="2527"/>
                  </a:cubicBezTo>
                  <a:cubicBezTo>
                    <a:pt x="881" y="2527"/>
                    <a:pt x="395" y="2040"/>
                    <a:pt x="395" y="1461"/>
                  </a:cubicBezTo>
                  <a:cubicBezTo>
                    <a:pt x="395" y="882"/>
                    <a:pt x="881" y="395"/>
                    <a:pt x="1553" y="395"/>
                  </a:cubicBezTo>
                  <a:cubicBezTo>
                    <a:pt x="1739" y="395"/>
                    <a:pt x="2040" y="488"/>
                    <a:pt x="2225" y="580"/>
                  </a:cubicBezTo>
                  <a:cubicBezTo>
                    <a:pt x="2225" y="638"/>
                    <a:pt x="2272" y="667"/>
                    <a:pt x="2318" y="667"/>
                  </a:cubicBezTo>
                  <a:cubicBezTo>
                    <a:pt x="2364" y="667"/>
                    <a:pt x="2411" y="638"/>
                    <a:pt x="2411" y="580"/>
                  </a:cubicBezTo>
                  <a:cubicBezTo>
                    <a:pt x="2527" y="488"/>
                    <a:pt x="2527" y="395"/>
                    <a:pt x="2411" y="302"/>
                  </a:cubicBezTo>
                  <a:cubicBezTo>
                    <a:pt x="2133" y="117"/>
                    <a:pt x="1831" y="1"/>
                    <a:pt x="15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7" name="Google Shape;2906;p71">
              <a:extLst>
                <a:ext uri="{FF2B5EF4-FFF2-40B4-BE49-F238E27FC236}">
                  <a16:creationId xmlns:a16="http://schemas.microsoft.com/office/drawing/2014/main" id="{A4ED623B-256E-2ACC-C321-4B00B6F03B36}"/>
                </a:ext>
              </a:extLst>
            </p:cNvPr>
            <p:cNvSpPr/>
            <p:nvPr/>
          </p:nvSpPr>
          <p:spPr>
            <a:xfrm>
              <a:off x="7787550" y="4035800"/>
              <a:ext cx="31300" cy="9875"/>
            </a:xfrm>
            <a:custGeom>
              <a:avLst/>
              <a:gdLst/>
              <a:ahLst/>
              <a:cxnLst/>
              <a:rect l="l" t="t" r="r" b="b"/>
              <a:pathLst>
                <a:path w="1252" h="395" extrusionOk="0">
                  <a:moveTo>
                    <a:pt x="209" y="0"/>
                  </a:moveTo>
                  <a:cubicBezTo>
                    <a:pt x="93" y="0"/>
                    <a:pt x="0" y="0"/>
                    <a:pt x="0" y="185"/>
                  </a:cubicBezTo>
                  <a:cubicBezTo>
                    <a:pt x="0" y="278"/>
                    <a:pt x="93" y="394"/>
                    <a:pt x="209" y="394"/>
                  </a:cubicBezTo>
                  <a:lnTo>
                    <a:pt x="1066" y="394"/>
                  </a:lnTo>
                  <a:cubicBezTo>
                    <a:pt x="1159" y="394"/>
                    <a:pt x="1252" y="278"/>
                    <a:pt x="1252" y="185"/>
                  </a:cubicBezTo>
                  <a:cubicBezTo>
                    <a:pt x="1252" y="0"/>
                    <a:pt x="1159" y="0"/>
                    <a:pt x="10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29" name="Google Shape;2907;p71">
              <a:extLst>
                <a:ext uri="{FF2B5EF4-FFF2-40B4-BE49-F238E27FC236}">
                  <a16:creationId xmlns:a16="http://schemas.microsoft.com/office/drawing/2014/main" id="{03E99877-007A-CDF3-CADC-34D4ED297A74}"/>
                </a:ext>
              </a:extLst>
            </p:cNvPr>
            <p:cNvSpPr/>
            <p:nvPr/>
          </p:nvSpPr>
          <p:spPr>
            <a:xfrm>
              <a:off x="7840850" y="4035800"/>
              <a:ext cx="31300" cy="9875"/>
            </a:xfrm>
            <a:custGeom>
              <a:avLst/>
              <a:gdLst/>
              <a:ahLst/>
              <a:cxnLst/>
              <a:rect l="l" t="t" r="r" b="b"/>
              <a:pathLst>
                <a:path w="1252" h="395" extrusionOk="0">
                  <a:moveTo>
                    <a:pt x="186" y="0"/>
                  </a:moveTo>
                  <a:cubicBezTo>
                    <a:pt x="93" y="0"/>
                    <a:pt x="0" y="0"/>
                    <a:pt x="0" y="185"/>
                  </a:cubicBezTo>
                  <a:cubicBezTo>
                    <a:pt x="0" y="278"/>
                    <a:pt x="93" y="394"/>
                    <a:pt x="186" y="394"/>
                  </a:cubicBezTo>
                  <a:lnTo>
                    <a:pt x="974" y="394"/>
                  </a:lnTo>
                  <a:cubicBezTo>
                    <a:pt x="1159" y="394"/>
                    <a:pt x="1252" y="278"/>
                    <a:pt x="1252" y="185"/>
                  </a:cubicBezTo>
                  <a:cubicBezTo>
                    <a:pt x="1252" y="0"/>
                    <a:pt x="1159" y="0"/>
                    <a:pt x="9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0" name="Google Shape;2908;p71">
              <a:extLst>
                <a:ext uri="{FF2B5EF4-FFF2-40B4-BE49-F238E27FC236}">
                  <a16:creationId xmlns:a16="http://schemas.microsoft.com/office/drawing/2014/main" id="{890258D8-DE08-9E37-6E9A-62EF06F9358E}"/>
                </a:ext>
              </a:extLst>
            </p:cNvPr>
            <p:cNvSpPr/>
            <p:nvPr/>
          </p:nvSpPr>
          <p:spPr>
            <a:xfrm>
              <a:off x="7789875" y="3726975"/>
              <a:ext cx="343000" cy="301300"/>
            </a:xfrm>
            <a:custGeom>
              <a:avLst/>
              <a:gdLst/>
              <a:ahLst/>
              <a:cxnLst/>
              <a:rect l="l" t="t" r="r" b="b"/>
              <a:pathLst>
                <a:path w="13719" h="12052" extrusionOk="0">
                  <a:moveTo>
                    <a:pt x="7926" y="3662"/>
                  </a:moveTo>
                  <a:lnTo>
                    <a:pt x="7926" y="3848"/>
                  </a:lnTo>
                  <a:lnTo>
                    <a:pt x="7833" y="3940"/>
                  </a:lnTo>
                  <a:lnTo>
                    <a:pt x="7741" y="3848"/>
                  </a:lnTo>
                  <a:cubicBezTo>
                    <a:pt x="7833" y="3755"/>
                    <a:pt x="7833" y="3755"/>
                    <a:pt x="7926" y="3662"/>
                  </a:cubicBezTo>
                  <a:close/>
                  <a:moveTo>
                    <a:pt x="1738" y="4149"/>
                  </a:moveTo>
                  <a:lnTo>
                    <a:pt x="1854" y="4242"/>
                  </a:lnTo>
                  <a:cubicBezTo>
                    <a:pt x="1947" y="4334"/>
                    <a:pt x="1947" y="4334"/>
                    <a:pt x="1947" y="4427"/>
                  </a:cubicBezTo>
                  <a:lnTo>
                    <a:pt x="1854" y="4914"/>
                  </a:lnTo>
                  <a:cubicBezTo>
                    <a:pt x="1854" y="5007"/>
                    <a:pt x="1738" y="5007"/>
                    <a:pt x="1645" y="5099"/>
                  </a:cubicBezTo>
                  <a:cubicBezTo>
                    <a:pt x="1553" y="5007"/>
                    <a:pt x="1460" y="5007"/>
                    <a:pt x="1367" y="5007"/>
                  </a:cubicBezTo>
                  <a:cubicBezTo>
                    <a:pt x="1367" y="5007"/>
                    <a:pt x="1275" y="4914"/>
                    <a:pt x="1275" y="4821"/>
                  </a:cubicBezTo>
                  <a:lnTo>
                    <a:pt x="1367" y="4334"/>
                  </a:lnTo>
                  <a:lnTo>
                    <a:pt x="1367" y="4242"/>
                  </a:lnTo>
                  <a:cubicBezTo>
                    <a:pt x="1460" y="4149"/>
                    <a:pt x="1460" y="4149"/>
                    <a:pt x="1553" y="4149"/>
                  </a:cubicBezTo>
                  <a:close/>
                  <a:moveTo>
                    <a:pt x="12749" y="4690"/>
                  </a:moveTo>
                  <a:cubicBezTo>
                    <a:pt x="12788" y="4690"/>
                    <a:pt x="12828" y="4701"/>
                    <a:pt x="12862" y="4728"/>
                  </a:cubicBezTo>
                  <a:lnTo>
                    <a:pt x="12955" y="4821"/>
                  </a:lnTo>
                  <a:cubicBezTo>
                    <a:pt x="13048" y="4821"/>
                    <a:pt x="13048" y="4914"/>
                    <a:pt x="13048" y="4914"/>
                  </a:cubicBezTo>
                  <a:cubicBezTo>
                    <a:pt x="13140" y="5007"/>
                    <a:pt x="13140" y="5007"/>
                    <a:pt x="13048" y="5099"/>
                  </a:cubicBezTo>
                  <a:lnTo>
                    <a:pt x="12862" y="5493"/>
                  </a:lnTo>
                  <a:cubicBezTo>
                    <a:pt x="12862" y="5586"/>
                    <a:pt x="12746" y="5586"/>
                    <a:pt x="12746" y="5586"/>
                  </a:cubicBezTo>
                  <a:lnTo>
                    <a:pt x="12561" y="5586"/>
                  </a:lnTo>
                  <a:lnTo>
                    <a:pt x="12468" y="5493"/>
                  </a:lnTo>
                  <a:lnTo>
                    <a:pt x="12376" y="5493"/>
                  </a:lnTo>
                  <a:lnTo>
                    <a:pt x="12376" y="5401"/>
                  </a:lnTo>
                  <a:cubicBezTo>
                    <a:pt x="12283" y="5308"/>
                    <a:pt x="12283" y="5308"/>
                    <a:pt x="12376" y="5215"/>
                  </a:cubicBezTo>
                  <a:lnTo>
                    <a:pt x="12561" y="4821"/>
                  </a:lnTo>
                  <a:cubicBezTo>
                    <a:pt x="12561" y="4756"/>
                    <a:pt x="12654" y="4690"/>
                    <a:pt x="12749" y="4690"/>
                  </a:cubicBezTo>
                  <a:close/>
                  <a:moveTo>
                    <a:pt x="5214" y="464"/>
                  </a:moveTo>
                  <a:lnTo>
                    <a:pt x="5214" y="951"/>
                  </a:lnTo>
                  <a:cubicBezTo>
                    <a:pt x="5330" y="1044"/>
                    <a:pt x="5330" y="1159"/>
                    <a:pt x="5423" y="1159"/>
                  </a:cubicBezTo>
                  <a:cubicBezTo>
                    <a:pt x="5608" y="1159"/>
                    <a:pt x="5794" y="1252"/>
                    <a:pt x="5910" y="1345"/>
                  </a:cubicBezTo>
                  <a:cubicBezTo>
                    <a:pt x="5941" y="1376"/>
                    <a:pt x="5972" y="1386"/>
                    <a:pt x="6002" y="1386"/>
                  </a:cubicBezTo>
                  <a:cubicBezTo>
                    <a:pt x="6064" y="1386"/>
                    <a:pt x="6126" y="1345"/>
                    <a:pt x="6188" y="1345"/>
                  </a:cubicBezTo>
                  <a:lnTo>
                    <a:pt x="6582" y="951"/>
                  </a:lnTo>
                  <a:lnTo>
                    <a:pt x="7068" y="1438"/>
                  </a:lnTo>
                  <a:lnTo>
                    <a:pt x="6675" y="1832"/>
                  </a:lnTo>
                  <a:cubicBezTo>
                    <a:pt x="6675" y="1924"/>
                    <a:pt x="6582" y="2017"/>
                    <a:pt x="6675" y="2110"/>
                  </a:cubicBezTo>
                  <a:cubicBezTo>
                    <a:pt x="6767" y="2202"/>
                    <a:pt x="6860" y="2411"/>
                    <a:pt x="6860" y="2596"/>
                  </a:cubicBezTo>
                  <a:cubicBezTo>
                    <a:pt x="6860" y="2689"/>
                    <a:pt x="6953" y="2782"/>
                    <a:pt x="7068" y="2782"/>
                  </a:cubicBezTo>
                  <a:lnTo>
                    <a:pt x="7532" y="2782"/>
                  </a:lnTo>
                  <a:lnTo>
                    <a:pt x="7532" y="3477"/>
                  </a:lnTo>
                  <a:lnTo>
                    <a:pt x="7068" y="3477"/>
                  </a:lnTo>
                  <a:cubicBezTo>
                    <a:pt x="6953" y="3477"/>
                    <a:pt x="6860" y="3570"/>
                    <a:pt x="6860" y="3662"/>
                  </a:cubicBezTo>
                  <a:cubicBezTo>
                    <a:pt x="6860" y="3848"/>
                    <a:pt x="6767" y="3940"/>
                    <a:pt x="6675" y="4149"/>
                  </a:cubicBezTo>
                  <a:cubicBezTo>
                    <a:pt x="6582" y="4242"/>
                    <a:pt x="6582" y="4334"/>
                    <a:pt x="6675" y="4427"/>
                  </a:cubicBezTo>
                  <a:lnTo>
                    <a:pt x="6953" y="4821"/>
                  </a:lnTo>
                  <a:lnTo>
                    <a:pt x="6582" y="5215"/>
                  </a:lnTo>
                  <a:lnTo>
                    <a:pt x="6188" y="4914"/>
                  </a:lnTo>
                  <a:cubicBezTo>
                    <a:pt x="6141" y="4867"/>
                    <a:pt x="6095" y="4844"/>
                    <a:pt x="6049" y="4844"/>
                  </a:cubicBezTo>
                  <a:cubicBezTo>
                    <a:pt x="6002" y="4844"/>
                    <a:pt x="5956" y="4867"/>
                    <a:pt x="5910" y="4914"/>
                  </a:cubicBezTo>
                  <a:cubicBezTo>
                    <a:pt x="5794" y="4914"/>
                    <a:pt x="5608" y="5007"/>
                    <a:pt x="5423" y="5099"/>
                  </a:cubicBezTo>
                  <a:cubicBezTo>
                    <a:pt x="5330" y="5099"/>
                    <a:pt x="5330" y="5215"/>
                    <a:pt x="5214" y="5308"/>
                  </a:cubicBezTo>
                  <a:lnTo>
                    <a:pt x="5214" y="5794"/>
                  </a:lnTo>
                  <a:lnTo>
                    <a:pt x="4542" y="5794"/>
                  </a:lnTo>
                  <a:lnTo>
                    <a:pt x="4542" y="5308"/>
                  </a:lnTo>
                  <a:cubicBezTo>
                    <a:pt x="4542" y="5215"/>
                    <a:pt x="4450" y="5099"/>
                    <a:pt x="4357" y="5099"/>
                  </a:cubicBezTo>
                  <a:cubicBezTo>
                    <a:pt x="4264" y="5007"/>
                    <a:pt x="4056" y="5007"/>
                    <a:pt x="3870" y="4914"/>
                  </a:cubicBezTo>
                  <a:cubicBezTo>
                    <a:pt x="3824" y="4867"/>
                    <a:pt x="3778" y="4844"/>
                    <a:pt x="3731" y="4844"/>
                  </a:cubicBezTo>
                  <a:cubicBezTo>
                    <a:pt x="3685" y="4844"/>
                    <a:pt x="3639" y="4867"/>
                    <a:pt x="3592" y="4914"/>
                  </a:cubicBezTo>
                  <a:lnTo>
                    <a:pt x="3291" y="5215"/>
                  </a:lnTo>
                  <a:lnTo>
                    <a:pt x="2804" y="4821"/>
                  </a:lnTo>
                  <a:lnTo>
                    <a:pt x="3106" y="4427"/>
                  </a:lnTo>
                  <a:cubicBezTo>
                    <a:pt x="3198" y="4334"/>
                    <a:pt x="3198" y="4242"/>
                    <a:pt x="3106" y="4149"/>
                  </a:cubicBezTo>
                  <a:cubicBezTo>
                    <a:pt x="3013" y="3940"/>
                    <a:pt x="3013" y="3848"/>
                    <a:pt x="2897" y="3662"/>
                  </a:cubicBezTo>
                  <a:cubicBezTo>
                    <a:pt x="2897" y="3570"/>
                    <a:pt x="2804" y="3477"/>
                    <a:pt x="2712" y="3477"/>
                  </a:cubicBezTo>
                  <a:lnTo>
                    <a:pt x="2225" y="3477"/>
                  </a:lnTo>
                  <a:lnTo>
                    <a:pt x="2225" y="2782"/>
                  </a:lnTo>
                  <a:lnTo>
                    <a:pt x="2712" y="2782"/>
                  </a:lnTo>
                  <a:cubicBezTo>
                    <a:pt x="2804" y="2782"/>
                    <a:pt x="2897" y="2689"/>
                    <a:pt x="2897" y="2596"/>
                  </a:cubicBezTo>
                  <a:cubicBezTo>
                    <a:pt x="2897" y="2411"/>
                    <a:pt x="3013" y="2202"/>
                    <a:pt x="3106" y="2110"/>
                  </a:cubicBezTo>
                  <a:cubicBezTo>
                    <a:pt x="3198" y="2017"/>
                    <a:pt x="3198" y="1924"/>
                    <a:pt x="3106" y="1832"/>
                  </a:cubicBezTo>
                  <a:lnTo>
                    <a:pt x="2712" y="1438"/>
                  </a:lnTo>
                  <a:lnTo>
                    <a:pt x="3198" y="951"/>
                  </a:lnTo>
                  <a:lnTo>
                    <a:pt x="3592" y="1345"/>
                  </a:lnTo>
                  <a:cubicBezTo>
                    <a:pt x="3654" y="1345"/>
                    <a:pt x="3716" y="1386"/>
                    <a:pt x="3778" y="1386"/>
                  </a:cubicBezTo>
                  <a:cubicBezTo>
                    <a:pt x="3809" y="1386"/>
                    <a:pt x="3839" y="1376"/>
                    <a:pt x="3870" y="1345"/>
                  </a:cubicBezTo>
                  <a:cubicBezTo>
                    <a:pt x="3963" y="1252"/>
                    <a:pt x="4172" y="1159"/>
                    <a:pt x="4357" y="1159"/>
                  </a:cubicBezTo>
                  <a:cubicBezTo>
                    <a:pt x="4450" y="1044"/>
                    <a:pt x="4542" y="1044"/>
                    <a:pt x="4542" y="951"/>
                  </a:cubicBezTo>
                  <a:lnTo>
                    <a:pt x="4542" y="464"/>
                  </a:lnTo>
                  <a:close/>
                  <a:moveTo>
                    <a:pt x="8691" y="3570"/>
                  </a:moveTo>
                  <a:lnTo>
                    <a:pt x="8691" y="4056"/>
                  </a:lnTo>
                  <a:cubicBezTo>
                    <a:pt x="8691" y="4149"/>
                    <a:pt x="8807" y="4242"/>
                    <a:pt x="8807" y="4242"/>
                  </a:cubicBezTo>
                  <a:cubicBezTo>
                    <a:pt x="8899" y="4242"/>
                    <a:pt x="8992" y="4334"/>
                    <a:pt x="9085" y="4334"/>
                  </a:cubicBezTo>
                  <a:cubicBezTo>
                    <a:pt x="9116" y="4365"/>
                    <a:pt x="9136" y="4376"/>
                    <a:pt x="9153" y="4376"/>
                  </a:cubicBezTo>
                  <a:cubicBezTo>
                    <a:pt x="9188" y="4376"/>
                    <a:pt x="9208" y="4334"/>
                    <a:pt x="9270" y="4334"/>
                  </a:cubicBezTo>
                  <a:lnTo>
                    <a:pt x="9664" y="4056"/>
                  </a:lnTo>
                  <a:lnTo>
                    <a:pt x="9850" y="4242"/>
                  </a:lnTo>
                  <a:lnTo>
                    <a:pt x="9850" y="4334"/>
                  </a:lnTo>
                  <a:lnTo>
                    <a:pt x="9571" y="4636"/>
                  </a:lnTo>
                  <a:cubicBezTo>
                    <a:pt x="9479" y="4636"/>
                    <a:pt x="9479" y="4728"/>
                    <a:pt x="9571" y="4821"/>
                  </a:cubicBezTo>
                  <a:cubicBezTo>
                    <a:pt x="9571" y="4914"/>
                    <a:pt x="9571" y="5007"/>
                    <a:pt x="9664" y="5099"/>
                  </a:cubicBezTo>
                  <a:cubicBezTo>
                    <a:pt x="9664" y="5099"/>
                    <a:pt x="9757" y="5215"/>
                    <a:pt x="9850" y="5215"/>
                  </a:cubicBezTo>
                  <a:cubicBezTo>
                    <a:pt x="9965" y="5401"/>
                    <a:pt x="10058" y="5493"/>
                    <a:pt x="10151" y="5586"/>
                  </a:cubicBezTo>
                  <a:lnTo>
                    <a:pt x="9850" y="5586"/>
                  </a:lnTo>
                  <a:cubicBezTo>
                    <a:pt x="9757" y="5586"/>
                    <a:pt x="9664" y="5679"/>
                    <a:pt x="9664" y="5794"/>
                  </a:cubicBezTo>
                  <a:cubicBezTo>
                    <a:pt x="9571" y="5794"/>
                    <a:pt x="9571" y="5887"/>
                    <a:pt x="9571" y="5980"/>
                  </a:cubicBezTo>
                  <a:cubicBezTo>
                    <a:pt x="9479" y="6073"/>
                    <a:pt x="9479" y="6165"/>
                    <a:pt x="9571" y="6165"/>
                  </a:cubicBezTo>
                  <a:lnTo>
                    <a:pt x="9850" y="6559"/>
                  </a:lnTo>
                  <a:lnTo>
                    <a:pt x="9571" y="6745"/>
                  </a:lnTo>
                  <a:lnTo>
                    <a:pt x="9270" y="6467"/>
                  </a:lnTo>
                  <a:lnTo>
                    <a:pt x="9085" y="6467"/>
                  </a:lnTo>
                  <a:cubicBezTo>
                    <a:pt x="8992" y="6467"/>
                    <a:pt x="8899" y="6559"/>
                    <a:pt x="8807" y="6559"/>
                  </a:cubicBezTo>
                  <a:cubicBezTo>
                    <a:pt x="8807" y="6559"/>
                    <a:pt x="8691" y="6652"/>
                    <a:pt x="8691" y="6745"/>
                  </a:cubicBezTo>
                  <a:lnTo>
                    <a:pt x="8691" y="7231"/>
                  </a:lnTo>
                  <a:lnTo>
                    <a:pt x="8320" y="7231"/>
                  </a:lnTo>
                  <a:lnTo>
                    <a:pt x="8320" y="6745"/>
                  </a:lnTo>
                  <a:cubicBezTo>
                    <a:pt x="8320" y="6652"/>
                    <a:pt x="8227" y="6559"/>
                    <a:pt x="8111" y="6559"/>
                  </a:cubicBezTo>
                  <a:cubicBezTo>
                    <a:pt x="8019" y="6559"/>
                    <a:pt x="8019" y="6467"/>
                    <a:pt x="7926" y="6467"/>
                  </a:cubicBezTo>
                  <a:lnTo>
                    <a:pt x="7648" y="6467"/>
                  </a:lnTo>
                  <a:lnTo>
                    <a:pt x="7347" y="6745"/>
                  </a:lnTo>
                  <a:lnTo>
                    <a:pt x="7161" y="6559"/>
                  </a:lnTo>
                  <a:lnTo>
                    <a:pt x="7439" y="6165"/>
                  </a:lnTo>
                  <a:lnTo>
                    <a:pt x="7439" y="5980"/>
                  </a:lnTo>
                  <a:cubicBezTo>
                    <a:pt x="7347" y="5887"/>
                    <a:pt x="7347" y="5794"/>
                    <a:pt x="7347" y="5794"/>
                  </a:cubicBezTo>
                  <a:cubicBezTo>
                    <a:pt x="7347" y="5679"/>
                    <a:pt x="7254" y="5586"/>
                    <a:pt x="7161" y="5586"/>
                  </a:cubicBezTo>
                  <a:lnTo>
                    <a:pt x="6767" y="5586"/>
                  </a:lnTo>
                  <a:lnTo>
                    <a:pt x="7439" y="4821"/>
                  </a:lnTo>
                  <a:cubicBezTo>
                    <a:pt x="7439" y="4728"/>
                    <a:pt x="7439" y="4636"/>
                    <a:pt x="7347" y="4636"/>
                  </a:cubicBezTo>
                  <a:lnTo>
                    <a:pt x="7254" y="4427"/>
                  </a:lnTo>
                  <a:lnTo>
                    <a:pt x="7068" y="4242"/>
                  </a:lnTo>
                  <a:lnTo>
                    <a:pt x="7347" y="4056"/>
                  </a:lnTo>
                  <a:lnTo>
                    <a:pt x="7648" y="4334"/>
                  </a:lnTo>
                  <a:cubicBezTo>
                    <a:pt x="7710" y="4334"/>
                    <a:pt x="7771" y="4376"/>
                    <a:pt x="7833" y="4376"/>
                  </a:cubicBezTo>
                  <a:cubicBezTo>
                    <a:pt x="7864" y="4376"/>
                    <a:pt x="7895" y="4365"/>
                    <a:pt x="7926" y="4334"/>
                  </a:cubicBezTo>
                  <a:cubicBezTo>
                    <a:pt x="7926" y="4334"/>
                    <a:pt x="8019" y="4242"/>
                    <a:pt x="8111" y="4242"/>
                  </a:cubicBezTo>
                  <a:cubicBezTo>
                    <a:pt x="8227" y="4242"/>
                    <a:pt x="8320" y="4149"/>
                    <a:pt x="8320" y="4056"/>
                  </a:cubicBezTo>
                  <a:lnTo>
                    <a:pt x="8320" y="3570"/>
                  </a:lnTo>
                  <a:close/>
                  <a:moveTo>
                    <a:pt x="1367" y="5401"/>
                  </a:moveTo>
                  <a:cubicBezTo>
                    <a:pt x="1367" y="5401"/>
                    <a:pt x="1367" y="5493"/>
                    <a:pt x="1460" y="5493"/>
                  </a:cubicBezTo>
                  <a:lnTo>
                    <a:pt x="1645" y="5493"/>
                  </a:lnTo>
                  <a:lnTo>
                    <a:pt x="2897" y="6258"/>
                  </a:lnTo>
                  <a:cubicBezTo>
                    <a:pt x="3013" y="6374"/>
                    <a:pt x="3106" y="6374"/>
                    <a:pt x="3198" y="6374"/>
                  </a:cubicBezTo>
                  <a:lnTo>
                    <a:pt x="4542" y="6165"/>
                  </a:lnTo>
                  <a:lnTo>
                    <a:pt x="4542" y="6165"/>
                  </a:lnTo>
                  <a:cubicBezTo>
                    <a:pt x="4450" y="6374"/>
                    <a:pt x="4264" y="6559"/>
                    <a:pt x="4056" y="6559"/>
                  </a:cubicBezTo>
                  <a:lnTo>
                    <a:pt x="3013" y="6652"/>
                  </a:lnTo>
                  <a:lnTo>
                    <a:pt x="2225" y="6258"/>
                  </a:lnTo>
                  <a:lnTo>
                    <a:pt x="1738" y="5980"/>
                  </a:lnTo>
                  <a:cubicBezTo>
                    <a:pt x="1645" y="5980"/>
                    <a:pt x="1553" y="5980"/>
                    <a:pt x="1460" y="6073"/>
                  </a:cubicBezTo>
                  <a:cubicBezTo>
                    <a:pt x="1460" y="6165"/>
                    <a:pt x="1460" y="6258"/>
                    <a:pt x="1553" y="6374"/>
                  </a:cubicBezTo>
                  <a:lnTo>
                    <a:pt x="1947" y="6559"/>
                  </a:lnTo>
                  <a:lnTo>
                    <a:pt x="1947" y="7533"/>
                  </a:lnTo>
                  <a:lnTo>
                    <a:pt x="973" y="7533"/>
                  </a:lnTo>
                  <a:lnTo>
                    <a:pt x="973" y="6073"/>
                  </a:lnTo>
                  <a:cubicBezTo>
                    <a:pt x="973" y="5980"/>
                    <a:pt x="973" y="5794"/>
                    <a:pt x="1066" y="5679"/>
                  </a:cubicBezTo>
                  <a:lnTo>
                    <a:pt x="1159" y="5586"/>
                  </a:lnTo>
                  <a:cubicBezTo>
                    <a:pt x="1275" y="5493"/>
                    <a:pt x="1367" y="5493"/>
                    <a:pt x="1367" y="5401"/>
                  </a:cubicBezTo>
                  <a:close/>
                  <a:moveTo>
                    <a:pt x="1854" y="7903"/>
                  </a:moveTo>
                  <a:lnTo>
                    <a:pt x="579" y="11588"/>
                  </a:lnTo>
                  <a:lnTo>
                    <a:pt x="394" y="11588"/>
                  </a:lnTo>
                  <a:lnTo>
                    <a:pt x="881" y="7903"/>
                  </a:lnTo>
                  <a:close/>
                  <a:moveTo>
                    <a:pt x="11495" y="8691"/>
                  </a:moveTo>
                  <a:lnTo>
                    <a:pt x="11495" y="9642"/>
                  </a:lnTo>
                  <a:lnTo>
                    <a:pt x="11310" y="9850"/>
                  </a:lnTo>
                  <a:cubicBezTo>
                    <a:pt x="11124" y="9943"/>
                    <a:pt x="11124" y="10128"/>
                    <a:pt x="11124" y="10314"/>
                  </a:cubicBezTo>
                  <a:lnTo>
                    <a:pt x="10916" y="11681"/>
                  </a:lnTo>
                  <a:lnTo>
                    <a:pt x="10823" y="11681"/>
                  </a:lnTo>
                  <a:lnTo>
                    <a:pt x="10730" y="9943"/>
                  </a:lnTo>
                  <a:lnTo>
                    <a:pt x="10730" y="9734"/>
                  </a:lnTo>
                  <a:lnTo>
                    <a:pt x="11495" y="8691"/>
                  </a:lnTo>
                  <a:close/>
                  <a:moveTo>
                    <a:pt x="11982" y="8297"/>
                  </a:moveTo>
                  <a:lnTo>
                    <a:pt x="12746" y="8576"/>
                  </a:lnTo>
                  <a:lnTo>
                    <a:pt x="12468" y="9943"/>
                  </a:lnTo>
                  <a:cubicBezTo>
                    <a:pt x="12468" y="10036"/>
                    <a:pt x="12468" y="10221"/>
                    <a:pt x="12561" y="10314"/>
                  </a:cubicBezTo>
                  <a:lnTo>
                    <a:pt x="13233" y="11681"/>
                  </a:lnTo>
                  <a:lnTo>
                    <a:pt x="13140" y="11681"/>
                  </a:lnTo>
                  <a:lnTo>
                    <a:pt x="11889" y="10221"/>
                  </a:lnTo>
                  <a:lnTo>
                    <a:pt x="11889" y="10036"/>
                  </a:lnTo>
                  <a:lnTo>
                    <a:pt x="11982" y="8297"/>
                  </a:lnTo>
                  <a:close/>
                  <a:moveTo>
                    <a:pt x="4542" y="1"/>
                  </a:moveTo>
                  <a:cubicBezTo>
                    <a:pt x="4357" y="1"/>
                    <a:pt x="4172" y="186"/>
                    <a:pt x="4172" y="372"/>
                  </a:cubicBezTo>
                  <a:lnTo>
                    <a:pt x="4172" y="765"/>
                  </a:lnTo>
                  <a:cubicBezTo>
                    <a:pt x="4056" y="765"/>
                    <a:pt x="3870" y="858"/>
                    <a:pt x="3778" y="951"/>
                  </a:cubicBezTo>
                  <a:lnTo>
                    <a:pt x="3476" y="673"/>
                  </a:lnTo>
                  <a:cubicBezTo>
                    <a:pt x="3384" y="626"/>
                    <a:pt x="3291" y="603"/>
                    <a:pt x="3210" y="603"/>
                  </a:cubicBezTo>
                  <a:cubicBezTo>
                    <a:pt x="3129" y="603"/>
                    <a:pt x="3059" y="626"/>
                    <a:pt x="3013" y="673"/>
                  </a:cubicBezTo>
                  <a:lnTo>
                    <a:pt x="2433" y="1252"/>
                  </a:lnTo>
                  <a:cubicBezTo>
                    <a:pt x="2318" y="1345"/>
                    <a:pt x="2318" y="1530"/>
                    <a:pt x="2433" y="1739"/>
                  </a:cubicBezTo>
                  <a:lnTo>
                    <a:pt x="2712" y="2017"/>
                  </a:lnTo>
                  <a:cubicBezTo>
                    <a:pt x="2619" y="2110"/>
                    <a:pt x="2619" y="2202"/>
                    <a:pt x="2526" y="2411"/>
                  </a:cubicBezTo>
                  <a:lnTo>
                    <a:pt x="2132" y="2411"/>
                  </a:lnTo>
                  <a:cubicBezTo>
                    <a:pt x="1947" y="2411"/>
                    <a:pt x="1854" y="2596"/>
                    <a:pt x="1854" y="2782"/>
                  </a:cubicBezTo>
                  <a:lnTo>
                    <a:pt x="1854" y="3477"/>
                  </a:lnTo>
                  <a:cubicBezTo>
                    <a:pt x="1854" y="3662"/>
                    <a:pt x="1947" y="3848"/>
                    <a:pt x="2132" y="3848"/>
                  </a:cubicBezTo>
                  <a:lnTo>
                    <a:pt x="2526" y="3848"/>
                  </a:lnTo>
                  <a:cubicBezTo>
                    <a:pt x="2619" y="4056"/>
                    <a:pt x="2619" y="4149"/>
                    <a:pt x="2712" y="4242"/>
                  </a:cubicBezTo>
                  <a:lnTo>
                    <a:pt x="2433" y="4520"/>
                  </a:lnTo>
                  <a:cubicBezTo>
                    <a:pt x="2318" y="4728"/>
                    <a:pt x="2318" y="4914"/>
                    <a:pt x="2526" y="5007"/>
                  </a:cubicBezTo>
                  <a:lnTo>
                    <a:pt x="3013" y="5586"/>
                  </a:lnTo>
                  <a:cubicBezTo>
                    <a:pt x="3059" y="5632"/>
                    <a:pt x="3152" y="5655"/>
                    <a:pt x="3245" y="5655"/>
                  </a:cubicBezTo>
                  <a:cubicBezTo>
                    <a:pt x="3337" y="5655"/>
                    <a:pt x="3430" y="5632"/>
                    <a:pt x="3476" y="5586"/>
                  </a:cubicBezTo>
                  <a:lnTo>
                    <a:pt x="3778" y="5308"/>
                  </a:lnTo>
                  <a:cubicBezTo>
                    <a:pt x="3870" y="5401"/>
                    <a:pt x="4056" y="5401"/>
                    <a:pt x="4172" y="5401"/>
                  </a:cubicBezTo>
                  <a:lnTo>
                    <a:pt x="4172" y="5887"/>
                  </a:lnTo>
                  <a:lnTo>
                    <a:pt x="3106" y="5980"/>
                  </a:lnTo>
                  <a:lnTo>
                    <a:pt x="2132" y="5308"/>
                  </a:lnTo>
                  <a:cubicBezTo>
                    <a:pt x="2225" y="5215"/>
                    <a:pt x="2225" y="5099"/>
                    <a:pt x="2225" y="4914"/>
                  </a:cubicBezTo>
                  <a:lnTo>
                    <a:pt x="2318" y="4427"/>
                  </a:lnTo>
                  <a:cubicBezTo>
                    <a:pt x="2318" y="4242"/>
                    <a:pt x="2318" y="4149"/>
                    <a:pt x="2132" y="3940"/>
                  </a:cubicBezTo>
                  <a:cubicBezTo>
                    <a:pt x="2039" y="3848"/>
                    <a:pt x="1947" y="3755"/>
                    <a:pt x="1738" y="3755"/>
                  </a:cubicBezTo>
                  <a:lnTo>
                    <a:pt x="1553" y="3755"/>
                  </a:lnTo>
                  <a:cubicBezTo>
                    <a:pt x="1460" y="3755"/>
                    <a:pt x="1275" y="3755"/>
                    <a:pt x="1159" y="3848"/>
                  </a:cubicBezTo>
                  <a:cubicBezTo>
                    <a:pt x="973" y="4056"/>
                    <a:pt x="973" y="4149"/>
                    <a:pt x="881" y="4334"/>
                  </a:cubicBezTo>
                  <a:lnTo>
                    <a:pt x="881" y="4821"/>
                  </a:lnTo>
                  <a:cubicBezTo>
                    <a:pt x="881" y="4914"/>
                    <a:pt x="881" y="5099"/>
                    <a:pt x="973" y="5215"/>
                  </a:cubicBezTo>
                  <a:lnTo>
                    <a:pt x="881" y="5308"/>
                  </a:lnTo>
                  <a:lnTo>
                    <a:pt x="788" y="5401"/>
                  </a:lnTo>
                  <a:cubicBezTo>
                    <a:pt x="579" y="5586"/>
                    <a:pt x="487" y="5794"/>
                    <a:pt x="487" y="6073"/>
                  </a:cubicBezTo>
                  <a:lnTo>
                    <a:pt x="487" y="7718"/>
                  </a:lnTo>
                  <a:lnTo>
                    <a:pt x="0" y="11774"/>
                  </a:lnTo>
                  <a:lnTo>
                    <a:pt x="0" y="11959"/>
                  </a:lnTo>
                  <a:lnTo>
                    <a:pt x="695" y="11959"/>
                  </a:lnTo>
                  <a:cubicBezTo>
                    <a:pt x="788" y="11959"/>
                    <a:pt x="881" y="11959"/>
                    <a:pt x="881" y="11866"/>
                  </a:cubicBezTo>
                  <a:lnTo>
                    <a:pt x="2225" y="8112"/>
                  </a:lnTo>
                  <a:lnTo>
                    <a:pt x="3476" y="9363"/>
                  </a:lnTo>
                  <a:lnTo>
                    <a:pt x="3476" y="9642"/>
                  </a:lnTo>
                  <a:lnTo>
                    <a:pt x="2619" y="11588"/>
                  </a:lnTo>
                  <a:lnTo>
                    <a:pt x="2526" y="11588"/>
                  </a:lnTo>
                  <a:lnTo>
                    <a:pt x="2897" y="10036"/>
                  </a:lnTo>
                  <a:cubicBezTo>
                    <a:pt x="2897" y="9943"/>
                    <a:pt x="2897" y="9734"/>
                    <a:pt x="2804" y="9642"/>
                  </a:cubicBezTo>
                  <a:lnTo>
                    <a:pt x="2433" y="9271"/>
                  </a:lnTo>
                  <a:cubicBezTo>
                    <a:pt x="2433" y="9213"/>
                    <a:pt x="2381" y="9184"/>
                    <a:pt x="2318" y="9184"/>
                  </a:cubicBezTo>
                  <a:cubicBezTo>
                    <a:pt x="2254" y="9184"/>
                    <a:pt x="2179" y="9213"/>
                    <a:pt x="2132" y="9271"/>
                  </a:cubicBezTo>
                  <a:lnTo>
                    <a:pt x="2132" y="9549"/>
                  </a:lnTo>
                  <a:lnTo>
                    <a:pt x="2526" y="9943"/>
                  </a:lnTo>
                  <a:lnTo>
                    <a:pt x="2132" y="11774"/>
                  </a:lnTo>
                  <a:cubicBezTo>
                    <a:pt x="2039" y="11866"/>
                    <a:pt x="2132" y="11866"/>
                    <a:pt x="2132" y="11959"/>
                  </a:cubicBezTo>
                  <a:lnTo>
                    <a:pt x="2804" y="11959"/>
                  </a:lnTo>
                  <a:cubicBezTo>
                    <a:pt x="2897" y="11959"/>
                    <a:pt x="2897" y="11959"/>
                    <a:pt x="3013" y="11866"/>
                  </a:cubicBezTo>
                  <a:lnTo>
                    <a:pt x="3870" y="9850"/>
                  </a:lnTo>
                  <a:cubicBezTo>
                    <a:pt x="3963" y="9549"/>
                    <a:pt x="3963" y="9271"/>
                    <a:pt x="3778" y="9062"/>
                  </a:cubicBezTo>
                  <a:lnTo>
                    <a:pt x="2318" y="7625"/>
                  </a:lnTo>
                  <a:lnTo>
                    <a:pt x="2318" y="6745"/>
                  </a:lnTo>
                  <a:lnTo>
                    <a:pt x="2804" y="7046"/>
                  </a:lnTo>
                  <a:lnTo>
                    <a:pt x="3106" y="7046"/>
                  </a:lnTo>
                  <a:lnTo>
                    <a:pt x="4056" y="6953"/>
                  </a:lnTo>
                  <a:cubicBezTo>
                    <a:pt x="4542" y="6953"/>
                    <a:pt x="4844" y="6559"/>
                    <a:pt x="4936" y="6165"/>
                  </a:cubicBezTo>
                  <a:lnTo>
                    <a:pt x="5330" y="6165"/>
                  </a:lnTo>
                  <a:cubicBezTo>
                    <a:pt x="5516" y="6165"/>
                    <a:pt x="5608" y="6073"/>
                    <a:pt x="5608" y="5887"/>
                  </a:cubicBezTo>
                  <a:lnTo>
                    <a:pt x="5701" y="5401"/>
                  </a:lnTo>
                  <a:cubicBezTo>
                    <a:pt x="5794" y="5401"/>
                    <a:pt x="5910" y="5308"/>
                    <a:pt x="6002" y="5308"/>
                  </a:cubicBezTo>
                  <a:lnTo>
                    <a:pt x="6281" y="5586"/>
                  </a:lnTo>
                  <a:lnTo>
                    <a:pt x="6281" y="5679"/>
                  </a:lnTo>
                  <a:cubicBezTo>
                    <a:pt x="6281" y="5887"/>
                    <a:pt x="6373" y="5980"/>
                    <a:pt x="6582" y="5980"/>
                  </a:cubicBezTo>
                  <a:lnTo>
                    <a:pt x="6953" y="5980"/>
                  </a:lnTo>
                  <a:lnTo>
                    <a:pt x="6953" y="6073"/>
                  </a:lnTo>
                  <a:lnTo>
                    <a:pt x="6767" y="6374"/>
                  </a:lnTo>
                  <a:cubicBezTo>
                    <a:pt x="6675" y="6467"/>
                    <a:pt x="6675" y="6652"/>
                    <a:pt x="6767" y="6745"/>
                  </a:cubicBezTo>
                  <a:lnTo>
                    <a:pt x="7161" y="7139"/>
                  </a:lnTo>
                  <a:cubicBezTo>
                    <a:pt x="7208" y="7185"/>
                    <a:pt x="7277" y="7208"/>
                    <a:pt x="7347" y="7208"/>
                  </a:cubicBezTo>
                  <a:cubicBezTo>
                    <a:pt x="7416" y="7208"/>
                    <a:pt x="7486" y="7185"/>
                    <a:pt x="7532" y="7139"/>
                  </a:cubicBezTo>
                  <a:lnTo>
                    <a:pt x="7833" y="6837"/>
                  </a:lnTo>
                  <a:lnTo>
                    <a:pt x="7926" y="6953"/>
                  </a:lnTo>
                  <a:lnTo>
                    <a:pt x="7926" y="7324"/>
                  </a:lnTo>
                  <a:cubicBezTo>
                    <a:pt x="7926" y="7417"/>
                    <a:pt x="8111" y="7625"/>
                    <a:pt x="8227" y="7625"/>
                  </a:cubicBezTo>
                  <a:lnTo>
                    <a:pt x="8807" y="7625"/>
                  </a:lnTo>
                  <a:cubicBezTo>
                    <a:pt x="8899" y="7625"/>
                    <a:pt x="9085" y="7417"/>
                    <a:pt x="9085" y="7324"/>
                  </a:cubicBezTo>
                  <a:lnTo>
                    <a:pt x="9085" y="6837"/>
                  </a:lnTo>
                  <a:lnTo>
                    <a:pt x="9386" y="7139"/>
                  </a:lnTo>
                  <a:cubicBezTo>
                    <a:pt x="9479" y="7185"/>
                    <a:pt x="9571" y="7208"/>
                    <a:pt x="9653" y="7208"/>
                  </a:cubicBezTo>
                  <a:cubicBezTo>
                    <a:pt x="9734" y="7208"/>
                    <a:pt x="9803" y="7185"/>
                    <a:pt x="9850" y="7139"/>
                  </a:cubicBezTo>
                  <a:lnTo>
                    <a:pt x="10243" y="6745"/>
                  </a:lnTo>
                  <a:cubicBezTo>
                    <a:pt x="10336" y="6652"/>
                    <a:pt x="10336" y="6467"/>
                    <a:pt x="10243" y="6374"/>
                  </a:cubicBezTo>
                  <a:lnTo>
                    <a:pt x="9965" y="6073"/>
                  </a:lnTo>
                  <a:lnTo>
                    <a:pt x="9965" y="5980"/>
                  </a:lnTo>
                  <a:lnTo>
                    <a:pt x="10336" y="5980"/>
                  </a:lnTo>
                  <a:cubicBezTo>
                    <a:pt x="10429" y="5980"/>
                    <a:pt x="10545" y="5887"/>
                    <a:pt x="10637" y="5887"/>
                  </a:cubicBezTo>
                  <a:lnTo>
                    <a:pt x="11588" y="6467"/>
                  </a:lnTo>
                  <a:lnTo>
                    <a:pt x="11495" y="7903"/>
                  </a:lnTo>
                  <a:lnTo>
                    <a:pt x="10429" y="9549"/>
                  </a:lnTo>
                  <a:cubicBezTo>
                    <a:pt x="10336" y="9642"/>
                    <a:pt x="10243" y="9734"/>
                    <a:pt x="10243" y="9943"/>
                  </a:cubicBezTo>
                  <a:lnTo>
                    <a:pt x="10429" y="11866"/>
                  </a:lnTo>
                  <a:cubicBezTo>
                    <a:pt x="10545" y="11959"/>
                    <a:pt x="10637" y="12052"/>
                    <a:pt x="10730" y="12052"/>
                  </a:cubicBezTo>
                  <a:lnTo>
                    <a:pt x="11124" y="12052"/>
                  </a:lnTo>
                  <a:cubicBezTo>
                    <a:pt x="11310" y="12052"/>
                    <a:pt x="11310" y="11959"/>
                    <a:pt x="11402" y="11866"/>
                  </a:cubicBezTo>
                  <a:lnTo>
                    <a:pt x="11495" y="10314"/>
                  </a:lnTo>
                  <a:lnTo>
                    <a:pt x="11495" y="10221"/>
                  </a:lnTo>
                  <a:cubicBezTo>
                    <a:pt x="11495" y="10314"/>
                    <a:pt x="11588" y="10430"/>
                    <a:pt x="11588" y="10522"/>
                  </a:cubicBezTo>
                  <a:lnTo>
                    <a:pt x="12862" y="11959"/>
                  </a:lnTo>
                  <a:cubicBezTo>
                    <a:pt x="12955" y="12052"/>
                    <a:pt x="12955" y="12052"/>
                    <a:pt x="13048" y="12052"/>
                  </a:cubicBezTo>
                  <a:lnTo>
                    <a:pt x="13534" y="12052"/>
                  </a:lnTo>
                  <a:cubicBezTo>
                    <a:pt x="13627" y="12052"/>
                    <a:pt x="13720" y="11959"/>
                    <a:pt x="13720" y="11959"/>
                  </a:cubicBezTo>
                  <a:lnTo>
                    <a:pt x="13720" y="11774"/>
                  </a:lnTo>
                  <a:lnTo>
                    <a:pt x="12862" y="10128"/>
                  </a:lnTo>
                  <a:lnTo>
                    <a:pt x="12862" y="10036"/>
                  </a:lnTo>
                  <a:lnTo>
                    <a:pt x="13233" y="8576"/>
                  </a:lnTo>
                  <a:lnTo>
                    <a:pt x="13233" y="8483"/>
                  </a:lnTo>
                  <a:lnTo>
                    <a:pt x="13233" y="8112"/>
                  </a:lnTo>
                  <a:cubicBezTo>
                    <a:pt x="13233" y="7996"/>
                    <a:pt x="13140" y="7903"/>
                    <a:pt x="13048" y="7903"/>
                  </a:cubicBezTo>
                  <a:cubicBezTo>
                    <a:pt x="12955" y="7903"/>
                    <a:pt x="12862" y="7996"/>
                    <a:pt x="12862" y="8112"/>
                  </a:cubicBezTo>
                  <a:lnTo>
                    <a:pt x="12862" y="8205"/>
                  </a:lnTo>
                  <a:lnTo>
                    <a:pt x="11982" y="7811"/>
                  </a:lnTo>
                  <a:lnTo>
                    <a:pt x="11982" y="6652"/>
                  </a:lnTo>
                  <a:lnTo>
                    <a:pt x="12074" y="6745"/>
                  </a:lnTo>
                  <a:cubicBezTo>
                    <a:pt x="12101" y="6772"/>
                    <a:pt x="12131" y="6783"/>
                    <a:pt x="12161" y="6783"/>
                  </a:cubicBezTo>
                  <a:cubicBezTo>
                    <a:pt x="12233" y="6783"/>
                    <a:pt x="12310" y="6718"/>
                    <a:pt x="12376" y="6652"/>
                  </a:cubicBezTo>
                  <a:cubicBezTo>
                    <a:pt x="12468" y="6559"/>
                    <a:pt x="12376" y="6467"/>
                    <a:pt x="12283" y="6374"/>
                  </a:cubicBezTo>
                  <a:lnTo>
                    <a:pt x="11889" y="6165"/>
                  </a:lnTo>
                  <a:lnTo>
                    <a:pt x="10545" y="5308"/>
                  </a:lnTo>
                  <a:cubicBezTo>
                    <a:pt x="10336" y="5215"/>
                    <a:pt x="10151" y="5007"/>
                    <a:pt x="10151" y="4728"/>
                  </a:cubicBezTo>
                  <a:lnTo>
                    <a:pt x="10151" y="4728"/>
                  </a:lnTo>
                  <a:lnTo>
                    <a:pt x="12167" y="5887"/>
                  </a:lnTo>
                  <a:lnTo>
                    <a:pt x="12283" y="5887"/>
                  </a:lnTo>
                  <a:lnTo>
                    <a:pt x="12561" y="6073"/>
                  </a:lnTo>
                  <a:cubicBezTo>
                    <a:pt x="12746" y="6165"/>
                    <a:pt x="12862" y="6258"/>
                    <a:pt x="12862" y="6467"/>
                  </a:cubicBezTo>
                  <a:lnTo>
                    <a:pt x="12862" y="7324"/>
                  </a:lnTo>
                  <a:cubicBezTo>
                    <a:pt x="12862" y="7417"/>
                    <a:pt x="12955" y="7533"/>
                    <a:pt x="13048" y="7533"/>
                  </a:cubicBezTo>
                  <a:cubicBezTo>
                    <a:pt x="13140" y="7533"/>
                    <a:pt x="13233" y="7417"/>
                    <a:pt x="13233" y="7324"/>
                  </a:cubicBezTo>
                  <a:lnTo>
                    <a:pt x="13233" y="6467"/>
                  </a:lnTo>
                  <a:cubicBezTo>
                    <a:pt x="13233" y="6258"/>
                    <a:pt x="13140" y="6073"/>
                    <a:pt x="13048" y="5887"/>
                  </a:cubicBezTo>
                  <a:cubicBezTo>
                    <a:pt x="13140" y="5887"/>
                    <a:pt x="13140" y="5794"/>
                    <a:pt x="13233" y="5679"/>
                  </a:cubicBezTo>
                  <a:lnTo>
                    <a:pt x="13442" y="5308"/>
                  </a:lnTo>
                  <a:cubicBezTo>
                    <a:pt x="13534" y="5099"/>
                    <a:pt x="13534" y="4914"/>
                    <a:pt x="13534" y="4821"/>
                  </a:cubicBezTo>
                  <a:cubicBezTo>
                    <a:pt x="13442" y="4636"/>
                    <a:pt x="13326" y="4520"/>
                    <a:pt x="13140" y="4427"/>
                  </a:cubicBezTo>
                  <a:lnTo>
                    <a:pt x="13048" y="4334"/>
                  </a:lnTo>
                  <a:cubicBezTo>
                    <a:pt x="12974" y="4312"/>
                    <a:pt x="12895" y="4300"/>
                    <a:pt x="12816" y="4300"/>
                  </a:cubicBezTo>
                  <a:cubicBezTo>
                    <a:pt x="12574" y="4300"/>
                    <a:pt x="12324" y="4409"/>
                    <a:pt x="12167" y="4636"/>
                  </a:cubicBezTo>
                  <a:lnTo>
                    <a:pt x="11982" y="5007"/>
                  </a:lnTo>
                  <a:cubicBezTo>
                    <a:pt x="11982" y="5099"/>
                    <a:pt x="11889" y="5215"/>
                    <a:pt x="11889" y="5215"/>
                  </a:cubicBezTo>
                  <a:lnTo>
                    <a:pt x="10336" y="4334"/>
                  </a:lnTo>
                  <a:cubicBezTo>
                    <a:pt x="10336" y="4242"/>
                    <a:pt x="10336" y="4149"/>
                    <a:pt x="10243" y="4056"/>
                  </a:cubicBezTo>
                  <a:lnTo>
                    <a:pt x="9850" y="3662"/>
                  </a:lnTo>
                  <a:cubicBezTo>
                    <a:pt x="9803" y="3616"/>
                    <a:pt x="9734" y="3593"/>
                    <a:pt x="9664" y="3593"/>
                  </a:cubicBezTo>
                  <a:cubicBezTo>
                    <a:pt x="9595" y="3593"/>
                    <a:pt x="9525" y="3616"/>
                    <a:pt x="9479" y="3662"/>
                  </a:cubicBezTo>
                  <a:lnTo>
                    <a:pt x="9085" y="3940"/>
                  </a:lnTo>
                  <a:lnTo>
                    <a:pt x="9085" y="3477"/>
                  </a:lnTo>
                  <a:cubicBezTo>
                    <a:pt x="9085" y="3361"/>
                    <a:pt x="8899" y="3176"/>
                    <a:pt x="8807" y="3176"/>
                  </a:cubicBezTo>
                  <a:lnTo>
                    <a:pt x="8227" y="3176"/>
                  </a:lnTo>
                  <a:cubicBezTo>
                    <a:pt x="8111" y="3176"/>
                    <a:pt x="8019" y="3268"/>
                    <a:pt x="7926" y="3361"/>
                  </a:cubicBezTo>
                  <a:lnTo>
                    <a:pt x="7926" y="2782"/>
                  </a:lnTo>
                  <a:cubicBezTo>
                    <a:pt x="7926" y="2596"/>
                    <a:pt x="7833" y="2411"/>
                    <a:pt x="7648" y="2411"/>
                  </a:cubicBezTo>
                  <a:lnTo>
                    <a:pt x="7254" y="2411"/>
                  </a:lnTo>
                  <a:cubicBezTo>
                    <a:pt x="7161" y="2202"/>
                    <a:pt x="7161" y="2110"/>
                    <a:pt x="7068" y="2017"/>
                  </a:cubicBezTo>
                  <a:lnTo>
                    <a:pt x="7347" y="1739"/>
                  </a:lnTo>
                  <a:cubicBezTo>
                    <a:pt x="7439" y="1530"/>
                    <a:pt x="7439" y="1345"/>
                    <a:pt x="7347" y="1252"/>
                  </a:cubicBezTo>
                  <a:lnTo>
                    <a:pt x="6860" y="673"/>
                  </a:lnTo>
                  <a:cubicBezTo>
                    <a:pt x="6767" y="626"/>
                    <a:pt x="6675" y="603"/>
                    <a:pt x="6579" y="603"/>
                  </a:cubicBezTo>
                  <a:cubicBezTo>
                    <a:pt x="6483" y="603"/>
                    <a:pt x="6385" y="626"/>
                    <a:pt x="6281" y="673"/>
                  </a:cubicBezTo>
                  <a:lnTo>
                    <a:pt x="6002" y="951"/>
                  </a:lnTo>
                  <a:cubicBezTo>
                    <a:pt x="5910" y="858"/>
                    <a:pt x="5794" y="858"/>
                    <a:pt x="5701" y="765"/>
                  </a:cubicBezTo>
                  <a:lnTo>
                    <a:pt x="5608" y="372"/>
                  </a:lnTo>
                  <a:cubicBezTo>
                    <a:pt x="5608" y="186"/>
                    <a:pt x="5516"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1" name="Google Shape;2909;p71">
              <a:extLst>
                <a:ext uri="{FF2B5EF4-FFF2-40B4-BE49-F238E27FC236}">
                  <a16:creationId xmlns:a16="http://schemas.microsoft.com/office/drawing/2014/main" id="{5A9C26EE-7F8F-F49C-2BC3-0B6EB837662D}"/>
                </a:ext>
              </a:extLst>
            </p:cNvPr>
            <p:cNvSpPr/>
            <p:nvPr/>
          </p:nvSpPr>
          <p:spPr>
            <a:xfrm>
              <a:off x="8103900" y="4035800"/>
              <a:ext cx="31300" cy="9875"/>
            </a:xfrm>
            <a:custGeom>
              <a:avLst/>
              <a:gdLst/>
              <a:ahLst/>
              <a:cxnLst/>
              <a:rect l="l" t="t" r="r" b="b"/>
              <a:pathLst>
                <a:path w="1252" h="395" extrusionOk="0">
                  <a:moveTo>
                    <a:pt x="185" y="0"/>
                  </a:moveTo>
                  <a:cubicBezTo>
                    <a:pt x="93" y="0"/>
                    <a:pt x="0" y="0"/>
                    <a:pt x="0" y="185"/>
                  </a:cubicBezTo>
                  <a:cubicBezTo>
                    <a:pt x="0" y="278"/>
                    <a:pt x="93" y="394"/>
                    <a:pt x="185" y="394"/>
                  </a:cubicBezTo>
                  <a:lnTo>
                    <a:pt x="1066" y="394"/>
                  </a:lnTo>
                  <a:cubicBezTo>
                    <a:pt x="1159" y="394"/>
                    <a:pt x="1251" y="278"/>
                    <a:pt x="1251" y="185"/>
                  </a:cubicBezTo>
                  <a:cubicBezTo>
                    <a:pt x="1251" y="0"/>
                    <a:pt x="1159" y="0"/>
                    <a:pt x="10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2" name="Google Shape;2910;p71">
              <a:extLst>
                <a:ext uri="{FF2B5EF4-FFF2-40B4-BE49-F238E27FC236}">
                  <a16:creationId xmlns:a16="http://schemas.microsoft.com/office/drawing/2014/main" id="{AC73BB81-B626-B512-592A-5D6330BABEFB}"/>
                </a:ext>
              </a:extLst>
            </p:cNvPr>
            <p:cNvSpPr/>
            <p:nvPr/>
          </p:nvSpPr>
          <p:spPr>
            <a:xfrm>
              <a:off x="8043625" y="4035800"/>
              <a:ext cx="31325" cy="9875"/>
            </a:xfrm>
            <a:custGeom>
              <a:avLst/>
              <a:gdLst/>
              <a:ahLst/>
              <a:cxnLst/>
              <a:rect l="l" t="t" r="r" b="b"/>
              <a:pathLst>
                <a:path w="1253" h="395" extrusionOk="0">
                  <a:moveTo>
                    <a:pt x="186" y="0"/>
                  </a:moveTo>
                  <a:cubicBezTo>
                    <a:pt x="93" y="0"/>
                    <a:pt x="1" y="0"/>
                    <a:pt x="1" y="185"/>
                  </a:cubicBezTo>
                  <a:cubicBezTo>
                    <a:pt x="1" y="278"/>
                    <a:pt x="93" y="394"/>
                    <a:pt x="186" y="394"/>
                  </a:cubicBezTo>
                  <a:lnTo>
                    <a:pt x="1067" y="394"/>
                  </a:lnTo>
                  <a:cubicBezTo>
                    <a:pt x="1160" y="394"/>
                    <a:pt x="1252" y="278"/>
                    <a:pt x="1252" y="185"/>
                  </a:cubicBezTo>
                  <a:cubicBezTo>
                    <a:pt x="1252" y="0"/>
                    <a:pt x="1160"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3" name="Google Shape;2911;p71">
              <a:extLst>
                <a:ext uri="{FF2B5EF4-FFF2-40B4-BE49-F238E27FC236}">
                  <a16:creationId xmlns:a16="http://schemas.microsoft.com/office/drawing/2014/main" id="{2FCF600D-42CE-6D6C-E984-F7B4A52E81B2}"/>
                </a:ext>
              </a:extLst>
            </p:cNvPr>
            <p:cNvSpPr/>
            <p:nvPr/>
          </p:nvSpPr>
          <p:spPr>
            <a:xfrm>
              <a:off x="8004825" y="3782025"/>
              <a:ext cx="72425" cy="46375"/>
            </a:xfrm>
            <a:custGeom>
              <a:avLst/>
              <a:gdLst/>
              <a:ahLst/>
              <a:cxnLst/>
              <a:rect l="l" t="t" r="r" b="b"/>
              <a:pathLst>
                <a:path w="2897" h="1855" extrusionOk="0">
                  <a:moveTo>
                    <a:pt x="209" y="0"/>
                  </a:moveTo>
                  <a:cubicBezTo>
                    <a:pt x="93" y="0"/>
                    <a:pt x="0" y="116"/>
                    <a:pt x="0" y="209"/>
                  </a:cubicBezTo>
                  <a:cubicBezTo>
                    <a:pt x="0" y="394"/>
                    <a:pt x="93" y="487"/>
                    <a:pt x="209" y="487"/>
                  </a:cubicBezTo>
                  <a:cubicBezTo>
                    <a:pt x="973" y="487"/>
                    <a:pt x="1645" y="788"/>
                    <a:pt x="2039" y="1368"/>
                  </a:cubicBezTo>
                  <a:lnTo>
                    <a:pt x="1947" y="1275"/>
                  </a:lnTo>
                  <a:cubicBezTo>
                    <a:pt x="1831" y="1275"/>
                    <a:pt x="1738" y="1368"/>
                    <a:pt x="1645" y="1460"/>
                  </a:cubicBezTo>
                  <a:cubicBezTo>
                    <a:pt x="1645" y="1553"/>
                    <a:pt x="1738" y="1646"/>
                    <a:pt x="1831" y="1738"/>
                  </a:cubicBezTo>
                  <a:lnTo>
                    <a:pt x="2410" y="1854"/>
                  </a:lnTo>
                  <a:cubicBezTo>
                    <a:pt x="2619" y="1854"/>
                    <a:pt x="2712" y="1854"/>
                    <a:pt x="2712" y="1738"/>
                  </a:cubicBezTo>
                  <a:lnTo>
                    <a:pt x="2897" y="1066"/>
                  </a:lnTo>
                  <a:cubicBezTo>
                    <a:pt x="2897" y="974"/>
                    <a:pt x="2804" y="881"/>
                    <a:pt x="2712" y="881"/>
                  </a:cubicBezTo>
                  <a:cubicBezTo>
                    <a:pt x="2619" y="881"/>
                    <a:pt x="2526" y="881"/>
                    <a:pt x="2526" y="974"/>
                  </a:cubicBezTo>
                  <a:lnTo>
                    <a:pt x="2410" y="1159"/>
                  </a:lnTo>
                  <a:cubicBezTo>
                    <a:pt x="1947" y="487"/>
                    <a:pt x="1066" y="0"/>
                    <a:pt x="2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2912;p71">
              <a:extLst>
                <a:ext uri="{FF2B5EF4-FFF2-40B4-BE49-F238E27FC236}">
                  <a16:creationId xmlns:a16="http://schemas.microsoft.com/office/drawing/2014/main" id="{FBCE451C-EABA-A294-057A-1FA7201602AD}"/>
                </a:ext>
              </a:extLst>
            </p:cNvPr>
            <p:cNvSpPr/>
            <p:nvPr/>
          </p:nvSpPr>
          <p:spPr>
            <a:xfrm>
              <a:off x="7807250" y="3702650"/>
              <a:ext cx="101400" cy="68750"/>
            </a:xfrm>
            <a:custGeom>
              <a:avLst/>
              <a:gdLst/>
              <a:ahLst/>
              <a:cxnLst/>
              <a:rect l="l" t="t" r="r" b="b"/>
              <a:pathLst>
                <a:path w="4056" h="2750" extrusionOk="0">
                  <a:moveTo>
                    <a:pt x="3847" y="0"/>
                  </a:moveTo>
                  <a:cubicBezTo>
                    <a:pt x="2503" y="0"/>
                    <a:pt x="1159" y="765"/>
                    <a:pt x="464" y="2017"/>
                  </a:cubicBezTo>
                  <a:lnTo>
                    <a:pt x="371" y="1831"/>
                  </a:lnTo>
                  <a:cubicBezTo>
                    <a:pt x="371" y="1738"/>
                    <a:pt x="278" y="1646"/>
                    <a:pt x="186" y="1646"/>
                  </a:cubicBezTo>
                  <a:cubicBezTo>
                    <a:pt x="0" y="1738"/>
                    <a:pt x="0" y="1831"/>
                    <a:pt x="0" y="1924"/>
                  </a:cubicBezTo>
                  <a:lnTo>
                    <a:pt x="278" y="2596"/>
                  </a:lnTo>
                  <a:cubicBezTo>
                    <a:pt x="278" y="2679"/>
                    <a:pt x="326" y="2750"/>
                    <a:pt x="429" y="2750"/>
                  </a:cubicBezTo>
                  <a:cubicBezTo>
                    <a:pt x="470" y="2750"/>
                    <a:pt x="520" y="2738"/>
                    <a:pt x="580" y="2712"/>
                  </a:cubicBezTo>
                  <a:lnTo>
                    <a:pt x="1252" y="2503"/>
                  </a:lnTo>
                  <a:cubicBezTo>
                    <a:pt x="1344" y="2411"/>
                    <a:pt x="1344" y="2318"/>
                    <a:pt x="1344" y="2225"/>
                  </a:cubicBezTo>
                  <a:cubicBezTo>
                    <a:pt x="1280" y="2160"/>
                    <a:pt x="1215" y="2084"/>
                    <a:pt x="1142" y="2084"/>
                  </a:cubicBezTo>
                  <a:cubicBezTo>
                    <a:pt x="1110" y="2084"/>
                    <a:pt x="1078" y="2098"/>
                    <a:pt x="1043" y="2132"/>
                  </a:cubicBezTo>
                  <a:lnTo>
                    <a:pt x="858" y="2225"/>
                  </a:lnTo>
                  <a:cubicBezTo>
                    <a:pt x="1437" y="1159"/>
                    <a:pt x="2596" y="487"/>
                    <a:pt x="3847" y="487"/>
                  </a:cubicBezTo>
                  <a:cubicBezTo>
                    <a:pt x="3940" y="487"/>
                    <a:pt x="4056" y="394"/>
                    <a:pt x="4056" y="278"/>
                  </a:cubicBezTo>
                  <a:cubicBezTo>
                    <a:pt x="4056" y="93"/>
                    <a:pt x="3940" y="0"/>
                    <a:pt x="38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5" name="Google Shape;2913;p71">
            <a:extLst>
              <a:ext uri="{FF2B5EF4-FFF2-40B4-BE49-F238E27FC236}">
                <a16:creationId xmlns:a16="http://schemas.microsoft.com/office/drawing/2014/main" id="{14F23454-4A50-3AF4-9F48-95FA350E68F2}"/>
              </a:ext>
            </a:extLst>
          </p:cNvPr>
          <p:cNvGrpSpPr/>
          <p:nvPr/>
        </p:nvGrpSpPr>
        <p:grpSpPr>
          <a:xfrm>
            <a:off x="4935313" y="1620075"/>
            <a:ext cx="347650" cy="227125"/>
            <a:chOff x="2534900" y="1549100"/>
            <a:chExt cx="347650" cy="227125"/>
          </a:xfrm>
        </p:grpSpPr>
        <p:sp>
          <p:nvSpPr>
            <p:cNvPr id="1736" name="Google Shape;2914;p71">
              <a:extLst>
                <a:ext uri="{FF2B5EF4-FFF2-40B4-BE49-F238E27FC236}">
                  <a16:creationId xmlns:a16="http://schemas.microsoft.com/office/drawing/2014/main" id="{EBB18B5B-5AA1-1838-8FB3-74E67B9276DE}"/>
                </a:ext>
              </a:extLst>
            </p:cNvPr>
            <p:cNvSpPr/>
            <p:nvPr/>
          </p:nvSpPr>
          <p:spPr>
            <a:xfrm>
              <a:off x="2715650" y="1549100"/>
              <a:ext cx="166900" cy="210325"/>
            </a:xfrm>
            <a:custGeom>
              <a:avLst/>
              <a:gdLst/>
              <a:ahLst/>
              <a:cxnLst/>
              <a:rect l="l" t="t" r="r" b="b"/>
              <a:pathLst>
                <a:path w="6676" h="8413" extrusionOk="0">
                  <a:moveTo>
                    <a:pt x="5887" y="394"/>
                  </a:moveTo>
                  <a:lnTo>
                    <a:pt x="6096" y="487"/>
                  </a:lnTo>
                  <a:cubicBezTo>
                    <a:pt x="6189" y="487"/>
                    <a:pt x="6189" y="672"/>
                    <a:pt x="6189" y="788"/>
                  </a:cubicBezTo>
                  <a:lnTo>
                    <a:pt x="6096" y="1159"/>
                  </a:lnTo>
                  <a:lnTo>
                    <a:pt x="5980" y="1252"/>
                  </a:lnTo>
                  <a:cubicBezTo>
                    <a:pt x="5934" y="1310"/>
                    <a:pt x="5887" y="1339"/>
                    <a:pt x="5853" y="1339"/>
                  </a:cubicBezTo>
                  <a:cubicBezTo>
                    <a:pt x="5818" y="1339"/>
                    <a:pt x="5795" y="1310"/>
                    <a:pt x="5795" y="1252"/>
                  </a:cubicBezTo>
                  <a:lnTo>
                    <a:pt x="5609" y="1252"/>
                  </a:lnTo>
                  <a:cubicBezTo>
                    <a:pt x="5516" y="1159"/>
                    <a:pt x="5516" y="1066"/>
                    <a:pt x="5516" y="974"/>
                  </a:cubicBezTo>
                  <a:lnTo>
                    <a:pt x="5609" y="580"/>
                  </a:lnTo>
                  <a:cubicBezTo>
                    <a:pt x="5702" y="487"/>
                    <a:pt x="5702" y="487"/>
                    <a:pt x="5702" y="394"/>
                  </a:cubicBezTo>
                  <a:close/>
                  <a:moveTo>
                    <a:pt x="5702" y="1831"/>
                  </a:moveTo>
                  <a:cubicBezTo>
                    <a:pt x="5887" y="1831"/>
                    <a:pt x="5980" y="1831"/>
                    <a:pt x="6096" y="1947"/>
                  </a:cubicBezTo>
                  <a:cubicBezTo>
                    <a:pt x="6189" y="2040"/>
                    <a:pt x="6281" y="2132"/>
                    <a:pt x="6281" y="2225"/>
                  </a:cubicBezTo>
                  <a:lnTo>
                    <a:pt x="6281" y="3963"/>
                  </a:lnTo>
                  <a:lnTo>
                    <a:pt x="5215" y="3963"/>
                  </a:lnTo>
                  <a:lnTo>
                    <a:pt x="5215" y="2619"/>
                  </a:lnTo>
                  <a:lnTo>
                    <a:pt x="5401" y="2619"/>
                  </a:lnTo>
                  <a:cubicBezTo>
                    <a:pt x="5516" y="2619"/>
                    <a:pt x="5609" y="2526"/>
                    <a:pt x="5609" y="2410"/>
                  </a:cubicBezTo>
                  <a:cubicBezTo>
                    <a:pt x="5609" y="2318"/>
                    <a:pt x="5516" y="2225"/>
                    <a:pt x="5401" y="2225"/>
                  </a:cubicBezTo>
                  <a:lnTo>
                    <a:pt x="2990" y="2225"/>
                  </a:lnTo>
                  <a:cubicBezTo>
                    <a:pt x="2898" y="2225"/>
                    <a:pt x="2805" y="2225"/>
                    <a:pt x="2712" y="2132"/>
                  </a:cubicBezTo>
                  <a:cubicBezTo>
                    <a:pt x="2712" y="2132"/>
                    <a:pt x="2712" y="2040"/>
                    <a:pt x="2620" y="2040"/>
                  </a:cubicBezTo>
                  <a:lnTo>
                    <a:pt x="5702" y="1831"/>
                  </a:lnTo>
                  <a:close/>
                  <a:moveTo>
                    <a:pt x="4636" y="4937"/>
                  </a:moveTo>
                  <a:lnTo>
                    <a:pt x="4450" y="5701"/>
                  </a:lnTo>
                  <a:cubicBezTo>
                    <a:pt x="4358" y="5794"/>
                    <a:pt x="4358" y="5887"/>
                    <a:pt x="4450" y="6095"/>
                  </a:cubicBezTo>
                  <a:lnTo>
                    <a:pt x="4358" y="6095"/>
                  </a:lnTo>
                  <a:cubicBezTo>
                    <a:pt x="4242" y="6188"/>
                    <a:pt x="4242" y="6373"/>
                    <a:pt x="4358" y="6466"/>
                  </a:cubicBezTo>
                  <a:lnTo>
                    <a:pt x="4636" y="8019"/>
                  </a:lnTo>
                  <a:lnTo>
                    <a:pt x="4543" y="8019"/>
                  </a:lnTo>
                  <a:lnTo>
                    <a:pt x="3778" y="6095"/>
                  </a:lnTo>
                  <a:lnTo>
                    <a:pt x="3778" y="6003"/>
                  </a:lnTo>
                  <a:cubicBezTo>
                    <a:pt x="3662" y="6003"/>
                    <a:pt x="3778" y="5887"/>
                    <a:pt x="3778" y="5794"/>
                  </a:cubicBezTo>
                  <a:lnTo>
                    <a:pt x="4636" y="4937"/>
                  </a:lnTo>
                  <a:close/>
                  <a:moveTo>
                    <a:pt x="6189" y="4357"/>
                  </a:moveTo>
                  <a:lnTo>
                    <a:pt x="5516" y="5794"/>
                  </a:lnTo>
                  <a:lnTo>
                    <a:pt x="5516" y="6188"/>
                  </a:lnTo>
                  <a:lnTo>
                    <a:pt x="5980" y="8019"/>
                  </a:lnTo>
                  <a:lnTo>
                    <a:pt x="5887" y="8019"/>
                  </a:lnTo>
                  <a:lnTo>
                    <a:pt x="4821" y="6003"/>
                  </a:lnTo>
                  <a:lnTo>
                    <a:pt x="4821" y="5887"/>
                  </a:lnTo>
                  <a:lnTo>
                    <a:pt x="4821" y="5794"/>
                  </a:lnTo>
                  <a:lnTo>
                    <a:pt x="5215" y="4357"/>
                  </a:lnTo>
                  <a:close/>
                  <a:moveTo>
                    <a:pt x="580" y="0"/>
                  </a:moveTo>
                  <a:cubicBezTo>
                    <a:pt x="302" y="0"/>
                    <a:pt x="1" y="301"/>
                    <a:pt x="1" y="580"/>
                  </a:cubicBezTo>
                  <a:lnTo>
                    <a:pt x="1" y="3106"/>
                  </a:lnTo>
                  <a:cubicBezTo>
                    <a:pt x="1" y="3384"/>
                    <a:pt x="302" y="3685"/>
                    <a:pt x="580" y="3685"/>
                  </a:cubicBezTo>
                  <a:lnTo>
                    <a:pt x="3083" y="3685"/>
                  </a:lnTo>
                  <a:cubicBezTo>
                    <a:pt x="3384" y="3685"/>
                    <a:pt x="3662" y="3384"/>
                    <a:pt x="3662" y="3106"/>
                  </a:cubicBezTo>
                  <a:lnTo>
                    <a:pt x="3662" y="2712"/>
                  </a:lnTo>
                  <a:lnTo>
                    <a:pt x="4821" y="2619"/>
                  </a:lnTo>
                  <a:lnTo>
                    <a:pt x="4821" y="4056"/>
                  </a:lnTo>
                  <a:lnTo>
                    <a:pt x="3477" y="5516"/>
                  </a:lnTo>
                  <a:cubicBezTo>
                    <a:pt x="3292" y="5701"/>
                    <a:pt x="3292" y="6003"/>
                    <a:pt x="3384" y="6281"/>
                  </a:cubicBezTo>
                  <a:lnTo>
                    <a:pt x="4242" y="8320"/>
                  </a:lnTo>
                  <a:cubicBezTo>
                    <a:pt x="4242" y="8413"/>
                    <a:pt x="4358" y="8413"/>
                    <a:pt x="4450" y="8413"/>
                  </a:cubicBezTo>
                  <a:lnTo>
                    <a:pt x="4937" y="8413"/>
                  </a:lnTo>
                  <a:cubicBezTo>
                    <a:pt x="5030" y="8413"/>
                    <a:pt x="5030" y="8413"/>
                    <a:pt x="5123" y="8320"/>
                  </a:cubicBezTo>
                  <a:lnTo>
                    <a:pt x="5123" y="8112"/>
                  </a:lnTo>
                  <a:lnTo>
                    <a:pt x="4821" y="6675"/>
                  </a:lnTo>
                  <a:lnTo>
                    <a:pt x="5609" y="8320"/>
                  </a:lnTo>
                  <a:cubicBezTo>
                    <a:pt x="5702" y="8413"/>
                    <a:pt x="5702" y="8413"/>
                    <a:pt x="5795" y="8413"/>
                  </a:cubicBezTo>
                  <a:lnTo>
                    <a:pt x="6281" y="8413"/>
                  </a:lnTo>
                  <a:cubicBezTo>
                    <a:pt x="6374" y="8413"/>
                    <a:pt x="6467" y="8413"/>
                    <a:pt x="6467" y="8320"/>
                  </a:cubicBezTo>
                  <a:lnTo>
                    <a:pt x="6467" y="8112"/>
                  </a:lnTo>
                  <a:lnTo>
                    <a:pt x="5887" y="6095"/>
                  </a:lnTo>
                  <a:lnTo>
                    <a:pt x="5887" y="6003"/>
                  </a:lnTo>
                  <a:lnTo>
                    <a:pt x="6675" y="4264"/>
                  </a:lnTo>
                  <a:lnTo>
                    <a:pt x="6675" y="4149"/>
                  </a:lnTo>
                  <a:lnTo>
                    <a:pt x="6675" y="2225"/>
                  </a:lnTo>
                  <a:cubicBezTo>
                    <a:pt x="6675" y="2040"/>
                    <a:pt x="6559" y="1831"/>
                    <a:pt x="6374" y="1646"/>
                  </a:cubicBezTo>
                  <a:cubicBezTo>
                    <a:pt x="6281" y="1646"/>
                    <a:pt x="6281" y="1553"/>
                    <a:pt x="6281" y="1553"/>
                  </a:cubicBezTo>
                  <a:lnTo>
                    <a:pt x="6467" y="1368"/>
                  </a:lnTo>
                  <a:lnTo>
                    <a:pt x="6559" y="881"/>
                  </a:lnTo>
                  <a:cubicBezTo>
                    <a:pt x="6675" y="580"/>
                    <a:pt x="6467" y="209"/>
                    <a:pt x="6189" y="93"/>
                  </a:cubicBezTo>
                  <a:lnTo>
                    <a:pt x="5980" y="0"/>
                  </a:lnTo>
                  <a:cubicBezTo>
                    <a:pt x="5887" y="0"/>
                    <a:pt x="5702" y="0"/>
                    <a:pt x="5609" y="93"/>
                  </a:cubicBezTo>
                  <a:cubicBezTo>
                    <a:pt x="5401" y="93"/>
                    <a:pt x="5308" y="301"/>
                    <a:pt x="5215" y="394"/>
                  </a:cubicBezTo>
                  <a:lnTo>
                    <a:pt x="5123" y="881"/>
                  </a:lnTo>
                  <a:cubicBezTo>
                    <a:pt x="5030" y="1066"/>
                    <a:pt x="5123" y="1252"/>
                    <a:pt x="5215" y="1460"/>
                  </a:cubicBezTo>
                  <a:lnTo>
                    <a:pt x="2411" y="1646"/>
                  </a:lnTo>
                  <a:cubicBezTo>
                    <a:pt x="2318" y="1646"/>
                    <a:pt x="2226" y="1738"/>
                    <a:pt x="2226" y="1831"/>
                  </a:cubicBezTo>
                  <a:cubicBezTo>
                    <a:pt x="2226" y="2040"/>
                    <a:pt x="2318" y="2318"/>
                    <a:pt x="2411" y="2410"/>
                  </a:cubicBezTo>
                  <a:cubicBezTo>
                    <a:pt x="2620" y="2619"/>
                    <a:pt x="2805" y="2712"/>
                    <a:pt x="2990" y="2712"/>
                  </a:cubicBezTo>
                  <a:lnTo>
                    <a:pt x="3292" y="2712"/>
                  </a:lnTo>
                  <a:lnTo>
                    <a:pt x="3292" y="3106"/>
                  </a:lnTo>
                  <a:cubicBezTo>
                    <a:pt x="3292" y="3198"/>
                    <a:pt x="3199" y="3291"/>
                    <a:pt x="3083" y="3291"/>
                  </a:cubicBezTo>
                  <a:lnTo>
                    <a:pt x="580" y="3291"/>
                  </a:lnTo>
                  <a:cubicBezTo>
                    <a:pt x="487" y="3291"/>
                    <a:pt x="395" y="3198"/>
                    <a:pt x="395" y="3106"/>
                  </a:cubicBezTo>
                  <a:lnTo>
                    <a:pt x="395" y="580"/>
                  </a:lnTo>
                  <a:cubicBezTo>
                    <a:pt x="395" y="487"/>
                    <a:pt x="487" y="394"/>
                    <a:pt x="580" y="394"/>
                  </a:cubicBezTo>
                  <a:lnTo>
                    <a:pt x="3083" y="394"/>
                  </a:lnTo>
                  <a:cubicBezTo>
                    <a:pt x="3199" y="394"/>
                    <a:pt x="3292" y="487"/>
                    <a:pt x="3292" y="580"/>
                  </a:cubicBezTo>
                  <a:lnTo>
                    <a:pt x="3292" y="974"/>
                  </a:lnTo>
                  <a:cubicBezTo>
                    <a:pt x="3292" y="1066"/>
                    <a:pt x="3292" y="1159"/>
                    <a:pt x="3477" y="1159"/>
                  </a:cubicBezTo>
                  <a:cubicBezTo>
                    <a:pt x="3570" y="1159"/>
                    <a:pt x="3662" y="1066"/>
                    <a:pt x="3662" y="974"/>
                  </a:cubicBezTo>
                  <a:lnTo>
                    <a:pt x="3662" y="580"/>
                  </a:lnTo>
                  <a:cubicBezTo>
                    <a:pt x="3662" y="301"/>
                    <a:pt x="3384" y="0"/>
                    <a:pt x="30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2915;p71">
              <a:extLst>
                <a:ext uri="{FF2B5EF4-FFF2-40B4-BE49-F238E27FC236}">
                  <a16:creationId xmlns:a16="http://schemas.microsoft.com/office/drawing/2014/main" id="{FBFEEC46-B2BD-750A-727A-A394E8BB6FE7}"/>
                </a:ext>
              </a:extLst>
            </p:cNvPr>
            <p:cNvSpPr/>
            <p:nvPr/>
          </p:nvSpPr>
          <p:spPr>
            <a:xfrm>
              <a:off x="2850650" y="1766350"/>
              <a:ext cx="31900" cy="9875"/>
            </a:xfrm>
            <a:custGeom>
              <a:avLst/>
              <a:gdLst/>
              <a:ahLst/>
              <a:cxnLst/>
              <a:rect l="l" t="t" r="r" b="b"/>
              <a:pathLst>
                <a:path w="1276" h="395" extrusionOk="0">
                  <a:moveTo>
                    <a:pt x="209" y="1"/>
                  </a:moveTo>
                  <a:cubicBezTo>
                    <a:pt x="116" y="1"/>
                    <a:pt x="1" y="94"/>
                    <a:pt x="1" y="209"/>
                  </a:cubicBezTo>
                  <a:cubicBezTo>
                    <a:pt x="1" y="302"/>
                    <a:pt x="116" y="395"/>
                    <a:pt x="209" y="395"/>
                  </a:cubicBezTo>
                  <a:lnTo>
                    <a:pt x="1067" y="395"/>
                  </a:lnTo>
                  <a:cubicBezTo>
                    <a:pt x="1159" y="395"/>
                    <a:pt x="1275" y="302"/>
                    <a:pt x="1275" y="209"/>
                  </a:cubicBezTo>
                  <a:cubicBezTo>
                    <a:pt x="1275" y="94"/>
                    <a:pt x="1159" y="1"/>
                    <a:pt x="1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8" name="Google Shape;2916;p71">
              <a:extLst>
                <a:ext uri="{FF2B5EF4-FFF2-40B4-BE49-F238E27FC236}">
                  <a16:creationId xmlns:a16="http://schemas.microsoft.com/office/drawing/2014/main" id="{1ED9D9D9-74CE-8167-C49D-52329E34BEFF}"/>
                </a:ext>
              </a:extLst>
            </p:cNvPr>
            <p:cNvSpPr/>
            <p:nvPr/>
          </p:nvSpPr>
          <p:spPr>
            <a:xfrm>
              <a:off x="2814725" y="1766350"/>
              <a:ext cx="31325" cy="9875"/>
            </a:xfrm>
            <a:custGeom>
              <a:avLst/>
              <a:gdLst/>
              <a:ahLst/>
              <a:cxnLst/>
              <a:rect l="l" t="t" r="r" b="b"/>
              <a:pathLst>
                <a:path w="1253" h="395" extrusionOk="0">
                  <a:moveTo>
                    <a:pt x="186" y="1"/>
                  </a:moveTo>
                  <a:cubicBezTo>
                    <a:pt x="93" y="1"/>
                    <a:pt x="1" y="94"/>
                    <a:pt x="1" y="209"/>
                  </a:cubicBezTo>
                  <a:cubicBezTo>
                    <a:pt x="1" y="302"/>
                    <a:pt x="93" y="395"/>
                    <a:pt x="186" y="395"/>
                  </a:cubicBezTo>
                  <a:lnTo>
                    <a:pt x="1067" y="395"/>
                  </a:lnTo>
                  <a:cubicBezTo>
                    <a:pt x="1160" y="395"/>
                    <a:pt x="1252" y="302"/>
                    <a:pt x="1252" y="209"/>
                  </a:cubicBezTo>
                  <a:cubicBezTo>
                    <a:pt x="1252" y="94"/>
                    <a:pt x="1160" y="1"/>
                    <a:pt x="1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9" name="Google Shape;2917;p71">
              <a:extLst>
                <a:ext uri="{FF2B5EF4-FFF2-40B4-BE49-F238E27FC236}">
                  <a16:creationId xmlns:a16="http://schemas.microsoft.com/office/drawing/2014/main" id="{96E39DC8-C89E-8835-1E15-36AC80DA1776}"/>
                </a:ext>
              </a:extLst>
            </p:cNvPr>
            <p:cNvSpPr/>
            <p:nvPr/>
          </p:nvSpPr>
          <p:spPr>
            <a:xfrm>
              <a:off x="2537200" y="1556625"/>
              <a:ext cx="157050" cy="202800"/>
            </a:xfrm>
            <a:custGeom>
              <a:avLst/>
              <a:gdLst/>
              <a:ahLst/>
              <a:cxnLst/>
              <a:rect l="l" t="t" r="r" b="b"/>
              <a:pathLst>
                <a:path w="6282" h="8112" extrusionOk="0">
                  <a:moveTo>
                    <a:pt x="1646" y="371"/>
                  </a:moveTo>
                  <a:cubicBezTo>
                    <a:pt x="1832" y="371"/>
                    <a:pt x="1832" y="487"/>
                    <a:pt x="1832" y="673"/>
                  </a:cubicBezTo>
                  <a:lnTo>
                    <a:pt x="1832" y="1067"/>
                  </a:lnTo>
                  <a:cubicBezTo>
                    <a:pt x="1832" y="1159"/>
                    <a:pt x="1832" y="1159"/>
                    <a:pt x="1739" y="1252"/>
                  </a:cubicBezTo>
                  <a:lnTo>
                    <a:pt x="1345" y="1252"/>
                  </a:lnTo>
                  <a:cubicBezTo>
                    <a:pt x="1252" y="1252"/>
                    <a:pt x="1252" y="1159"/>
                    <a:pt x="1252" y="1067"/>
                  </a:cubicBezTo>
                  <a:lnTo>
                    <a:pt x="1252" y="580"/>
                  </a:lnTo>
                  <a:cubicBezTo>
                    <a:pt x="1252" y="487"/>
                    <a:pt x="1345" y="487"/>
                    <a:pt x="1345" y="487"/>
                  </a:cubicBezTo>
                  <a:cubicBezTo>
                    <a:pt x="1345" y="371"/>
                    <a:pt x="1438" y="371"/>
                    <a:pt x="1438" y="371"/>
                  </a:cubicBezTo>
                  <a:close/>
                  <a:moveTo>
                    <a:pt x="5795" y="765"/>
                  </a:moveTo>
                  <a:cubicBezTo>
                    <a:pt x="5887" y="765"/>
                    <a:pt x="5887" y="858"/>
                    <a:pt x="5887" y="858"/>
                  </a:cubicBezTo>
                  <a:lnTo>
                    <a:pt x="5887" y="3384"/>
                  </a:lnTo>
                  <a:cubicBezTo>
                    <a:pt x="5887" y="3477"/>
                    <a:pt x="5887" y="3477"/>
                    <a:pt x="5795" y="3477"/>
                  </a:cubicBezTo>
                  <a:lnTo>
                    <a:pt x="3269" y="3477"/>
                  </a:lnTo>
                  <a:cubicBezTo>
                    <a:pt x="3269" y="3477"/>
                    <a:pt x="3176" y="3477"/>
                    <a:pt x="3176" y="3384"/>
                  </a:cubicBezTo>
                  <a:lnTo>
                    <a:pt x="3176" y="3268"/>
                  </a:lnTo>
                  <a:lnTo>
                    <a:pt x="4056" y="3083"/>
                  </a:lnTo>
                  <a:cubicBezTo>
                    <a:pt x="4543" y="3083"/>
                    <a:pt x="4821" y="2689"/>
                    <a:pt x="4821" y="2225"/>
                  </a:cubicBezTo>
                  <a:lnTo>
                    <a:pt x="4821" y="2017"/>
                  </a:lnTo>
                  <a:cubicBezTo>
                    <a:pt x="4759" y="2017"/>
                    <a:pt x="4739" y="1976"/>
                    <a:pt x="4705" y="1976"/>
                  </a:cubicBezTo>
                  <a:cubicBezTo>
                    <a:pt x="4687" y="1976"/>
                    <a:pt x="4667" y="1986"/>
                    <a:pt x="4636" y="2017"/>
                  </a:cubicBezTo>
                  <a:lnTo>
                    <a:pt x="3176" y="2109"/>
                  </a:lnTo>
                  <a:lnTo>
                    <a:pt x="3176" y="858"/>
                  </a:lnTo>
                  <a:lnTo>
                    <a:pt x="3269" y="765"/>
                  </a:lnTo>
                  <a:close/>
                  <a:moveTo>
                    <a:pt x="1530" y="1646"/>
                  </a:moveTo>
                  <a:lnTo>
                    <a:pt x="1530" y="1739"/>
                  </a:lnTo>
                  <a:lnTo>
                    <a:pt x="2805" y="2503"/>
                  </a:lnTo>
                  <a:lnTo>
                    <a:pt x="2898" y="2503"/>
                  </a:lnTo>
                  <a:cubicBezTo>
                    <a:pt x="2960" y="2503"/>
                    <a:pt x="3021" y="2545"/>
                    <a:pt x="3056" y="2545"/>
                  </a:cubicBezTo>
                  <a:cubicBezTo>
                    <a:pt x="3073" y="2545"/>
                    <a:pt x="3083" y="2534"/>
                    <a:pt x="3083" y="2503"/>
                  </a:cubicBezTo>
                  <a:lnTo>
                    <a:pt x="4427" y="2411"/>
                  </a:lnTo>
                  <a:lnTo>
                    <a:pt x="4427" y="2411"/>
                  </a:lnTo>
                  <a:cubicBezTo>
                    <a:pt x="4335" y="2596"/>
                    <a:pt x="4149" y="2689"/>
                    <a:pt x="3964" y="2689"/>
                  </a:cubicBezTo>
                  <a:lnTo>
                    <a:pt x="2990" y="2897"/>
                  </a:lnTo>
                  <a:lnTo>
                    <a:pt x="2898" y="2897"/>
                  </a:lnTo>
                  <a:lnTo>
                    <a:pt x="2226" y="2503"/>
                  </a:lnTo>
                  <a:lnTo>
                    <a:pt x="2226" y="2411"/>
                  </a:lnTo>
                  <a:lnTo>
                    <a:pt x="1739" y="2225"/>
                  </a:lnTo>
                  <a:cubicBezTo>
                    <a:pt x="1711" y="2191"/>
                    <a:pt x="1681" y="2177"/>
                    <a:pt x="1651" y="2177"/>
                  </a:cubicBezTo>
                  <a:cubicBezTo>
                    <a:pt x="1579" y="2177"/>
                    <a:pt x="1503" y="2253"/>
                    <a:pt x="1438" y="2318"/>
                  </a:cubicBezTo>
                  <a:cubicBezTo>
                    <a:pt x="1438" y="2411"/>
                    <a:pt x="1438" y="2503"/>
                    <a:pt x="1530" y="2503"/>
                  </a:cubicBezTo>
                  <a:lnTo>
                    <a:pt x="1924" y="2805"/>
                  </a:lnTo>
                  <a:lnTo>
                    <a:pt x="1924" y="3662"/>
                  </a:lnTo>
                  <a:lnTo>
                    <a:pt x="858" y="3662"/>
                  </a:lnTo>
                  <a:lnTo>
                    <a:pt x="951" y="2318"/>
                  </a:lnTo>
                  <a:cubicBezTo>
                    <a:pt x="951" y="2109"/>
                    <a:pt x="951" y="2017"/>
                    <a:pt x="1067" y="1831"/>
                  </a:cubicBezTo>
                  <a:lnTo>
                    <a:pt x="1160" y="1739"/>
                  </a:lnTo>
                  <a:cubicBezTo>
                    <a:pt x="1252" y="1739"/>
                    <a:pt x="1252" y="1646"/>
                    <a:pt x="1345" y="1646"/>
                  </a:cubicBezTo>
                  <a:close/>
                  <a:moveTo>
                    <a:pt x="2226" y="4242"/>
                  </a:moveTo>
                  <a:lnTo>
                    <a:pt x="3384" y="5493"/>
                  </a:lnTo>
                  <a:cubicBezTo>
                    <a:pt x="3477" y="5586"/>
                    <a:pt x="3477" y="5702"/>
                    <a:pt x="3384" y="5702"/>
                  </a:cubicBezTo>
                  <a:lnTo>
                    <a:pt x="3384" y="5794"/>
                  </a:lnTo>
                  <a:lnTo>
                    <a:pt x="2596" y="7718"/>
                  </a:lnTo>
                  <a:lnTo>
                    <a:pt x="2504" y="7718"/>
                  </a:lnTo>
                  <a:lnTo>
                    <a:pt x="2898" y="6165"/>
                  </a:lnTo>
                  <a:cubicBezTo>
                    <a:pt x="2898" y="6072"/>
                    <a:pt x="2898" y="5887"/>
                    <a:pt x="2805" y="5794"/>
                  </a:cubicBezTo>
                  <a:lnTo>
                    <a:pt x="1924" y="4914"/>
                  </a:lnTo>
                  <a:lnTo>
                    <a:pt x="2226" y="4242"/>
                  </a:lnTo>
                  <a:close/>
                  <a:moveTo>
                    <a:pt x="1530" y="0"/>
                  </a:moveTo>
                  <a:cubicBezTo>
                    <a:pt x="1345" y="0"/>
                    <a:pt x="1252" y="0"/>
                    <a:pt x="1067" y="93"/>
                  </a:cubicBezTo>
                  <a:cubicBezTo>
                    <a:pt x="951" y="186"/>
                    <a:pt x="858" y="371"/>
                    <a:pt x="858" y="580"/>
                  </a:cubicBezTo>
                  <a:lnTo>
                    <a:pt x="858" y="951"/>
                  </a:lnTo>
                  <a:cubicBezTo>
                    <a:pt x="858" y="1159"/>
                    <a:pt x="858" y="1252"/>
                    <a:pt x="951" y="1437"/>
                  </a:cubicBezTo>
                  <a:lnTo>
                    <a:pt x="858" y="1437"/>
                  </a:lnTo>
                  <a:lnTo>
                    <a:pt x="766" y="1646"/>
                  </a:lnTo>
                  <a:cubicBezTo>
                    <a:pt x="580" y="1831"/>
                    <a:pt x="488" y="2017"/>
                    <a:pt x="488" y="2318"/>
                  </a:cubicBezTo>
                  <a:lnTo>
                    <a:pt x="488" y="3848"/>
                  </a:lnTo>
                  <a:lnTo>
                    <a:pt x="372" y="4728"/>
                  </a:lnTo>
                  <a:cubicBezTo>
                    <a:pt x="372" y="4821"/>
                    <a:pt x="488" y="5006"/>
                    <a:pt x="580" y="5006"/>
                  </a:cubicBezTo>
                  <a:cubicBezTo>
                    <a:pt x="673" y="5006"/>
                    <a:pt x="766" y="4914"/>
                    <a:pt x="766" y="4821"/>
                  </a:cubicBezTo>
                  <a:lnTo>
                    <a:pt x="858" y="4056"/>
                  </a:lnTo>
                  <a:lnTo>
                    <a:pt x="1832" y="4056"/>
                  </a:lnTo>
                  <a:lnTo>
                    <a:pt x="1530" y="4914"/>
                  </a:lnTo>
                  <a:lnTo>
                    <a:pt x="580" y="7718"/>
                  </a:lnTo>
                  <a:lnTo>
                    <a:pt x="372" y="7718"/>
                  </a:lnTo>
                  <a:lnTo>
                    <a:pt x="673" y="5702"/>
                  </a:lnTo>
                  <a:cubicBezTo>
                    <a:pt x="673" y="5586"/>
                    <a:pt x="580" y="5493"/>
                    <a:pt x="488" y="5493"/>
                  </a:cubicBezTo>
                  <a:cubicBezTo>
                    <a:pt x="454" y="5466"/>
                    <a:pt x="422" y="5455"/>
                    <a:pt x="393" y="5455"/>
                  </a:cubicBezTo>
                  <a:cubicBezTo>
                    <a:pt x="325" y="5455"/>
                    <a:pt x="279" y="5520"/>
                    <a:pt x="279" y="5586"/>
                  </a:cubicBezTo>
                  <a:lnTo>
                    <a:pt x="1" y="7903"/>
                  </a:lnTo>
                  <a:lnTo>
                    <a:pt x="1" y="8019"/>
                  </a:lnTo>
                  <a:cubicBezTo>
                    <a:pt x="94" y="8112"/>
                    <a:pt x="94" y="8112"/>
                    <a:pt x="186" y="8112"/>
                  </a:cubicBezTo>
                  <a:lnTo>
                    <a:pt x="673" y="8112"/>
                  </a:lnTo>
                  <a:cubicBezTo>
                    <a:pt x="766" y="8112"/>
                    <a:pt x="858" y="8112"/>
                    <a:pt x="858" y="8019"/>
                  </a:cubicBezTo>
                  <a:lnTo>
                    <a:pt x="1832" y="5308"/>
                  </a:lnTo>
                  <a:lnTo>
                    <a:pt x="2411" y="6072"/>
                  </a:lnTo>
                  <a:lnTo>
                    <a:pt x="2017" y="7811"/>
                  </a:lnTo>
                  <a:cubicBezTo>
                    <a:pt x="2017" y="7903"/>
                    <a:pt x="2017" y="8019"/>
                    <a:pt x="2110" y="8019"/>
                  </a:cubicBezTo>
                  <a:cubicBezTo>
                    <a:pt x="2110" y="8112"/>
                    <a:pt x="2226" y="8112"/>
                    <a:pt x="2226" y="8112"/>
                  </a:cubicBezTo>
                  <a:lnTo>
                    <a:pt x="2689" y="8112"/>
                  </a:lnTo>
                  <a:cubicBezTo>
                    <a:pt x="2805" y="8112"/>
                    <a:pt x="2898" y="8112"/>
                    <a:pt x="2898" y="8019"/>
                  </a:cubicBezTo>
                  <a:lnTo>
                    <a:pt x="3755" y="5980"/>
                  </a:lnTo>
                  <a:cubicBezTo>
                    <a:pt x="3848" y="5702"/>
                    <a:pt x="3848" y="5400"/>
                    <a:pt x="3663" y="5215"/>
                  </a:cubicBezTo>
                  <a:lnTo>
                    <a:pt x="2318" y="3755"/>
                  </a:lnTo>
                  <a:lnTo>
                    <a:pt x="2318" y="2990"/>
                  </a:lnTo>
                  <a:lnTo>
                    <a:pt x="2689" y="3175"/>
                  </a:lnTo>
                  <a:lnTo>
                    <a:pt x="2805" y="3175"/>
                  </a:lnTo>
                  <a:lnTo>
                    <a:pt x="2805" y="3384"/>
                  </a:lnTo>
                  <a:cubicBezTo>
                    <a:pt x="2805" y="3662"/>
                    <a:pt x="2990" y="3848"/>
                    <a:pt x="3269" y="3848"/>
                  </a:cubicBezTo>
                  <a:lnTo>
                    <a:pt x="5795" y="3848"/>
                  </a:lnTo>
                  <a:cubicBezTo>
                    <a:pt x="6073" y="3848"/>
                    <a:pt x="6281" y="3662"/>
                    <a:pt x="6281" y="3384"/>
                  </a:cubicBezTo>
                  <a:lnTo>
                    <a:pt x="6281" y="858"/>
                  </a:lnTo>
                  <a:cubicBezTo>
                    <a:pt x="6281" y="580"/>
                    <a:pt x="6073" y="371"/>
                    <a:pt x="5795" y="371"/>
                  </a:cubicBezTo>
                  <a:lnTo>
                    <a:pt x="3269" y="371"/>
                  </a:lnTo>
                  <a:cubicBezTo>
                    <a:pt x="2990" y="371"/>
                    <a:pt x="2805" y="580"/>
                    <a:pt x="2805" y="858"/>
                  </a:cubicBezTo>
                  <a:lnTo>
                    <a:pt x="2805" y="1924"/>
                  </a:lnTo>
                  <a:lnTo>
                    <a:pt x="2017" y="1530"/>
                  </a:lnTo>
                  <a:cubicBezTo>
                    <a:pt x="2110" y="1437"/>
                    <a:pt x="2226" y="1252"/>
                    <a:pt x="2226" y="1159"/>
                  </a:cubicBezTo>
                  <a:lnTo>
                    <a:pt x="2318" y="673"/>
                  </a:lnTo>
                  <a:cubicBezTo>
                    <a:pt x="2318" y="371"/>
                    <a:pt x="2017" y="0"/>
                    <a:pt x="17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40" name="Google Shape;2918;p71">
              <a:extLst>
                <a:ext uri="{FF2B5EF4-FFF2-40B4-BE49-F238E27FC236}">
                  <a16:creationId xmlns:a16="http://schemas.microsoft.com/office/drawing/2014/main" id="{B5616F8B-9E9A-1DC0-E55E-ADABC68172DE}"/>
                </a:ext>
              </a:extLst>
            </p:cNvPr>
            <p:cNvSpPr/>
            <p:nvPr/>
          </p:nvSpPr>
          <p:spPr>
            <a:xfrm>
              <a:off x="2534900" y="1766350"/>
              <a:ext cx="31300" cy="9875"/>
            </a:xfrm>
            <a:custGeom>
              <a:avLst/>
              <a:gdLst/>
              <a:ahLst/>
              <a:cxnLst/>
              <a:rect l="l" t="t" r="r" b="b"/>
              <a:pathLst>
                <a:path w="1252" h="395" extrusionOk="0">
                  <a:moveTo>
                    <a:pt x="186" y="1"/>
                  </a:moveTo>
                  <a:cubicBezTo>
                    <a:pt x="93" y="1"/>
                    <a:pt x="0" y="94"/>
                    <a:pt x="0" y="209"/>
                  </a:cubicBezTo>
                  <a:cubicBezTo>
                    <a:pt x="0" y="302"/>
                    <a:pt x="93" y="395"/>
                    <a:pt x="186" y="395"/>
                  </a:cubicBezTo>
                  <a:lnTo>
                    <a:pt x="1043" y="395"/>
                  </a:lnTo>
                  <a:cubicBezTo>
                    <a:pt x="1159" y="395"/>
                    <a:pt x="1252" y="302"/>
                    <a:pt x="1252" y="209"/>
                  </a:cubicBezTo>
                  <a:cubicBezTo>
                    <a:pt x="1252" y="94"/>
                    <a:pt x="1159" y="1"/>
                    <a:pt x="10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41" name="Google Shape;2919;p71">
              <a:extLst>
                <a:ext uri="{FF2B5EF4-FFF2-40B4-BE49-F238E27FC236}">
                  <a16:creationId xmlns:a16="http://schemas.microsoft.com/office/drawing/2014/main" id="{68A182F5-E9AB-A698-F44C-76F5AABD0F85}"/>
                </a:ext>
              </a:extLst>
            </p:cNvPr>
            <p:cNvSpPr/>
            <p:nvPr/>
          </p:nvSpPr>
          <p:spPr>
            <a:xfrm>
              <a:off x="2585300" y="1766350"/>
              <a:ext cx="31300" cy="9875"/>
            </a:xfrm>
            <a:custGeom>
              <a:avLst/>
              <a:gdLst/>
              <a:ahLst/>
              <a:cxnLst/>
              <a:rect l="l" t="t" r="r" b="b"/>
              <a:pathLst>
                <a:path w="1252" h="395" extrusionOk="0">
                  <a:moveTo>
                    <a:pt x="186" y="1"/>
                  </a:moveTo>
                  <a:cubicBezTo>
                    <a:pt x="93" y="1"/>
                    <a:pt x="0" y="94"/>
                    <a:pt x="0" y="209"/>
                  </a:cubicBezTo>
                  <a:cubicBezTo>
                    <a:pt x="0" y="302"/>
                    <a:pt x="93" y="395"/>
                    <a:pt x="186" y="395"/>
                  </a:cubicBezTo>
                  <a:lnTo>
                    <a:pt x="1066" y="395"/>
                  </a:lnTo>
                  <a:cubicBezTo>
                    <a:pt x="1159" y="395"/>
                    <a:pt x="1252" y="302"/>
                    <a:pt x="1252" y="209"/>
                  </a:cubicBezTo>
                  <a:cubicBezTo>
                    <a:pt x="1252" y="94"/>
                    <a:pt x="1159" y="1"/>
                    <a:pt x="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42" name="Google Shape;2920;p71">
              <a:extLst>
                <a:ext uri="{FF2B5EF4-FFF2-40B4-BE49-F238E27FC236}">
                  <a16:creationId xmlns:a16="http://schemas.microsoft.com/office/drawing/2014/main" id="{4CF0379F-ED2D-9B81-DF87-0CFD12D86289}"/>
                </a:ext>
              </a:extLst>
            </p:cNvPr>
            <p:cNvSpPr/>
            <p:nvPr/>
          </p:nvSpPr>
          <p:spPr>
            <a:xfrm>
              <a:off x="2640925" y="1660325"/>
              <a:ext cx="149500" cy="115900"/>
            </a:xfrm>
            <a:custGeom>
              <a:avLst/>
              <a:gdLst/>
              <a:ahLst/>
              <a:cxnLst/>
              <a:rect l="l" t="t" r="r" b="b"/>
              <a:pathLst>
                <a:path w="5980" h="4636" extrusionOk="0">
                  <a:moveTo>
                    <a:pt x="1344" y="1"/>
                  </a:moveTo>
                  <a:cubicBezTo>
                    <a:pt x="974" y="1"/>
                    <a:pt x="672" y="279"/>
                    <a:pt x="672" y="673"/>
                  </a:cubicBezTo>
                  <a:lnTo>
                    <a:pt x="672" y="3964"/>
                  </a:lnTo>
                  <a:cubicBezTo>
                    <a:pt x="672" y="4057"/>
                    <a:pt x="672" y="4149"/>
                    <a:pt x="765" y="4242"/>
                  </a:cubicBezTo>
                  <a:lnTo>
                    <a:pt x="186" y="4242"/>
                  </a:lnTo>
                  <a:cubicBezTo>
                    <a:pt x="93" y="4242"/>
                    <a:pt x="0" y="4335"/>
                    <a:pt x="0" y="4450"/>
                  </a:cubicBezTo>
                  <a:cubicBezTo>
                    <a:pt x="0" y="4543"/>
                    <a:pt x="93" y="4636"/>
                    <a:pt x="186" y="4636"/>
                  </a:cubicBezTo>
                  <a:lnTo>
                    <a:pt x="5794" y="4636"/>
                  </a:lnTo>
                  <a:cubicBezTo>
                    <a:pt x="5887" y="4636"/>
                    <a:pt x="5979" y="4543"/>
                    <a:pt x="5979" y="4450"/>
                  </a:cubicBezTo>
                  <a:cubicBezTo>
                    <a:pt x="5979" y="4335"/>
                    <a:pt x="5887" y="4242"/>
                    <a:pt x="5794" y="4242"/>
                  </a:cubicBezTo>
                  <a:lnTo>
                    <a:pt x="5307" y="4242"/>
                  </a:lnTo>
                  <a:lnTo>
                    <a:pt x="5307" y="3964"/>
                  </a:lnTo>
                  <a:lnTo>
                    <a:pt x="5307" y="673"/>
                  </a:lnTo>
                  <a:cubicBezTo>
                    <a:pt x="5307" y="279"/>
                    <a:pt x="5029" y="1"/>
                    <a:pt x="4728" y="1"/>
                  </a:cubicBezTo>
                  <a:lnTo>
                    <a:pt x="2804" y="1"/>
                  </a:lnTo>
                  <a:cubicBezTo>
                    <a:pt x="2712" y="1"/>
                    <a:pt x="2596" y="94"/>
                    <a:pt x="2596" y="186"/>
                  </a:cubicBezTo>
                  <a:cubicBezTo>
                    <a:pt x="2596" y="279"/>
                    <a:pt x="2712" y="395"/>
                    <a:pt x="2804" y="395"/>
                  </a:cubicBezTo>
                  <a:lnTo>
                    <a:pt x="4728" y="395"/>
                  </a:lnTo>
                  <a:cubicBezTo>
                    <a:pt x="4821" y="395"/>
                    <a:pt x="4913" y="488"/>
                    <a:pt x="4913" y="673"/>
                  </a:cubicBezTo>
                  <a:lnTo>
                    <a:pt x="4913" y="3964"/>
                  </a:lnTo>
                  <a:cubicBezTo>
                    <a:pt x="4913" y="4149"/>
                    <a:pt x="4821" y="4242"/>
                    <a:pt x="4728" y="4242"/>
                  </a:cubicBezTo>
                  <a:lnTo>
                    <a:pt x="1344" y="4242"/>
                  </a:lnTo>
                  <a:cubicBezTo>
                    <a:pt x="1159" y="4242"/>
                    <a:pt x="1066" y="4149"/>
                    <a:pt x="1066" y="3964"/>
                  </a:cubicBezTo>
                  <a:lnTo>
                    <a:pt x="1066" y="673"/>
                  </a:lnTo>
                  <a:cubicBezTo>
                    <a:pt x="1066" y="488"/>
                    <a:pt x="1159" y="395"/>
                    <a:pt x="1344" y="395"/>
                  </a:cubicBezTo>
                  <a:lnTo>
                    <a:pt x="1831" y="395"/>
                  </a:lnTo>
                  <a:cubicBezTo>
                    <a:pt x="1924" y="395"/>
                    <a:pt x="2016" y="279"/>
                    <a:pt x="2016" y="186"/>
                  </a:cubicBezTo>
                  <a:cubicBezTo>
                    <a:pt x="2016" y="94"/>
                    <a:pt x="1924" y="1"/>
                    <a:pt x="18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1743" name="Google Shape;2885;p71">
            <a:extLst>
              <a:ext uri="{FF2B5EF4-FFF2-40B4-BE49-F238E27FC236}">
                <a16:creationId xmlns:a16="http://schemas.microsoft.com/office/drawing/2014/main" id="{12074ECC-54D7-91F7-798A-4E6B4FA46624}"/>
              </a:ext>
            </a:extLst>
          </p:cNvPr>
          <p:cNvSpPr txBox="1">
            <a:spLocks/>
          </p:cNvSpPr>
          <p:nvPr/>
        </p:nvSpPr>
        <p:spPr>
          <a:xfrm>
            <a:off x="2135088" y="2137204"/>
            <a:ext cx="1082777" cy="52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L="457200" marR="0" lvl="0" indent="-317500" algn="l"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得意黑" charset="-122"/>
                <a:ea typeface="得意黑" charset="-122"/>
                <a:cs typeface="Arial" panose="020B0604020202020204" pitchFamily="34" charset="0"/>
                <a:sym typeface="Arial" panose="020B0604020202020204" pitchFamily="34" charset="0"/>
              </a:defRPr>
            </a:lvl1pPr>
            <a:lvl2pPr marL="914400" marR="0" lvl="1"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2pPr>
            <a:lvl3pPr marL="1371600" marR="0" lvl="2"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3pPr>
            <a:lvl4pPr marL="1828800" marR="0" lvl="3"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4pPr>
            <a:lvl5pPr marL="2286000" marR="0" lvl="4"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5pPr>
            <a:lvl6pPr marL="2743200" marR="0" lvl="5"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6pPr>
            <a:lvl7pPr marL="3200400" marR="0" lvl="6"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7pPr>
            <a:lvl8pPr marL="3657600" marR="0" lvl="7"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8pPr>
            <a:lvl9pPr marL="4114800" marR="0" lvl="8" indent="-317500" algn="ctr" rtl="0">
              <a:lnSpc>
                <a:spcPct val="100000"/>
              </a:lnSpc>
              <a:spcBef>
                <a:spcPct val="0"/>
              </a:spcBef>
              <a:spcAft>
                <a:spcPct val="0"/>
              </a:spcAft>
              <a:buClr>
                <a:schemeClr val="accent2"/>
              </a:buClr>
              <a:buSzPts val="1400"/>
              <a:buFont typeface="Oxygen"/>
              <a:buNone/>
              <a:defRPr sz="1400" b="0" i="0" u="none" strike="noStrike" cap="none">
                <a:solidFill>
                  <a:schemeClr val="accent2"/>
                </a:solidFill>
                <a:latin typeface="Oxygen"/>
                <a:ea typeface="Oxygen"/>
                <a:cs typeface="Oxygen"/>
                <a:sym typeface="Oxygen"/>
              </a:defRPr>
            </a:lvl9pPr>
          </a:lstStyle>
          <a:p>
            <a:pPr marL="0" indent="0"/>
            <a:r>
              <a:rPr lang="zh-CN" altLang="en-US" sz="1800" b="1"/>
              <a:t>未来展望</a:t>
            </a:r>
            <a:endParaRPr lang="en-GB" sz="1800" b="1" dirty="0"/>
          </a:p>
        </p:txBody>
      </p:sp>
      <p:sp>
        <p:nvSpPr>
          <p:cNvPr id="1744" name="Google Shape;2886;p71">
            <a:extLst>
              <a:ext uri="{FF2B5EF4-FFF2-40B4-BE49-F238E27FC236}">
                <a16:creationId xmlns:a16="http://schemas.microsoft.com/office/drawing/2014/main" id="{C2F57B59-CD72-155F-8896-A7236C611F74}"/>
              </a:ext>
            </a:extLst>
          </p:cNvPr>
          <p:cNvSpPr txBox="1">
            <a:spLocks/>
          </p:cNvSpPr>
          <p:nvPr/>
        </p:nvSpPr>
        <p:spPr>
          <a:xfrm>
            <a:off x="775532" y="2626365"/>
            <a:ext cx="2336400" cy="729300"/>
          </a:xfrm>
          <a:prstGeom prst="rect">
            <a:avLst/>
          </a:prstGeom>
        </p:spPr>
        <p:txBody>
          <a:bodyPr spcFirstLastPara="1" wrap="square" lIns="91425" tIns="91425" rIns="91425" bIns="91425" anchor="ctr" anchorCtr="0">
            <a:noAutofit/>
          </a:bodyPr>
          <a:ls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得意黑" charset="-122"/>
                <a:ea typeface="得意黑" charset="-122"/>
                <a:cs typeface="得意黑" charset="-122"/>
                <a:sym typeface="得意黑" charset="-122"/>
              </a:defRPr>
            </a:lvl1pPr>
            <a:lvl2pPr marR="0" lvl="1"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ct val="0"/>
              </a:spcBef>
              <a:spcAft>
                <a:spcPct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SzPts val="1400"/>
              <a:buFont typeface="得意黑" charset="-122"/>
              <a:buNone/>
            </a:pPr>
            <a:r>
              <a:rPr lang="zh-CN" altLang="en-US"/>
              <a:t>项目也存在提升空间，比如</a:t>
            </a:r>
            <a:r>
              <a:rPr lang="en-US" altLang="zh-CN"/>
              <a:t>AI</a:t>
            </a:r>
            <a:r>
              <a:rPr lang="zh-CN" altLang="en-US"/>
              <a:t>的流式输出、帖子分享等功能。未来期待进一步完善项目，让平台更</a:t>
            </a:r>
            <a:r>
              <a:rPr lang="en-US" altLang="zh-CN"/>
              <a:t>nice</a:t>
            </a:r>
            <a:r>
              <a:rPr lang="zh-CN" altLang="en-US"/>
              <a:t>！</a:t>
            </a:r>
            <a:endParaRPr lang="en-GB"/>
          </a:p>
        </p:txBody>
      </p:sp>
      <p:grpSp>
        <p:nvGrpSpPr>
          <p:cNvPr id="1764" name="Google Shape;1764;p53">
            <a:extLst>
              <a:ext uri="{FF2B5EF4-FFF2-40B4-BE49-F238E27FC236}">
                <a16:creationId xmlns:a16="http://schemas.microsoft.com/office/drawing/2014/main" id="{11F72B28-EFD2-F125-FA11-4CCF2C5F6DC1}"/>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2582106C-C647-87E3-52AE-A4A8BE56FD46}"/>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8E233A8D-64A8-F349-77B0-C9817C3E5CCD}"/>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BB017665-5713-B519-9AA3-3B1471896610}"/>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A015090F-AA63-4005-6C4A-2D2914BE8939}"/>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69E4AE18-504F-FD7C-05EF-70F8F1DF3F31}"/>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55C91636-A62C-BA1D-8CC9-C21B4F632EBA}"/>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D2C7C218-6205-A05C-0DC3-F8EC5F1F4605}"/>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CD536B02-95F5-6D40-50F6-18AC6B151673}"/>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43ACF6B5-1C15-56D2-631B-F2BF8C17DE73}"/>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F18D046E-89DA-65CF-1542-E2648E794592}"/>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24B4342C-154F-8493-C72F-48BDD65B4F5D}"/>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2A81D175-AE8E-04EE-4398-00F0749E1E18}"/>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9140FB37-3585-235C-C24A-3A2E1962AE88}"/>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6FB025C1-8F0D-DD00-3AAF-2686ADDE5DA2}"/>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B6590A2E-F261-DC90-3547-148C2F9DA0F7}"/>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E3B67DEC-FE1E-6768-BF5B-25FC9A5B7F13}"/>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Tree>
    <p:extLst>
      <p:ext uri="{BB962C8B-B14F-4D97-AF65-F5344CB8AC3E}">
        <p14:creationId xmlns:p14="http://schemas.microsoft.com/office/powerpoint/2010/main" val="321764581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27"/>
        <p:cNvGrpSpPr/>
        <p:nvPr/>
      </p:nvGrpSpPr>
      <p:grpSpPr>
        <a:xfrm>
          <a:off x="0" y="0"/>
          <a:ext cx="0" cy="0"/>
          <a:chOff x="0" y="0"/>
          <a:chExt cx="0" cy="0"/>
        </a:xfrm>
      </p:grpSpPr>
      <p:grpSp>
        <p:nvGrpSpPr>
          <p:cNvPr id="3528" name="Google Shape;3528;p79"/>
          <p:cNvGrpSpPr/>
          <p:nvPr/>
        </p:nvGrpSpPr>
        <p:grpSpPr>
          <a:xfrm>
            <a:off x="4653352" y="848159"/>
            <a:ext cx="1153253" cy="1510701"/>
            <a:chOff x="9437400" y="1366450"/>
            <a:chExt cx="1266476" cy="1659017"/>
          </a:xfrm>
        </p:grpSpPr>
        <p:sp>
          <p:nvSpPr>
            <p:cNvPr id="3529" name="Google Shape;3529;p79"/>
            <p:cNvSpPr/>
            <p:nvPr/>
          </p:nvSpPr>
          <p:spPr>
            <a:xfrm>
              <a:off x="9445453" y="1519022"/>
              <a:ext cx="1250963" cy="1499024"/>
            </a:xfrm>
            <a:custGeom>
              <a:avLst/>
              <a:gdLst/>
              <a:ahLst/>
              <a:cxnLst/>
              <a:rect l="l" t="t" r="r" b="b"/>
              <a:pathLst>
                <a:path w="31690" h="37974" extrusionOk="0">
                  <a:moveTo>
                    <a:pt x="1" y="0"/>
                  </a:moveTo>
                  <a:lnTo>
                    <a:pt x="1" y="36135"/>
                  </a:lnTo>
                  <a:cubicBezTo>
                    <a:pt x="1" y="37109"/>
                    <a:pt x="849" y="37973"/>
                    <a:pt x="1902" y="37973"/>
                  </a:cubicBezTo>
                  <a:lnTo>
                    <a:pt x="29789" y="37973"/>
                  </a:lnTo>
                  <a:cubicBezTo>
                    <a:pt x="30826" y="37973"/>
                    <a:pt x="31690" y="37109"/>
                    <a:pt x="31690" y="36135"/>
                  </a:cubicBezTo>
                  <a:lnTo>
                    <a:pt x="316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0" name="Google Shape;3530;p79"/>
            <p:cNvSpPr/>
            <p:nvPr/>
          </p:nvSpPr>
          <p:spPr>
            <a:xfrm flipH="1">
              <a:off x="9593998" y="1645941"/>
              <a:ext cx="705813" cy="570414"/>
            </a:xfrm>
            <a:custGeom>
              <a:avLst/>
              <a:gdLst/>
              <a:ahLst/>
              <a:cxnLst/>
              <a:rect l="l" t="t" r="r" b="b"/>
              <a:pathLst>
                <a:path w="17880" h="14450" extrusionOk="0">
                  <a:moveTo>
                    <a:pt x="1901" y="0"/>
                  </a:moveTo>
                  <a:cubicBezTo>
                    <a:pt x="849" y="0"/>
                    <a:pt x="0" y="849"/>
                    <a:pt x="0" y="1886"/>
                  </a:cubicBezTo>
                  <a:lnTo>
                    <a:pt x="0" y="10856"/>
                  </a:lnTo>
                  <a:cubicBezTo>
                    <a:pt x="0" y="11909"/>
                    <a:pt x="849" y="12758"/>
                    <a:pt x="1901" y="12758"/>
                  </a:cubicBezTo>
                  <a:lnTo>
                    <a:pt x="4132" y="12758"/>
                  </a:lnTo>
                  <a:lnTo>
                    <a:pt x="3991" y="13999"/>
                  </a:lnTo>
                  <a:cubicBezTo>
                    <a:pt x="3948" y="14269"/>
                    <a:pt x="4120" y="14450"/>
                    <a:pt x="4318" y="14450"/>
                  </a:cubicBezTo>
                  <a:cubicBezTo>
                    <a:pt x="4408" y="14450"/>
                    <a:pt x="4504" y="14412"/>
                    <a:pt x="4588" y="14329"/>
                  </a:cubicBezTo>
                  <a:lnTo>
                    <a:pt x="6347" y="12758"/>
                  </a:lnTo>
                  <a:lnTo>
                    <a:pt x="15978" y="12758"/>
                  </a:lnTo>
                  <a:cubicBezTo>
                    <a:pt x="17015" y="12758"/>
                    <a:pt x="17879" y="11909"/>
                    <a:pt x="17879" y="10856"/>
                  </a:cubicBezTo>
                  <a:lnTo>
                    <a:pt x="17879" y="1886"/>
                  </a:lnTo>
                  <a:cubicBezTo>
                    <a:pt x="17879" y="849"/>
                    <a:pt x="17015" y="0"/>
                    <a:pt x="159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1" name="Google Shape;3531;p79"/>
            <p:cNvSpPr/>
            <p:nvPr/>
          </p:nvSpPr>
          <p:spPr>
            <a:xfrm>
              <a:off x="9445453" y="1371384"/>
              <a:ext cx="1250963" cy="147676"/>
            </a:xfrm>
            <a:custGeom>
              <a:avLst/>
              <a:gdLst/>
              <a:ahLst/>
              <a:cxnLst/>
              <a:rect l="l" t="t" r="r" b="b"/>
              <a:pathLst>
                <a:path w="31690" h="3741" extrusionOk="0">
                  <a:moveTo>
                    <a:pt x="1902" y="1"/>
                  </a:moveTo>
                  <a:cubicBezTo>
                    <a:pt x="849" y="1"/>
                    <a:pt x="1" y="865"/>
                    <a:pt x="1" y="1902"/>
                  </a:cubicBezTo>
                  <a:lnTo>
                    <a:pt x="1" y="3740"/>
                  </a:lnTo>
                  <a:lnTo>
                    <a:pt x="31690" y="3740"/>
                  </a:lnTo>
                  <a:lnTo>
                    <a:pt x="31690" y="1902"/>
                  </a:lnTo>
                  <a:cubicBezTo>
                    <a:pt x="31690" y="865"/>
                    <a:pt x="30826" y="1"/>
                    <a:pt x="297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2" name="Google Shape;3532;p79"/>
            <p:cNvSpPr/>
            <p:nvPr/>
          </p:nvSpPr>
          <p:spPr>
            <a:xfrm>
              <a:off x="9437400" y="1366450"/>
              <a:ext cx="1266476" cy="157545"/>
            </a:xfrm>
            <a:custGeom>
              <a:avLst/>
              <a:gdLst/>
              <a:ahLst/>
              <a:cxnLst/>
              <a:rect l="l" t="t" r="r" b="b"/>
              <a:pathLst>
                <a:path w="32083" h="3991" extrusionOk="0">
                  <a:moveTo>
                    <a:pt x="29993" y="330"/>
                  </a:moveTo>
                  <a:cubicBezTo>
                    <a:pt x="30904" y="330"/>
                    <a:pt x="31689" y="1116"/>
                    <a:pt x="31689" y="2027"/>
                  </a:cubicBezTo>
                  <a:lnTo>
                    <a:pt x="31689" y="3661"/>
                  </a:lnTo>
                  <a:lnTo>
                    <a:pt x="330" y="3661"/>
                  </a:lnTo>
                  <a:lnTo>
                    <a:pt x="330" y="2027"/>
                  </a:lnTo>
                  <a:cubicBezTo>
                    <a:pt x="330" y="1116"/>
                    <a:pt x="1116" y="330"/>
                    <a:pt x="2106" y="330"/>
                  </a:cubicBezTo>
                  <a:close/>
                  <a:moveTo>
                    <a:pt x="2106" y="0"/>
                  </a:moveTo>
                  <a:cubicBezTo>
                    <a:pt x="927" y="0"/>
                    <a:pt x="0" y="911"/>
                    <a:pt x="0" y="2027"/>
                  </a:cubicBezTo>
                  <a:lnTo>
                    <a:pt x="0" y="3865"/>
                  </a:lnTo>
                  <a:cubicBezTo>
                    <a:pt x="0" y="3928"/>
                    <a:pt x="79" y="3991"/>
                    <a:pt x="205" y="3991"/>
                  </a:cubicBezTo>
                  <a:lnTo>
                    <a:pt x="31894" y="3991"/>
                  </a:lnTo>
                  <a:cubicBezTo>
                    <a:pt x="31956" y="3991"/>
                    <a:pt x="32082" y="3928"/>
                    <a:pt x="32082" y="3865"/>
                  </a:cubicBezTo>
                  <a:lnTo>
                    <a:pt x="32082" y="2027"/>
                  </a:lnTo>
                  <a:cubicBezTo>
                    <a:pt x="32082" y="911"/>
                    <a:pt x="31108" y="0"/>
                    <a:pt x="29993"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3" name="Google Shape;3533;p79"/>
            <p:cNvSpPr/>
            <p:nvPr/>
          </p:nvSpPr>
          <p:spPr>
            <a:xfrm>
              <a:off x="9437400" y="1510929"/>
              <a:ext cx="1266476" cy="1514537"/>
            </a:xfrm>
            <a:custGeom>
              <a:avLst/>
              <a:gdLst/>
              <a:ahLst/>
              <a:cxnLst/>
              <a:rect l="l" t="t" r="r" b="b"/>
              <a:pathLst>
                <a:path w="32083" h="38367" extrusionOk="0">
                  <a:moveTo>
                    <a:pt x="31689" y="331"/>
                  </a:moveTo>
                  <a:lnTo>
                    <a:pt x="31689" y="36340"/>
                  </a:lnTo>
                  <a:cubicBezTo>
                    <a:pt x="31689" y="37251"/>
                    <a:pt x="30904" y="38037"/>
                    <a:pt x="29993" y="38037"/>
                  </a:cubicBezTo>
                  <a:lnTo>
                    <a:pt x="2106" y="38037"/>
                  </a:lnTo>
                  <a:cubicBezTo>
                    <a:pt x="1116" y="38037"/>
                    <a:pt x="330" y="37251"/>
                    <a:pt x="330" y="36340"/>
                  </a:cubicBezTo>
                  <a:lnTo>
                    <a:pt x="330" y="331"/>
                  </a:lnTo>
                  <a:close/>
                  <a:moveTo>
                    <a:pt x="205" y="1"/>
                  </a:moveTo>
                  <a:cubicBezTo>
                    <a:pt x="79" y="1"/>
                    <a:pt x="0" y="79"/>
                    <a:pt x="0" y="205"/>
                  </a:cubicBezTo>
                  <a:lnTo>
                    <a:pt x="0" y="36340"/>
                  </a:lnTo>
                  <a:cubicBezTo>
                    <a:pt x="0" y="37456"/>
                    <a:pt x="927" y="38367"/>
                    <a:pt x="2106" y="38367"/>
                  </a:cubicBezTo>
                  <a:lnTo>
                    <a:pt x="29993" y="38367"/>
                  </a:lnTo>
                  <a:cubicBezTo>
                    <a:pt x="31108" y="38367"/>
                    <a:pt x="32082" y="37456"/>
                    <a:pt x="32082" y="36340"/>
                  </a:cubicBezTo>
                  <a:lnTo>
                    <a:pt x="32082" y="205"/>
                  </a:lnTo>
                  <a:cubicBezTo>
                    <a:pt x="32082" y="79"/>
                    <a:pt x="31956" y="1"/>
                    <a:pt x="31894"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4" name="Google Shape;3534;p79"/>
            <p:cNvSpPr/>
            <p:nvPr/>
          </p:nvSpPr>
          <p:spPr>
            <a:xfrm>
              <a:off x="9522982" y="1412952"/>
              <a:ext cx="77568" cy="77568"/>
            </a:xfrm>
            <a:custGeom>
              <a:avLst/>
              <a:gdLst/>
              <a:ahLst/>
              <a:cxnLst/>
              <a:rect l="l" t="t" r="r" b="b"/>
              <a:pathLst>
                <a:path w="1965" h="1965" extrusionOk="0">
                  <a:moveTo>
                    <a:pt x="975" y="0"/>
                  </a:moveTo>
                  <a:cubicBezTo>
                    <a:pt x="393" y="0"/>
                    <a:pt x="1" y="456"/>
                    <a:pt x="1" y="990"/>
                  </a:cubicBezTo>
                  <a:cubicBezTo>
                    <a:pt x="1" y="1509"/>
                    <a:pt x="393" y="1964"/>
                    <a:pt x="975" y="1964"/>
                  </a:cubicBezTo>
                  <a:cubicBezTo>
                    <a:pt x="1509" y="1964"/>
                    <a:pt x="1964" y="1509"/>
                    <a:pt x="1964" y="990"/>
                  </a:cubicBezTo>
                  <a:cubicBezTo>
                    <a:pt x="1964" y="456"/>
                    <a:pt x="1509" y="0"/>
                    <a:pt x="9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5" name="Google Shape;3535;p79"/>
            <p:cNvSpPr/>
            <p:nvPr/>
          </p:nvSpPr>
          <p:spPr>
            <a:xfrm>
              <a:off x="9882085" y="2335803"/>
              <a:ext cx="705813" cy="570414"/>
            </a:xfrm>
            <a:custGeom>
              <a:avLst/>
              <a:gdLst/>
              <a:ahLst/>
              <a:cxnLst/>
              <a:rect l="l" t="t" r="r" b="b"/>
              <a:pathLst>
                <a:path w="17880" h="14450" extrusionOk="0">
                  <a:moveTo>
                    <a:pt x="1901" y="0"/>
                  </a:moveTo>
                  <a:cubicBezTo>
                    <a:pt x="849" y="0"/>
                    <a:pt x="0" y="849"/>
                    <a:pt x="0" y="1886"/>
                  </a:cubicBezTo>
                  <a:lnTo>
                    <a:pt x="0" y="10856"/>
                  </a:lnTo>
                  <a:cubicBezTo>
                    <a:pt x="0" y="11909"/>
                    <a:pt x="849" y="12758"/>
                    <a:pt x="1901" y="12758"/>
                  </a:cubicBezTo>
                  <a:lnTo>
                    <a:pt x="4132" y="12758"/>
                  </a:lnTo>
                  <a:lnTo>
                    <a:pt x="3991" y="13999"/>
                  </a:lnTo>
                  <a:cubicBezTo>
                    <a:pt x="3948" y="14269"/>
                    <a:pt x="4120" y="14450"/>
                    <a:pt x="4318" y="14450"/>
                  </a:cubicBezTo>
                  <a:cubicBezTo>
                    <a:pt x="4408" y="14450"/>
                    <a:pt x="4504" y="14412"/>
                    <a:pt x="4588" y="14329"/>
                  </a:cubicBezTo>
                  <a:lnTo>
                    <a:pt x="6347" y="12758"/>
                  </a:lnTo>
                  <a:lnTo>
                    <a:pt x="15978" y="12758"/>
                  </a:lnTo>
                  <a:cubicBezTo>
                    <a:pt x="17015" y="12758"/>
                    <a:pt x="17879" y="11909"/>
                    <a:pt x="17879" y="10856"/>
                  </a:cubicBezTo>
                  <a:lnTo>
                    <a:pt x="17879" y="1886"/>
                  </a:lnTo>
                  <a:cubicBezTo>
                    <a:pt x="17879" y="849"/>
                    <a:pt x="17015" y="0"/>
                    <a:pt x="15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6" name="Google Shape;3536;p79"/>
            <p:cNvSpPr/>
            <p:nvPr/>
          </p:nvSpPr>
          <p:spPr>
            <a:xfrm>
              <a:off x="9877112" y="2330198"/>
              <a:ext cx="715721" cy="581783"/>
            </a:xfrm>
            <a:custGeom>
              <a:avLst/>
              <a:gdLst/>
              <a:ahLst/>
              <a:cxnLst/>
              <a:rect l="l" t="t" r="r" b="b"/>
              <a:pathLst>
                <a:path w="18131" h="14738" extrusionOk="0">
                  <a:moveTo>
                    <a:pt x="16104" y="268"/>
                  </a:moveTo>
                  <a:cubicBezTo>
                    <a:pt x="17078" y="268"/>
                    <a:pt x="17864" y="1054"/>
                    <a:pt x="17864" y="2028"/>
                  </a:cubicBezTo>
                  <a:lnTo>
                    <a:pt x="17864" y="10998"/>
                  </a:lnTo>
                  <a:cubicBezTo>
                    <a:pt x="17864" y="11988"/>
                    <a:pt x="17078" y="12774"/>
                    <a:pt x="16104" y="12774"/>
                  </a:cubicBezTo>
                  <a:lnTo>
                    <a:pt x="6473" y="12774"/>
                  </a:lnTo>
                  <a:lnTo>
                    <a:pt x="4651" y="14408"/>
                  </a:lnTo>
                  <a:cubicBezTo>
                    <a:pt x="4612" y="14439"/>
                    <a:pt x="4561" y="14455"/>
                    <a:pt x="4511" y="14455"/>
                  </a:cubicBezTo>
                  <a:cubicBezTo>
                    <a:pt x="4462" y="14455"/>
                    <a:pt x="4415" y="14439"/>
                    <a:pt x="4384" y="14408"/>
                  </a:cubicBezTo>
                  <a:cubicBezTo>
                    <a:pt x="4321" y="14408"/>
                    <a:pt x="4180" y="14282"/>
                    <a:pt x="4258" y="14204"/>
                  </a:cubicBezTo>
                  <a:lnTo>
                    <a:pt x="4384" y="12774"/>
                  </a:lnTo>
                  <a:lnTo>
                    <a:pt x="2027" y="12774"/>
                  </a:lnTo>
                  <a:cubicBezTo>
                    <a:pt x="1037" y="12774"/>
                    <a:pt x="252" y="11988"/>
                    <a:pt x="252" y="10998"/>
                  </a:cubicBezTo>
                  <a:lnTo>
                    <a:pt x="252" y="2028"/>
                  </a:lnTo>
                  <a:cubicBezTo>
                    <a:pt x="252" y="1054"/>
                    <a:pt x="1037" y="268"/>
                    <a:pt x="2027" y="268"/>
                  </a:cubicBezTo>
                  <a:close/>
                  <a:moveTo>
                    <a:pt x="2027" y="1"/>
                  </a:moveTo>
                  <a:cubicBezTo>
                    <a:pt x="912" y="1"/>
                    <a:pt x="0" y="928"/>
                    <a:pt x="0" y="2028"/>
                  </a:cubicBezTo>
                  <a:lnTo>
                    <a:pt x="0" y="10998"/>
                  </a:lnTo>
                  <a:cubicBezTo>
                    <a:pt x="0" y="12114"/>
                    <a:pt x="912" y="13025"/>
                    <a:pt x="2027" y="13025"/>
                  </a:cubicBezTo>
                  <a:lnTo>
                    <a:pt x="4054" y="13025"/>
                  </a:lnTo>
                  <a:lnTo>
                    <a:pt x="3991" y="14141"/>
                  </a:lnTo>
                  <a:cubicBezTo>
                    <a:pt x="3928" y="14345"/>
                    <a:pt x="4054" y="14533"/>
                    <a:pt x="4258" y="14675"/>
                  </a:cubicBezTo>
                  <a:cubicBezTo>
                    <a:pt x="4321" y="14675"/>
                    <a:pt x="4384" y="14738"/>
                    <a:pt x="4447" y="14738"/>
                  </a:cubicBezTo>
                  <a:cubicBezTo>
                    <a:pt x="4572" y="14738"/>
                    <a:pt x="4714" y="14675"/>
                    <a:pt x="4839" y="14596"/>
                  </a:cubicBezTo>
                  <a:lnTo>
                    <a:pt x="6536" y="13025"/>
                  </a:lnTo>
                  <a:lnTo>
                    <a:pt x="16104" y="13025"/>
                  </a:lnTo>
                  <a:cubicBezTo>
                    <a:pt x="17282" y="13025"/>
                    <a:pt x="18131" y="12114"/>
                    <a:pt x="18131" y="10998"/>
                  </a:cubicBezTo>
                  <a:lnTo>
                    <a:pt x="18131" y="2028"/>
                  </a:lnTo>
                  <a:cubicBezTo>
                    <a:pt x="18131" y="928"/>
                    <a:pt x="17282" y="1"/>
                    <a:pt x="16104"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7" name="Google Shape;3537;p79"/>
            <p:cNvSpPr/>
            <p:nvPr/>
          </p:nvSpPr>
          <p:spPr>
            <a:xfrm>
              <a:off x="9980062" y="2555325"/>
              <a:ext cx="83134" cy="82542"/>
            </a:xfrm>
            <a:custGeom>
              <a:avLst/>
              <a:gdLst/>
              <a:ahLst/>
              <a:cxnLst/>
              <a:rect l="l" t="t" r="r" b="b"/>
              <a:pathLst>
                <a:path w="2106" h="2091" extrusionOk="0">
                  <a:moveTo>
                    <a:pt x="1053" y="1"/>
                  </a:moveTo>
                  <a:cubicBezTo>
                    <a:pt x="472" y="1"/>
                    <a:pt x="1" y="457"/>
                    <a:pt x="1" y="1038"/>
                  </a:cubicBezTo>
                  <a:cubicBezTo>
                    <a:pt x="1" y="1635"/>
                    <a:pt x="472" y="2090"/>
                    <a:pt x="1053" y="2090"/>
                  </a:cubicBezTo>
                  <a:cubicBezTo>
                    <a:pt x="1650" y="2090"/>
                    <a:pt x="2106" y="1635"/>
                    <a:pt x="2106" y="1038"/>
                  </a:cubicBezTo>
                  <a:cubicBezTo>
                    <a:pt x="2106" y="457"/>
                    <a:pt x="1650" y="1"/>
                    <a:pt x="1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8" name="Google Shape;3538;p79"/>
            <p:cNvSpPr/>
            <p:nvPr/>
          </p:nvSpPr>
          <p:spPr>
            <a:xfrm>
              <a:off x="10194648" y="2555325"/>
              <a:ext cx="83134" cy="82542"/>
            </a:xfrm>
            <a:custGeom>
              <a:avLst/>
              <a:gdLst/>
              <a:ahLst/>
              <a:cxnLst/>
              <a:rect l="l" t="t" r="r" b="b"/>
              <a:pathLst>
                <a:path w="2106" h="2091" extrusionOk="0">
                  <a:moveTo>
                    <a:pt x="1053" y="1"/>
                  </a:moveTo>
                  <a:cubicBezTo>
                    <a:pt x="456" y="1"/>
                    <a:pt x="0" y="457"/>
                    <a:pt x="0" y="1038"/>
                  </a:cubicBezTo>
                  <a:cubicBezTo>
                    <a:pt x="0" y="1635"/>
                    <a:pt x="456" y="2090"/>
                    <a:pt x="1053" y="2090"/>
                  </a:cubicBezTo>
                  <a:cubicBezTo>
                    <a:pt x="1634" y="2090"/>
                    <a:pt x="2106" y="1635"/>
                    <a:pt x="2106" y="1038"/>
                  </a:cubicBezTo>
                  <a:cubicBezTo>
                    <a:pt x="2106" y="457"/>
                    <a:pt x="1634" y="1"/>
                    <a:pt x="1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39" name="Google Shape;3539;p79"/>
            <p:cNvSpPr/>
            <p:nvPr/>
          </p:nvSpPr>
          <p:spPr>
            <a:xfrm>
              <a:off x="10409234" y="2555325"/>
              <a:ext cx="82503" cy="82542"/>
            </a:xfrm>
            <a:custGeom>
              <a:avLst/>
              <a:gdLst/>
              <a:ahLst/>
              <a:cxnLst/>
              <a:rect l="l" t="t" r="r" b="b"/>
              <a:pathLst>
                <a:path w="2090" h="2091" extrusionOk="0">
                  <a:moveTo>
                    <a:pt x="1053" y="1"/>
                  </a:moveTo>
                  <a:cubicBezTo>
                    <a:pt x="456" y="1"/>
                    <a:pt x="0" y="457"/>
                    <a:pt x="0" y="1038"/>
                  </a:cubicBezTo>
                  <a:cubicBezTo>
                    <a:pt x="0" y="1635"/>
                    <a:pt x="456" y="2090"/>
                    <a:pt x="1053" y="2090"/>
                  </a:cubicBezTo>
                  <a:cubicBezTo>
                    <a:pt x="1634" y="2090"/>
                    <a:pt x="2090" y="1635"/>
                    <a:pt x="2090" y="1038"/>
                  </a:cubicBezTo>
                  <a:cubicBezTo>
                    <a:pt x="2090" y="457"/>
                    <a:pt x="1634" y="1"/>
                    <a:pt x="1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40" name="Google Shape;3540;p79"/>
            <p:cNvSpPr/>
            <p:nvPr/>
          </p:nvSpPr>
          <p:spPr>
            <a:xfrm>
              <a:off x="9587484" y="1640566"/>
              <a:ext cx="715721" cy="581151"/>
            </a:xfrm>
            <a:custGeom>
              <a:avLst/>
              <a:gdLst/>
              <a:ahLst/>
              <a:cxnLst/>
              <a:rect l="l" t="t" r="r" b="b"/>
              <a:pathLst>
                <a:path w="18131" h="14722" extrusionOk="0">
                  <a:moveTo>
                    <a:pt x="16104" y="252"/>
                  </a:moveTo>
                  <a:cubicBezTo>
                    <a:pt x="17094" y="252"/>
                    <a:pt x="17880" y="1037"/>
                    <a:pt x="17880" y="2027"/>
                  </a:cubicBezTo>
                  <a:lnTo>
                    <a:pt x="17880" y="10998"/>
                  </a:lnTo>
                  <a:cubicBezTo>
                    <a:pt x="17880" y="11972"/>
                    <a:pt x="17094" y="12758"/>
                    <a:pt x="16104" y="12758"/>
                  </a:cubicBezTo>
                  <a:lnTo>
                    <a:pt x="13952" y="12758"/>
                  </a:lnTo>
                  <a:cubicBezTo>
                    <a:pt x="13873" y="12758"/>
                    <a:pt x="13873" y="12758"/>
                    <a:pt x="13810" y="12820"/>
                  </a:cubicBezTo>
                  <a:cubicBezTo>
                    <a:pt x="13810" y="12820"/>
                    <a:pt x="13748" y="12899"/>
                    <a:pt x="13810" y="12962"/>
                  </a:cubicBezTo>
                  <a:lnTo>
                    <a:pt x="13873" y="14203"/>
                  </a:lnTo>
                  <a:cubicBezTo>
                    <a:pt x="13952" y="14329"/>
                    <a:pt x="13810" y="14392"/>
                    <a:pt x="13810" y="14392"/>
                  </a:cubicBezTo>
                  <a:cubicBezTo>
                    <a:pt x="13779" y="14431"/>
                    <a:pt x="13732" y="14450"/>
                    <a:pt x="13685" y="14450"/>
                  </a:cubicBezTo>
                  <a:cubicBezTo>
                    <a:pt x="13638" y="14450"/>
                    <a:pt x="13590" y="14431"/>
                    <a:pt x="13559" y="14392"/>
                  </a:cubicBezTo>
                  <a:lnTo>
                    <a:pt x="11721" y="12820"/>
                  </a:lnTo>
                  <a:cubicBezTo>
                    <a:pt x="11721" y="12758"/>
                    <a:pt x="11658" y="12758"/>
                    <a:pt x="11658" y="12758"/>
                  </a:cubicBezTo>
                  <a:lnTo>
                    <a:pt x="2027" y="12758"/>
                  </a:lnTo>
                  <a:cubicBezTo>
                    <a:pt x="1053" y="12758"/>
                    <a:pt x="268" y="11972"/>
                    <a:pt x="268" y="10998"/>
                  </a:cubicBezTo>
                  <a:lnTo>
                    <a:pt x="268" y="2027"/>
                  </a:lnTo>
                  <a:cubicBezTo>
                    <a:pt x="268" y="1037"/>
                    <a:pt x="1053" y="252"/>
                    <a:pt x="2027" y="252"/>
                  </a:cubicBezTo>
                  <a:close/>
                  <a:moveTo>
                    <a:pt x="2027" y="0"/>
                  </a:moveTo>
                  <a:cubicBezTo>
                    <a:pt x="912" y="0"/>
                    <a:pt x="0" y="912"/>
                    <a:pt x="0" y="2027"/>
                  </a:cubicBezTo>
                  <a:lnTo>
                    <a:pt x="0" y="10998"/>
                  </a:lnTo>
                  <a:cubicBezTo>
                    <a:pt x="0" y="12176"/>
                    <a:pt x="912" y="13088"/>
                    <a:pt x="2027" y="13088"/>
                  </a:cubicBezTo>
                  <a:lnTo>
                    <a:pt x="11595" y="13088"/>
                  </a:lnTo>
                  <a:lnTo>
                    <a:pt x="13355" y="14596"/>
                  </a:lnTo>
                  <a:cubicBezTo>
                    <a:pt x="13418" y="14721"/>
                    <a:pt x="13559" y="14721"/>
                    <a:pt x="13685" y="14721"/>
                  </a:cubicBezTo>
                  <a:cubicBezTo>
                    <a:pt x="13748" y="14721"/>
                    <a:pt x="13810" y="14721"/>
                    <a:pt x="13952" y="14659"/>
                  </a:cubicBezTo>
                  <a:cubicBezTo>
                    <a:pt x="14077" y="14596"/>
                    <a:pt x="14203" y="14392"/>
                    <a:pt x="14203" y="14140"/>
                  </a:cubicBezTo>
                  <a:lnTo>
                    <a:pt x="14077" y="13088"/>
                  </a:lnTo>
                  <a:lnTo>
                    <a:pt x="16104" y="13088"/>
                  </a:lnTo>
                  <a:cubicBezTo>
                    <a:pt x="17220" y="13088"/>
                    <a:pt x="18131" y="12176"/>
                    <a:pt x="18131" y="10998"/>
                  </a:cubicBezTo>
                  <a:lnTo>
                    <a:pt x="18131" y="2027"/>
                  </a:lnTo>
                  <a:cubicBezTo>
                    <a:pt x="18131" y="912"/>
                    <a:pt x="17220" y="0"/>
                    <a:pt x="16104"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41" name="Google Shape;3541;p79"/>
            <p:cNvSpPr/>
            <p:nvPr/>
          </p:nvSpPr>
          <p:spPr>
            <a:xfrm>
              <a:off x="10117119" y="1865061"/>
              <a:ext cx="83134" cy="83134"/>
            </a:xfrm>
            <a:custGeom>
              <a:avLst/>
              <a:gdLst/>
              <a:ahLst/>
              <a:cxnLst/>
              <a:rect l="l" t="t" r="r" b="b"/>
              <a:pathLst>
                <a:path w="2106" h="2106" extrusionOk="0">
                  <a:moveTo>
                    <a:pt x="1053" y="1"/>
                  </a:moveTo>
                  <a:cubicBezTo>
                    <a:pt x="535" y="1"/>
                    <a:pt x="1" y="456"/>
                    <a:pt x="1" y="1053"/>
                  </a:cubicBezTo>
                  <a:cubicBezTo>
                    <a:pt x="1" y="1635"/>
                    <a:pt x="535" y="2106"/>
                    <a:pt x="1053" y="2106"/>
                  </a:cubicBezTo>
                  <a:cubicBezTo>
                    <a:pt x="1635" y="2106"/>
                    <a:pt x="2106" y="1635"/>
                    <a:pt x="2106" y="1053"/>
                  </a:cubicBezTo>
                  <a:cubicBezTo>
                    <a:pt x="2106" y="456"/>
                    <a:pt x="1635" y="1"/>
                    <a:pt x="1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42" name="Google Shape;3542;p79"/>
            <p:cNvSpPr/>
            <p:nvPr/>
          </p:nvSpPr>
          <p:spPr>
            <a:xfrm>
              <a:off x="9905652" y="1865061"/>
              <a:ext cx="82503" cy="83134"/>
            </a:xfrm>
            <a:custGeom>
              <a:avLst/>
              <a:gdLst/>
              <a:ahLst/>
              <a:cxnLst/>
              <a:rect l="l" t="t" r="r" b="b"/>
              <a:pathLst>
                <a:path w="2090" h="2106" extrusionOk="0">
                  <a:moveTo>
                    <a:pt x="1037" y="1"/>
                  </a:moveTo>
                  <a:cubicBezTo>
                    <a:pt x="456" y="1"/>
                    <a:pt x="0" y="456"/>
                    <a:pt x="0" y="1053"/>
                  </a:cubicBezTo>
                  <a:cubicBezTo>
                    <a:pt x="0" y="1635"/>
                    <a:pt x="456" y="2106"/>
                    <a:pt x="1037" y="2106"/>
                  </a:cubicBezTo>
                  <a:cubicBezTo>
                    <a:pt x="1571" y="2106"/>
                    <a:pt x="2090" y="1635"/>
                    <a:pt x="2090" y="1053"/>
                  </a:cubicBezTo>
                  <a:cubicBezTo>
                    <a:pt x="2090" y="456"/>
                    <a:pt x="1571" y="1"/>
                    <a:pt x="10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43" name="Google Shape;3543;p79"/>
            <p:cNvSpPr/>
            <p:nvPr/>
          </p:nvSpPr>
          <p:spPr>
            <a:xfrm>
              <a:off x="9691066" y="1865061"/>
              <a:ext cx="82503" cy="83134"/>
            </a:xfrm>
            <a:custGeom>
              <a:avLst/>
              <a:gdLst/>
              <a:ahLst/>
              <a:cxnLst/>
              <a:rect l="l" t="t" r="r" b="b"/>
              <a:pathLst>
                <a:path w="2090" h="2106" extrusionOk="0">
                  <a:moveTo>
                    <a:pt x="1037" y="1"/>
                  </a:moveTo>
                  <a:cubicBezTo>
                    <a:pt x="456" y="1"/>
                    <a:pt x="0" y="456"/>
                    <a:pt x="0" y="1053"/>
                  </a:cubicBezTo>
                  <a:cubicBezTo>
                    <a:pt x="0" y="1635"/>
                    <a:pt x="456" y="2106"/>
                    <a:pt x="1037" y="2106"/>
                  </a:cubicBezTo>
                  <a:cubicBezTo>
                    <a:pt x="1571" y="2106"/>
                    <a:pt x="2090" y="1635"/>
                    <a:pt x="2090" y="1053"/>
                  </a:cubicBezTo>
                  <a:cubicBezTo>
                    <a:pt x="2090" y="456"/>
                    <a:pt x="1571" y="1"/>
                    <a:pt x="10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3545" name="Google Shape;3545;p79"/>
          <p:cNvSpPr txBox="1">
            <a:spLocks noGrp="1"/>
          </p:cNvSpPr>
          <p:nvPr>
            <p:ph type="ctrTitle"/>
          </p:nvPr>
        </p:nvSpPr>
        <p:spPr>
          <a:xfrm>
            <a:off x="812894" y="1412146"/>
            <a:ext cx="3482400" cy="882600"/>
          </a:xfrm>
          <a:prstGeom prst="rect">
            <a:avLst/>
          </a:prstGeom>
        </p:spPr>
        <p:txBody>
          <a:bodyPr spcFirstLastPara="1" wrap="square" lIns="91425" tIns="91425" rIns="91425" bIns="91425" anchor="ctr" anchorCtr="0">
            <a:noAutofit/>
          </a:bodyPr>
          <a:lstStyle/>
          <a:p>
            <a:pPr marL="0" lvl="0" indent="0" algn="ctr" rtl="0">
              <a:spcBef>
                <a:spcPct val="0"/>
              </a:spcBef>
              <a:spcAft>
                <a:spcPct val="0"/>
              </a:spcAft>
              <a:buNone/>
            </a:pPr>
            <a:r>
              <a:rPr lang="zh-CN" altLang="en-US" sz="5400" dirty="0"/>
              <a:t>感谢聆听</a:t>
            </a:r>
            <a:br>
              <a:rPr lang="en-GB" sz="5400" dirty="0"/>
            </a:br>
            <a:r>
              <a:rPr lang="en-GB" sz="5400" dirty="0"/>
              <a:t>THANKS!</a:t>
            </a:r>
          </a:p>
        </p:txBody>
      </p:sp>
      <p:sp>
        <p:nvSpPr>
          <p:cNvPr id="3550" name="Google Shape;3550;p79"/>
          <p:cNvSpPr txBox="1"/>
          <p:nvPr/>
        </p:nvSpPr>
        <p:spPr>
          <a:xfrm>
            <a:off x="1180200" y="4176325"/>
            <a:ext cx="2897400" cy="312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ct val="0"/>
              </a:spcAft>
              <a:buNone/>
            </a:pPr>
            <a:r>
              <a:rPr lang="en-US" altLang="zh-CN" sz="900">
                <a:solidFill>
                  <a:schemeClr val="dk1"/>
                </a:solidFill>
                <a:latin typeface="得意黑" charset="-122"/>
                <a:ea typeface="得意黑" charset="-122"/>
                <a:cs typeface="Arial" panose="020B0604020202020204" pitchFamily="34" charset="0"/>
                <a:sym typeface="Arial" panose="020B0604020202020204" pitchFamily="34" charset="0"/>
              </a:rPr>
              <a:t>Thanks for Listening</a:t>
            </a:r>
            <a:r>
              <a:rPr lang="zh-CN" altLang="en-US" sz="900">
                <a:solidFill>
                  <a:schemeClr val="dk1"/>
                </a:solidFill>
                <a:latin typeface="得意黑" charset="-122"/>
                <a:ea typeface="得意黑" charset="-122"/>
                <a:cs typeface="Arial" panose="020B0604020202020204" pitchFamily="34" charset="0"/>
                <a:sym typeface="Arial" panose="020B0604020202020204" pitchFamily="34" charset="0"/>
              </a:rPr>
              <a:t>！</a:t>
            </a:r>
            <a:endParaRPr sz="900" dirty="0">
              <a:solidFill>
                <a:schemeClr val="dk1"/>
              </a:solidFill>
              <a:latin typeface="得意黑" charset="-122"/>
              <a:ea typeface="得意黑" charset="-122"/>
              <a:cs typeface="Arial" panose="020B0604020202020204" pitchFamily="34" charset="0"/>
              <a:sym typeface="Arial" panose="020B0604020202020204" pitchFamily="34" charset="0"/>
            </a:endParaRPr>
          </a:p>
        </p:txBody>
      </p:sp>
      <p:grpSp>
        <p:nvGrpSpPr>
          <p:cNvPr id="3551" name="Google Shape;3551;p79"/>
          <p:cNvGrpSpPr/>
          <p:nvPr/>
        </p:nvGrpSpPr>
        <p:grpSpPr>
          <a:xfrm rot="10800000">
            <a:off x="4847014" y="1412147"/>
            <a:ext cx="2727921" cy="2565700"/>
            <a:chOff x="6606500" y="1514675"/>
            <a:chExt cx="2347002" cy="2207434"/>
          </a:xfrm>
        </p:grpSpPr>
        <p:sp>
          <p:nvSpPr>
            <p:cNvPr id="3552" name="Google Shape;3552;p79"/>
            <p:cNvSpPr/>
            <p:nvPr/>
          </p:nvSpPr>
          <p:spPr>
            <a:xfrm>
              <a:off x="6606500" y="1605807"/>
              <a:ext cx="2191731" cy="2111605"/>
            </a:xfrm>
            <a:custGeom>
              <a:avLst/>
              <a:gdLst/>
              <a:ahLst/>
              <a:cxnLst/>
              <a:rect l="l" t="t" r="r" b="b"/>
              <a:pathLst>
                <a:path w="16329" h="15732" extrusionOk="0">
                  <a:moveTo>
                    <a:pt x="8161" y="0"/>
                  </a:moveTo>
                  <a:cubicBezTo>
                    <a:pt x="7956" y="0"/>
                    <a:pt x="7750" y="8"/>
                    <a:pt x="7543" y="24"/>
                  </a:cubicBezTo>
                  <a:cubicBezTo>
                    <a:pt x="3237" y="361"/>
                    <a:pt x="1" y="4147"/>
                    <a:pt x="338" y="8474"/>
                  </a:cubicBezTo>
                  <a:cubicBezTo>
                    <a:pt x="658" y="12601"/>
                    <a:pt x="4105" y="15733"/>
                    <a:pt x="8169" y="15733"/>
                  </a:cubicBezTo>
                  <a:cubicBezTo>
                    <a:pt x="8374" y="15733"/>
                    <a:pt x="8580" y="15725"/>
                    <a:pt x="8788" y="15709"/>
                  </a:cubicBezTo>
                  <a:cubicBezTo>
                    <a:pt x="13093" y="15343"/>
                    <a:pt x="16330" y="11557"/>
                    <a:pt x="15993" y="7222"/>
                  </a:cubicBezTo>
                  <a:cubicBezTo>
                    <a:pt x="15672" y="3130"/>
                    <a:pt x="12225" y="0"/>
                    <a:pt x="81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3" name="Google Shape;3553;p79"/>
            <p:cNvSpPr/>
            <p:nvPr/>
          </p:nvSpPr>
          <p:spPr>
            <a:xfrm>
              <a:off x="6844327" y="1831421"/>
              <a:ext cx="1719965" cy="1655676"/>
            </a:xfrm>
            <a:custGeom>
              <a:avLst/>
              <a:gdLst/>
              <a:ahLst/>
              <a:cxnLst/>
              <a:rect l="l" t="t" r="r" b="b"/>
              <a:pathLst>
                <a:path w="12815" h="12336" extrusionOk="0">
                  <a:moveTo>
                    <a:pt x="6414" y="0"/>
                  </a:moveTo>
                  <a:cubicBezTo>
                    <a:pt x="6249" y="0"/>
                    <a:pt x="6084" y="7"/>
                    <a:pt x="5917" y="20"/>
                  </a:cubicBezTo>
                  <a:cubicBezTo>
                    <a:pt x="2534" y="298"/>
                    <a:pt x="1" y="3257"/>
                    <a:pt x="242" y="6640"/>
                  </a:cubicBezTo>
                  <a:cubicBezTo>
                    <a:pt x="507" y="9887"/>
                    <a:pt x="3188" y="12335"/>
                    <a:pt x="6361" y="12335"/>
                  </a:cubicBezTo>
                  <a:cubicBezTo>
                    <a:pt x="6529" y="12335"/>
                    <a:pt x="6698" y="12328"/>
                    <a:pt x="6869" y="12314"/>
                  </a:cubicBezTo>
                  <a:cubicBezTo>
                    <a:pt x="10281" y="12073"/>
                    <a:pt x="12815" y="9085"/>
                    <a:pt x="12544" y="5695"/>
                  </a:cubicBezTo>
                  <a:cubicBezTo>
                    <a:pt x="12279" y="2450"/>
                    <a:pt x="9592" y="0"/>
                    <a:pt x="64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4" name="Google Shape;3554;p79"/>
            <p:cNvSpPr/>
            <p:nvPr/>
          </p:nvSpPr>
          <p:spPr>
            <a:xfrm>
              <a:off x="7078262" y="2057438"/>
              <a:ext cx="1248199" cy="1203506"/>
            </a:xfrm>
            <a:custGeom>
              <a:avLst/>
              <a:gdLst/>
              <a:ahLst/>
              <a:cxnLst/>
              <a:rect l="l" t="t" r="r" b="b"/>
              <a:pathLst>
                <a:path w="9300" h="8967" extrusionOk="0">
                  <a:moveTo>
                    <a:pt x="4639" y="0"/>
                  </a:moveTo>
                  <a:cubicBezTo>
                    <a:pt x="4527" y="0"/>
                    <a:pt x="4413" y="4"/>
                    <a:pt x="4299" y="13"/>
                  </a:cubicBezTo>
                  <a:cubicBezTo>
                    <a:pt x="1831" y="196"/>
                    <a:pt x="0" y="2363"/>
                    <a:pt x="184" y="4838"/>
                  </a:cubicBezTo>
                  <a:cubicBezTo>
                    <a:pt x="386" y="7192"/>
                    <a:pt x="2334" y="8966"/>
                    <a:pt x="4661" y="8966"/>
                  </a:cubicBezTo>
                  <a:cubicBezTo>
                    <a:pt x="4774" y="8966"/>
                    <a:pt x="4887" y="8962"/>
                    <a:pt x="5002" y="8954"/>
                  </a:cubicBezTo>
                  <a:cubicBezTo>
                    <a:pt x="7469" y="8770"/>
                    <a:pt x="9300" y="6603"/>
                    <a:pt x="9117" y="4135"/>
                  </a:cubicBezTo>
                  <a:cubicBezTo>
                    <a:pt x="8914" y="1775"/>
                    <a:pt x="6966" y="0"/>
                    <a:pt x="46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5" name="Google Shape;3555;p79"/>
            <p:cNvSpPr/>
            <p:nvPr/>
          </p:nvSpPr>
          <p:spPr>
            <a:xfrm>
              <a:off x="7315150" y="2283858"/>
              <a:ext cx="778447" cy="751470"/>
            </a:xfrm>
            <a:custGeom>
              <a:avLst/>
              <a:gdLst/>
              <a:ahLst/>
              <a:cxnLst/>
              <a:rect l="l" t="t" r="r" b="b"/>
              <a:pathLst>
                <a:path w="5800" h="5599" extrusionOk="0">
                  <a:moveTo>
                    <a:pt x="2887" y="1"/>
                  </a:moveTo>
                  <a:cubicBezTo>
                    <a:pt x="2811" y="1"/>
                    <a:pt x="2735" y="4"/>
                    <a:pt x="2658" y="10"/>
                  </a:cubicBezTo>
                  <a:cubicBezTo>
                    <a:pt x="1128" y="127"/>
                    <a:pt x="0" y="1475"/>
                    <a:pt x="125" y="3027"/>
                  </a:cubicBezTo>
                  <a:cubicBezTo>
                    <a:pt x="208" y="4475"/>
                    <a:pt x="1430" y="5599"/>
                    <a:pt x="2885" y="5599"/>
                  </a:cubicBezTo>
                  <a:cubicBezTo>
                    <a:pt x="2960" y="5599"/>
                    <a:pt x="3036" y="5596"/>
                    <a:pt x="3112" y="5590"/>
                  </a:cubicBezTo>
                  <a:cubicBezTo>
                    <a:pt x="4643" y="5465"/>
                    <a:pt x="5800" y="4125"/>
                    <a:pt x="5675" y="2573"/>
                  </a:cubicBezTo>
                  <a:cubicBezTo>
                    <a:pt x="5564" y="1118"/>
                    <a:pt x="4341" y="1"/>
                    <a:pt x="28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6" name="Google Shape;3556;p79"/>
            <p:cNvSpPr/>
            <p:nvPr/>
          </p:nvSpPr>
          <p:spPr>
            <a:xfrm>
              <a:off x="7548951" y="2513499"/>
              <a:ext cx="306815" cy="295810"/>
            </a:xfrm>
            <a:custGeom>
              <a:avLst/>
              <a:gdLst/>
              <a:ahLst/>
              <a:cxnLst/>
              <a:rect l="l" t="t" r="r" b="b"/>
              <a:pathLst>
                <a:path w="2286" h="2204" extrusionOk="0">
                  <a:moveTo>
                    <a:pt x="1175" y="0"/>
                  </a:moveTo>
                  <a:cubicBezTo>
                    <a:pt x="1141" y="0"/>
                    <a:pt x="1105" y="2"/>
                    <a:pt x="1070" y="5"/>
                  </a:cubicBezTo>
                  <a:cubicBezTo>
                    <a:pt x="455" y="34"/>
                    <a:pt x="1" y="584"/>
                    <a:pt x="59" y="1162"/>
                  </a:cubicBezTo>
                  <a:cubicBezTo>
                    <a:pt x="88" y="1758"/>
                    <a:pt x="605" y="2203"/>
                    <a:pt x="1163" y="2203"/>
                  </a:cubicBezTo>
                  <a:cubicBezTo>
                    <a:pt x="1181" y="2203"/>
                    <a:pt x="1199" y="2203"/>
                    <a:pt x="1216" y="2202"/>
                  </a:cubicBezTo>
                  <a:cubicBezTo>
                    <a:pt x="1832" y="2143"/>
                    <a:pt x="2285" y="1623"/>
                    <a:pt x="2227" y="1008"/>
                  </a:cubicBezTo>
                  <a:cubicBezTo>
                    <a:pt x="2199" y="436"/>
                    <a:pt x="1737" y="0"/>
                    <a:pt x="11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7" name="Google Shape;3557;p79"/>
            <p:cNvSpPr/>
            <p:nvPr/>
          </p:nvSpPr>
          <p:spPr>
            <a:xfrm>
              <a:off x="6623277" y="1597083"/>
              <a:ext cx="2158311" cy="2125026"/>
            </a:xfrm>
            <a:custGeom>
              <a:avLst/>
              <a:gdLst/>
              <a:ahLst/>
              <a:cxnLst/>
              <a:rect l="l" t="t" r="r" b="b"/>
              <a:pathLst>
                <a:path w="16081" h="15832" extrusionOk="0">
                  <a:moveTo>
                    <a:pt x="8117" y="118"/>
                  </a:moveTo>
                  <a:cubicBezTo>
                    <a:pt x="9950" y="118"/>
                    <a:pt x="11702" y="783"/>
                    <a:pt x="13093" y="1978"/>
                  </a:cubicBezTo>
                  <a:cubicBezTo>
                    <a:pt x="14674" y="3355"/>
                    <a:pt x="15656" y="5244"/>
                    <a:pt x="15802" y="7324"/>
                  </a:cubicBezTo>
                  <a:cubicBezTo>
                    <a:pt x="15956" y="9396"/>
                    <a:pt x="15319" y="11410"/>
                    <a:pt x="13971" y="12999"/>
                  </a:cubicBezTo>
                  <a:cubicBezTo>
                    <a:pt x="12602" y="14580"/>
                    <a:pt x="10742" y="15525"/>
                    <a:pt x="8663" y="15708"/>
                  </a:cubicBezTo>
                  <a:cubicBezTo>
                    <a:pt x="8467" y="15722"/>
                    <a:pt x="8271" y="15730"/>
                    <a:pt x="8077" y="15730"/>
                  </a:cubicBezTo>
                  <a:cubicBezTo>
                    <a:pt x="6214" y="15730"/>
                    <a:pt x="4427" y="15068"/>
                    <a:pt x="2988" y="13848"/>
                  </a:cubicBezTo>
                  <a:cubicBezTo>
                    <a:pt x="1406" y="12508"/>
                    <a:pt x="425" y="10619"/>
                    <a:pt x="278" y="8539"/>
                  </a:cubicBezTo>
                  <a:cubicBezTo>
                    <a:pt x="125" y="6438"/>
                    <a:pt x="762" y="4424"/>
                    <a:pt x="2138" y="2835"/>
                  </a:cubicBezTo>
                  <a:cubicBezTo>
                    <a:pt x="3478" y="1283"/>
                    <a:pt x="5368" y="302"/>
                    <a:pt x="7447" y="148"/>
                  </a:cubicBezTo>
                  <a:cubicBezTo>
                    <a:pt x="7671" y="128"/>
                    <a:pt x="7895" y="118"/>
                    <a:pt x="8117" y="118"/>
                  </a:cubicBezTo>
                  <a:close/>
                  <a:moveTo>
                    <a:pt x="8101" y="1"/>
                  </a:moveTo>
                  <a:cubicBezTo>
                    <a:pt x="7874" y="1"/>
                    <a:pt x="7646" y="11"/>
                    <a:pt x="7418" y="31"/>
                  </a:cubicBezTo>
                  <a:cubicBezTo>
                    <a:pt x="5309" y="184"/>
                    <a:pt x="3390" y="1158"/>
                    <a:pt x="2014" y="2777"/>
                  </a:cubicBezTo>
                  <a:cubicBezTo>
                    <a:pt x="674" y="4395"/>
                    <a:pt x="0" y="6438"/>
                    <a:pt x="154" y="8539"/>
                  </a:cubicBezTo>
                  <a:cubicBezTo>
                    <a:pt x="337" y="10648"/>
                    <a:pt x="1311" y="12567"/>
                    <a:pt x="2900" y="13943"/>
                  </a:cubicBezTo>
                  <a:cubicBezTo>
                    <a:pt x="4364" y="15195"/>
                    <a:pt x="6166" y="15832"/>
                    <a:pt x="8026" y="15832"/>
                  </a:cubicBezTo>
                  <a:lnTo>
                    <a:pt x="8663" y="15832"/>
                  </a:lnTo>
                  <a:cubicBezTo>
                    <a:pt x="10771" y="15649"/>
                    <a:pt x="12690" y="14675"/>
                    <a:pt x="14067" y="13057"/>
                  </a:cubicBezTo>
                  <a:cubicBezTo>
                    <a:pt x="15436" y="11468"/>
                    <a:pt x="16080" y="9396"/>
                    <a:pt x="15926" y="7287"/>
                  </a:cubicBezTo>
                  <a:cubicBezTo>
                    <a:pt x="15773" y="5186"/>
                    <a:pt x="14799" y="3260"/>
                    <a:pt x="13181" y="1891"/>
                  </a:cubicBezTo>
                  <a:cubicBezTo>
                    <a:pt x="11738" y="664"/>
                    <a:pt x="9959" y="1"/>
                    <a:pt x="8101"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8" name="Google Shape;3558;p79"/>
            <p:cNvSpPr/>
            <p:nvPr/>
          </p:nvSpPr>
          <p:spPr>
            <a:xfrm>
              <a:off x="6852246" y="1823771"/>
              <a:ext cx="1719965" cy="1673258"/>
            </a:xfrm>
            <a:custGeom>
              <a:avLst/>
              <a:gdLst/>
              <a:ahLst/>
              <a:cxnLst/>
              <a:rect l="l" t="t" r="r" b="b"/>
              <a:pathLst>
                <a:path w="12815" h="12467" extrusionOk="0">
                  <a:moveTo>
                    <a:pt x="6349" y="106"/>
                  </a:moveTo>
                  <a:cubicBezTo>
                    <a:pt x="7784" y="106"/>
                    <a:pt x="9190" y="626"/>
                    <a:pt x="10288" y="1571"/>
                  </a:cubicBezTo>
                  <a:cubicBezTo>
                    <a:pt x="11533" y="2640"/>
                    <a:pt x="12302" y="4134"/>
                    <a:pt x="12419" y="5752"/>
                  </a:cubicBezTo>
                  <a:cubicBezTo>
                    <a:pt x="12697" y="9113"/>
                    <a:pt x="10164" y="12071"/>
                    <a:pt x="6810" y="12313"/>
                  </a:cubicBezTo>
                  <a:cubicBezTo>
                    <a:pt x="6656" y="12342"/>
                    <a:pt x="6503" y="12342"/>
                    <a:pt x="6320" y="12342"/>
                  </a:cubicBezTo>
                  <a:cubicBezTo>
                    <a:pt x="3178" y="12342"/>
                    <a:pt x="491" y="9904"/>
                    <a:pt x="249" y="6697"/>
                  </a:cubicBezTo>
                  <a:cubicBezTo>
                    <a:pt x="125" y="5086"/>
                    <a:pt x="645" y="3497"/>
                    <a:pt x="1714" y="2245"/>
                  </a:cubicBezTo>
                  <a:cubicBezTo>
                    <a:pt x="2746" y="1022"/>
                    <a:pt x="4247" y="260"/>
                    <a:pt x="5858" y="143"/>
                  </a:cubicBezTo>
                  <a:cubicBezTo>
                    <a:pt x="6012" y="106"/>
                    <a:pt x="6195" y="106"/>
                    <a:pt x="6349" y="106"/>
                  </a:cubicBezTo>
                  <a:close/>
                  <a:moveTo>
                    <a:pt x="6338" y="0"/>
                  </a:moveTo>
                  <a:cubicBezTo>
                    <a:pt x="6179" y="0"/>
                    <a:pt x="6019" y="6"/>
                    <a:pt x="5858" y="18"/>
                  </a:cubicBezTo>
                  <a:cubicBezTo>
                    <a:pt x="4181" y="143"/>
                    <a:pt x="2688" y="905"/>
                    <a:pt x="1619" y="2186"/>
                  </a:cubicBezTo>
                  <a:cubicBezTo>
                    <a:pt x="520" y="3438"/>
                    <a:pt x="0" y="5049"/>
                    <a:pt x="125" y="6733"/>
                  </a:cubicBezTo>
                  <a:cubicBezTo>
                    <a:pt x="403" y="9962"/>
                    <a:pt x="3112" y="12467"/>
                    <a:pt x="6320" y="12467"/>
                  </a:cubicBezTo>
                  <a:cubicBezTo>
                    <a:pt x="6503" y="12467"/>
                    <a:pt x="6656" y="12467"/>
                    <a:pt x="6839" y="12437"/>
                  </a:cubicBezTo>
                  <a:cubicBezTo>
                    <a:pt x="10252" y="12159"/>
                    <a:pt x="12815" y="9171"/>
                    <a:pt x="12544" y="5752"/>
                  </a:cubicBezTo>
                  <a:cubicBezTo>
                    <a:pt x="12419" y="4075"/>
                    <a:pt x="11628" y="2581"/>
                    <a:pt x="10376" y="1483"/>
                  </a:cubicBezTo>
                  <a:cubicBezTo>
                    <a:pt x="9246" y="518"/>
                    <a:pt x="7817" y="0"/>
                    <a:pt x="6338"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59" name="Google Shape;3559;p79"/>
            <p:cNvSpPr/>
            <p:nvPr/>
          </p:nvSpPr>
          <p:spPr>
            <a:xfrm>
              <a:off x="7069404" y="2049520"/>
              <a:ext cx="1265916" cy="1222430"/>
            </a:xfrm>
            <a:custGeom>
              <a:avLst/>
              <a:gdLst/>
              <a:ahLst/>
              <a:cxnLst/>
              <a:rect l="l" t="t" r="r" b="b"/>
              <a:pathLst>
                <a:path w="9432" h="9108" extrusionOk="0">
                  <a:moveTo>
                    <a:pt x="4731" y="138"/>
                  </a:moveTo>
                  <a:cubicBezTo>
                    <a:pt x="6986" y="138"/>
                    <a:pt x="8941" y="1873"/>
                    <a:pt x="9124" y="4194"/>
                  </a:cubicBezTo>
                  <a:cubicBezTo>
                    <a:pt x="9307" y="6633"/>
                    <a:pt x="7477" y="8771"/>
                    <a:pt x="5068" y="8954"/>
                  </a:cubicBezTo>
                  <a:cubicBezTo>
                    <a:pt x="4951" y="8963"/>
                    <a:pt x="4836" y="8967"/>
                    <a:pt x="4721" y="8967"/>
                  </a:cubicBezTo>
                  <a:cubicBezTo>
                    <a:pt x="3657" y="8967"/>
                    <a:pt x="2660" y="8602"/>
                    <a:pt x="1860" y="7914"/>
                  </a:cubicBezTo>
                  <a:cubicBezTo>
                    <a:pt x="945" y="7153"/>
                    <a:pt x="396" y="6054"/>
                    <a:pt x="308" y="4897"/>
                  </a:cubicBezTo>
                  <a:cubicBezTo>
                    <a:pt x="125" y="2452"/>
                    <a:pt x="1956" y="321"/>
                    <a:pt x="4365" y="138"/>
                  </a:cubicBezTo>
                  <a:close/>
                  <a:moveTo>
                    <a:pt x="4704" y="1"/>
                  </a:moveTo>
                  <a:cubicBezTo>
                    <a:pt x="4592" y="1"/>
                    <a:pt x="4479" y="5"/>
                    <a:pt x="4365" y="13"/>
                  </a:cubicBezTo>
                  <a:cubicBezTo>
                    <a:pt x="1860" y="226"/>
                    <a:pt x="1" y="2393"/>
                    <a:pt x="184" y="4897"/>
                  </a:cubicBezTo>
                  <a:cubicBezTo>
                    <a:pt x="308" y="6113"/>
                    <a:pt x="857" y="7211"/>
                    <a:pt x="1773" y="8009"/>
                  </a:cubicBezTo>
                  <a:cubicBezTo>
                    <a:pt x="2593" y="8712"/>
                    <a:pt x="3632" y="9108"/>
                    <a:pt x="4702" y="9108"/>
                  </a:cubicBezTo>
                  <a:cubicBezTo>
                    <a:pt x="4826" y="9108"/>
                    <a:pt x="4943" y="9078"/>
                    <a:pt x="5068" y="9078"/>
                  </a:cubicBezTo>
                  <a:cubicBezTo>
                    <a:pt x="7572" y="8895"/>
                    <a:pt x="9432" y="6699"/>
                    <a:pt x="9249" y="4194"/>
                  </a:cubicBezTo>
                  <a:cubicBezTo>
                    <a:pt x="9046" y="1804"/>
                    <a:pt x="7062" y="1"/>
                    <a:pt x="4704"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0" name="Google Shape;3560;p79"/>
            <p:cNvSpPr/>
            <p:nvPr/>
          </p:nvSpPr>
          <p:spPr>
            <a:xfrm>
              <a:off x="7307231" y="2275268"/>
              <a:ext cx="786366" cy="766770"/>
            </a:xfrm>
            <a:custGeom>
              <a:avLst/>
              <a:gdLst/>
              <a:ahLst/>
              <a:cxnLst/>
              <a:rect l="l" t="t" r="r" b="b"/>
              <a:pathLst>
                <a:path w="5859" h="5713" extrusionOk="0">
                  <a:moveTo>
                    <a:pt x="2959" y="133"/>
                  </a:moveTo>
                  <a:cubicBezTo>
                    <a:pt x="4365" y="133"/>
                    <a:pt x="5551" y="1231"/>
                    <a:pt x="5675" y="2666"/>
                  </a:cubicBezTo>
                  <a:cubicBezTo>
                    <a:pt x="5705" y="3369"/>
                    <a:pt x="5492" y="4101"/>
                    <a:pt x="5002" y="4651"/>
                  </a:cubicBezTo>
                  <a:cubicBezTo>
                    <a:pt x="4548" y="5200"/>
                    <a:pt x="3874" y="5529"/>
                    <a:pt x="3171" y="5595"/>
                  </a:cubicBezTo>
                  <a:cubicBezTo>
                    <a:pt x="3099" y="5601"/>
                    <a:pt x="3027" y="5604"/>
                    <a:pt x="2955" y="5604"/>
                  </a:cubicBezTo>
                  <a:cubicBezTo>
                    <a:pt x="2301" y="5604"/>
                    <a:pt x="1682" y="5366"/>
                    <a:pt x="1187" y="4951"/>
                  </a:cubicBezTo>
                  <a:cubicBezTo>
                    <a:pt x="608" y="4467"/>
                    <a:pt x="272" y="3794"/>
                    <a:pt x="242" y="3091"/>
                  </a:cubicBezTo>
                  <a:cubicBezTo>
                    <a:pt x="125" y="1568"/>
                    <a:pt x="1223" y="257"/>
                    <a:pt x="2746" y="133"/>
                  </a:cubicBezTo>
                  <a:close/>
                  <a:moveTo>
                    <a:pt x="2933" y="0"/>
                  </a:moveTo>
                  <a:cubicBezTo>
                    <a:pt x="2861" y="0"/>
                    <a:pt x="2789" y="3"/>
                    <a:pt x="2717" y="8"/>
                  </a:cubicBezTo>
                  <a:cubicBezTo>
                    <a:pt x="1158" y="133"/>
                    <a:pt x="1" y="1539"/>
                    <a:pt x="125" y="3091"/>
                  </a:cubicBezTo>
                  <a:cubicBezTo>
                    <a:pt x="154" y="3852"/>
                    <a:pt x="520" y="4526"/>
                    <a:pt x="1099" y="5046"/>
                  </a:cubicBezTo>
                  <a:cubicBezTo>
                    <a:pt x="1619" y="5471"/>
                    <a:pt x="2256" y="5712"/>
                    <a:pt x="2930" y="5712"/>
                  </a:cubicBezTo>
                  <a:lnTo>
                    <a:pt x="3171" y="5712"/>
                  </a:lnTo>
                  <a:cubicBezTo>
                    <a:pt x="3933" y="5654"/>
                    <a:pt x="4606" y="5288"/>
                    <a:pt x="5126" y="4709"/>
                  </a:cubicBezTo>
                  <a:cubicBezTo>
                    <a:pt x="5617" y="4131"/>
                    <a:pt x="5859" y="3398"/>
                    <a:pt x="5800" y="2637"/>
                  </a:cubicBezTo>
                  <a:cubicBezTo>
                    <a:pt x="5681" y="1148"/>
                    <a:pt x="4422" y="0"/>
                    <a:pt x="2933"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1" name="Google Shape;3561;p79"/>
            <p:cNvSpPr/>
            <p:nvPr/>
          </p:nvSpPr>
          <p:spPr>
            <a:xfrm>
              <a:off x="7545058" y="2505446"/>
              <a:ext cx="314600" cy="311513"/>
            </a:xfrm>
            <a:custGeom>
              <a:avLst/>
              <a:gdLst/>
              <a:ahLst/>
              <a:cxnLst/>
              <a:rect l="l" t="t" r="r" b="b"/>
              <a:pathLst>
                <a:path w="2344" h="2321" extrusionOk="0">
                  <a:moveTo>
                    <a:pt x="1187" y="124"/>
                  </a:moveTo>
                  <a:cubicBezTo>
                    <a:pt x="1707" y="124"/>
                    <a:pt x="2161" y="519"/>
                    <a:pt x="2197" y="1068"/>
                  </a:cubicBezTo>
                  <a:cubicBezTo>
                    <a:pt x="2227" y="1347"/>
                    <a:pt x="2131" y="1618"/>
                    <a:pt x="1948" y="1837"/>
                  </a:cubicBezTo>
                  <a:cubicBezTo>
                    <a:pt x="1795" y="2050"/>
                    <a:pt x="1524" y="2167"/>
                    <a:pt x="1245" y="2203"/>
                  </a:cubicBezTo>
                  <a:cubicBezTo>
                    <a:pt x="974" y="2203"/>
                    <a:pt x="696" y="2108"/>
                    <a:pt x="484" y="1954"/>
                  </a:cubicBezTo>
                  <a:cubicBezTo>
                    <a:pt x="301" y="1771"/>
                    <a:pt x="147" y="1500"/>
                    <a:pt x="147" y="1222"/>
                  </a:cubicBezTo>
                  <a:cubicBezTo>
                    <a:pt x="118" y="951"/>
                    <a:pt x="213" y="673"/>
                    <a:pt x="396" y="461"/>
                  </a:cubicBezTo>
                  <a:cubicBezTo>
                    <a:pt x="579" y="278"/>
                    <a:pt x="821" y="124"/>
                    <a:pt x="1099" y="124"/>
                  </a:cubicBezTo>
                  <a:close/>
                  <a:moveTo>
                    <a:pt x="1209" y="1"/>
                  </a:moveTo>
                  <a:cubicBezTo>
                    <a:pt x="1172" y="1"/>
                    <a:pt x="1136" y="3"/>
                    <a:pt x="1099" y="7"/>
                  </a:cubicBezTo>
                  <a:cubicBezTo>
                    <a:pt x="762" y="7"/>
                    <a:pt x="484" y="153"/>
                    <a:pt x="301" y="402"/>
                  </a:cubicBezTo>
                  <a:cubicBezTo>
                    <a:pt x="88" y="644"/>
                    <a:pt x="1" y="922"/>
                    <a:pt x="30" y="1251"/>
                  </a:cubicBezTo>
                  <a:cubicBezTo>
                    <a:pt x="30" y="1559"/>
                    <a:pt x="184" y="1837"/>
                    <a:pt x="425" y="2050"/>
                  </a:cubicBezTo>
                  <a:cubicBezTo>
                    <a:pt x="638" y="2233"/>
                    <a:pt x="879" y="2320"/>
                    <a:pt x="1187" y="2320"/>
                  </a:cubicBezTo>
                  <a:lnTo>
                    <a:pt x="1282" y="2320"/>
                  </a:lnTo>
                  <a:cubicBezTo>
                    <a:pt x="1582" y="2291"/>
                    <a:pt x="1861" y="2137"/>
                    <a:pt x="2044" y="1896"/>
                  </a:cubicBezTo>
                  <a:cubicBezTo>
                    <a:pt x="2256" y="1683"/>
                    <a:pt x="2344" y="1376"/>
                    <a:pt x="2314" y="1068"/>
                  </a:cubicBezTo>
                  <a:cubicBezTo>
                    <a:pt x="2287" y="470"/>
                    <a:pt x="1775" y="1"/>
                    <a:pt x="120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2" name="Google Shape;3562;p79"/>
            <p:cNvSpPr/>
            <p:nvPr/>
          </p:nvSpPr>
          <p:spPr>
            <a:xfrm>
              <a:off x="7692425" y="1687677"/>
              <a:ext cx="1089155" cy="981917"/>
            </a:xfrm>
            <a:custGeom>
              <a:avLst/>
              <a:gdLst/>
              <a:ahLst/>
              <a:cxnLst/>
              <a:rect l="l" t="t" r="r" b="b"/>
              <a:pathLst>
                <a:path w="8114" h="7316" extrusionOk="0">
                  <a:moveTo>
                    <a:pt x="8037" y="0"/>
                  </a:moveTo>
                  <a:cubicBezTo>
                    <a:pt x="8021" y="0"/>
                    <a:pt x="8004" y="7"/>
                    <a:pt x="7990" y="22"/>
                  </a:cubicBezTo>
                  <a:lnTo>
                    <a:pt x="30" y="7198"/>
                  </a:lnTo>
                  <a:cubicBezTo>
                    <a:pt x="1" y="7227"/>
                    <a:pt x="1" y="7257"/>
                    <a:pt x="30" y="7286"/>
                  </a:cubicBezTo>
                  <a:cubicBezTo>
                    <a:pt x="30" y="7286"/>
                    <a:pt x="60" y="7315"/>
                    <a:pt x="89" y="7315"/>
                  </a:cubicBezTo>
                  <a:lnTo>
                    <a:pt x="118" y="7286"/>
                  </a:lnTo>
                  <a:lnTo>
                    <a:pt x="8085" y="117"/>
                  </a:lnTo>
                  <a:cubicBezTo>
                    <a:pt x="8114" y="88"/>
                    <a:pt x="8114" y="59"/>
                    <a:pt x="8085" y="22"/>
                  </a:cubicBezTo>
                  <a:cubicBezTo>
                    <a:pt x="8070" y="7"/>
                    <a:pt x="8054" y="0"/>
                    <a:pt x="8037"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3" name="Google Shape;3563;p79"/>
            <p:cNvSpPr/>
            <p:nvPr/>
          </p:nvSpPr>
          <p:spPr>
            <a:xfrm>
              <a:off x="7651222" y="2465047"/>
              <a:ext cx="249774" cy="257559"/>
            </a:xfrm>
            <a:custGeom>
              <a:avLst/>
              <a:gdLst/>
              <a:ahLst/>
              <a:cxnLst/>
              <a:rect l="l" t="t" r="r" b="b"/>
              <a:pathLst>
                <a:path w="1861" h="1919" extrusionOk="0">
                  <a:moveTo>
                    <a:pt x="491" y="0"/>
                  </a:moveTo>
                  <a:lnTo>
                    <a:pt x="0" y="1919"/>
                  </a:lnTo>
                  <a:lnTo>
                    <a:pt x="1860" y="1494"/>
                  </a:lnTo>
                  <a:lnTo>
                    <a:pt x="4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4" name="Google Shape;3564;p79"/>
            <p:cNvSpPr/>
            <p:nvPr/>
          </p:nvSpPr>
          <p:spPr>
            <a:xfrm>
              <a:off x="8670308" y="1674793"/>
              <a:ext cx="283194" cy="155421"/>
            </a:xfrm>
            <a:custGeom>
              <a:avLst/>
              <a:gdLst/>
              <a:ahLst/>
              <a:cxnLst/>
              <a:rect l="l" t="t" r="r" b="b"/>
              <a:pathLst>
                <a:path w="2110" h="1158" extrusionOk="0">
                  <a:moveTo>
                    <a:pt x="916" y="1"/>
                  </a:moveTo>
                  <a:lnTo>
                    <a:pt x="1" y="850"/>
                  </a:lnTo>
                  <a:lnTo>
                    <a:pt x="1011" y="1158"/>
                  </a:lnTo>
                  <a:lnTo>
                    <a:pt x="2110" y="242"/>
                  </a:lnTo>
                  <a:lnTo>
                    <a:pt x="9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5" name="Google Shape;3565;p79"/>
            <p:cNvSpPr/>
            <p:nvPr/>
          </p:nvSpPr>
          <p:spPr>
            <a:xfrm>
              <a:off x="8641855" y="1514675"/>
              <a:ext cx="151529" cy="274335"/>
            </a:xfrm>
            <a:custGeom>
              <a:avLst/>
              <a:gdLst/>
              <a:ahLst/>
              <a:cxnLst/>
              <a:rect l="l" t="t" r="r" b="b"/>
              <a:pathLst>
                <a:path w="1129" h="2044" extrusionOk="0">
                  <a:moveTo>
                    <a:pt x="982" y="0"/>
                  </a:moveTo>
                  <a:lnTo>
                    <a:pt x="0" y="1011"/>
                  </a:lnTo>
                  <a:lnTo>
                    <a:pt x="213" y="2043"/>
                  </a:lnTo>
                  <a:lnTo>
                    <a:pt x="1128" y="1194"/>
                  </a:lnTo>
                  <a:lnTo>
                    <a:pt x="9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3566" name="Google Shape;3566;p79"/>
          <p:cNvGrpSpPr/>
          <p:nvPr/>
        </p:nvGrpSpPr>
        <p:grpSpPr>
          <a:xfrm>
            <a:off x="6421667" y="3500976"/>
            <a:ext cx="1153280" cy="882577"/>
            <a:chOff x="7267050" y="3990400"/>
            <a:chExt cx="893600" cy="683850"/>
          </a:xfrm>
        </p:grpSpPr>
        <p:sp>
          <p:nvSpPr>
            <p:cNvPr id="3567" name="Google Shape;3567;p79"/>
            <p:cNvSpPr/>
            <p:nvPr/>
          </p:nvSpPr>
          <p:spPr>
            <a:xfrm>
              <a:off x="7274725" y="3995750"/>
              <a:ext cx="879900" cy="671400"/>
            </a:xfrm>
            <a:prstGeom prst="roundRect">
              <a:avLst>
                <a:gd name="adj" fmla="val 4226"/>
              </a:avLst>
            </a:prstGeom>
            <a:solidFill>
              <a:schemeClr val="dk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8" name="Google Shape;3568;p79"/>
            <p:cNvSpPr/>
            <p:nvPr/>
          </p:nvSpPr>
          <p:spPr>
            <a:xfrm>
              <a:off x="7267050" y="3990400"/>
              <a:ext cx="893600" cy="80150"/>
            </a:xfrm>
            <a:custGeom>
              <a:avLst/>
              <a:gdLst/>
              <a:ahLst/>
              <a:cxnLst/>
              <a:rect l="l" t="t" r="r" b="b"/>
              <a:pathLst>
                <a:path w="35744" h="3206" extrusionOk="0">
                  <a:moveTo>
                    <a:pt x="34109" y="393"/>
                  </a:moveTo>
                  <a:cubicBezTo>
                    <a:pt x="34832" y="393"/>
                    <a:pt x="35350" y="912"/>
                    <a:pt x="35350" y="1634"/>
                  </a:cubicBezTo>
                  <a:lnTo>
                    <a:pt x="35350" y="2876"/>
                  </a:lnTo>
                  <a:lnTo>
                    <a:pt x="331" y="2876"/>
                  </a:lnTo>
                  <a:lnTo>
                    <a:pt x="331" y="1634"/>
                  </a:lnTo>
                  <a:cubicBezTo>
                    <a:pt x="331" y="912"/>
                    <a:pt x="912" y="393"/>
                    <a:pt x="1635" y="393"/>
                  </a:cubicBezTo>
                  <a:close/>
                  <a:moveTo>
                    <a:pt x="1635" y="0"/>
                  </a:moveTo>
                  <a:cubicBezTo>
                    <a:pt x="723" y="0"/>
                    <a:pt x="1" y="707"/>
                    <a:pt x="1" y="1634"/>
                  </a:cubicBezTo>
                  <a:lnTo>
                    <a:pt x="1" y="3001"/>
                  </a:lnTo>
                  <a:cubicBezTo>
                    <a:pt x="1" y="3143"/>
                    <a:pt x="64" y="3205"/>
                    <a:pt x="126" y="3205"/>
                  </a:cubicBezTo>
                  <a:lnTo>
                    <a:pt x="35555" y="3205"/>
                  </a:lnTo>
                  <a:cubicBezTo>
                    <a:pt x="35680" y="3205"/>
                    <a:pt x="35743" y="3143"/>
                    <a:pt x="35743" y="3001"/>
                  </a:cubicBezTo>
                  <a:lnTo>
                    <a:pt x="35743" y="1634"/>
                  </a:lnTo>
                  <a:cubicBezTo>
                    <a:pt x="35743" y="707"/>
                    <a:pt x="35020" y="0"/>
                    <a:pt x="34109" y="0"/>
                  </a:cubicBezTo>
                  <a:close/>
                </a:path>
              </a:pathLst>
            </a:custGeom>
            <a:solidFill>
              <a:schemeClr val="accen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69" name="Google Shape;3569;p79"/>
            <p:cNvSpPr/>
            <p:nvPr/>
          </p:nvSpPr>
          <p:spPr>
            <a:xfrm>
              <a:off x="7267050" y="4062275"/>
              <a:ext cx="893600" cy="611975"/>
            </a:xfrm>
            <a:custGeom>
              <a:avLst/>
              <a:gdLst/>
              <a:ahLst/>
              <a:cxnLst/>
              <a:rect l="l" t="t" r="r" b="b"/>
              <a:pathLst>
                <a:path w="35744" h="24479" extrusionOk="0">
                  <a:moveTo>
                    <a:pt x="35350" y="330"/>
                  </a:moveTo>
                  <a:lnTo>
                    <a:pt x="35350" y="22844"/>
                  </a:lnTo>
                  <a:cubicBezTo>
                    <a:pt x="35350" y="23504"/>
                    <a:pt x="34832" y="24085"/>
                    <a:pt x="34109" y="24085"/>
                  </a:cubicBezTo>
                  <a:lnTo>
                    <a:pt x="1635" y="24085"/>
                  </a:lnTo>
                  <a:cubicBezTo>
                    <a:pt x="912" y="24085"/>
                    <a:pt x="331" y="23504"/>
                    <a:pt x="331" y="22844"/>
                  </a:cubicBezTo>
                  <a:lnTo>
                    <a:pt x="331" y="330"/>
                  </a:lnTo>
                  <a:close/>
                  <a:moveTo>
                    <a:pt x="126" y="1"/>
                  </a:moveTo>
                  <a:cubicBezTo>
                    <a:pt x="64" y="1"/>
                    <a:pt x="1" y="63"/>
                    <a:pt x="1" y="126"/>
                  </a:cubicBezTo>
                  <a:lnTo>
                    <a:pt x="1" y="22844"/>
                  </a:lnTo>
                  <a:cubicBezTo>
                    <a:pt x="1" y="23693"/>
                    <a:pt x="723" y="24478"/>
                    <a:pt x="1635" y="24478"/>
                  </a:cubicBezTo>
                  <a:lnTo>
                    <a:pt x="34109" y="24478"/>
                  </a:lnTo>
                  <a:cubicBezTo>
                    <a:pt x="35020" y="24478"/>
                    <a:pt x="35743" y="23693"/>
                    <a:pt x="35743" y="22844"/>
                  </a:cubicBezTo>
                  <a:lnTo>
                    <a:pt x="35743" y="126"/>
                  </a:lnTo>
                  <a:cubicBezTo>
                    <a:pt x="35743" y="63"/>
                    <a:pt x="35680" y="1"/>
                    <a:pt x="35555"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0" name="Google Shape;3570;p79"/>
            <p:cNvSpPr/>
            <p:nvPr/>
          </p:nvSpPr>
          <p:spPr>
            <a:xfrm>
              <a:off x="7309475" y="4014750"/>
              <a:ext cx="37725" cy="37725"/>
            </a:xfrm>
            <a:custGeom>
              <a:avLst/>
              <a:gdLst/>
              <a:ahLst/>
              <a:cxnLst/>
              <a:rect l="l" t="t" r="r" b="b"/>
              <a:pathLst>
                <a:path w="1509" h="1509" extrusionOk="0">
                  <a:moveTo>
                    <a:pt x="723" y="1"/>
                  </a:moveTo>
                  <a:cubicBezTo>
                    <a:pt x="330" y="1"/>
                    <a:pt x="1" y="330"/>
                    <a:pt x="1" y="786"/>
                  </a:cubicBezTo>
                  <a:cubicBezTo>
                    <a:pt x="1" y="1179"/>
                    <a:pt x="330" y="1509"/>
                    <a:pt x="723" y="1509"/>
                  </a:cubicBezTo>
                  <a:cubicBezTo>
                    <a:pt x="1179" y="1509"/>
                    <a:pt x="1509" y="1179"/>
                    <a:pt x="1509" y="786"/>
                  </a:cubicBezTo>
                  <a:cubicBezTo>
                    <a:pt x="1509" y="330"/>
                    <a:pt x="1179" y="1"/>
                    <a:pt x="7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1" name="Google Shape;3571;p79"/>
            <p:cNvSpPr/>
            <p:nvPr/>
          </p:nvSpPr>
          <p:spPr>
            <a:xfrm>
              <a:off x="7322825" y="4584275"/>
              <a:ext cx="780475" cy="25"/>
            </a:xfrm>
            <a:custGeom>
              <a:avLst/>
              <a:gdLst/>
              <a:ahLst/>
              <a:cxnLst/>
              <a:rect l="l" t="t" r="r" b="b"/>
              <a:pathLst>
                <a:path w="31219" h="1" extrusionOk="0">
                  <a:moveTo>
                    <a:pt x="1" y="0"/>
                  </a:moveTo>
                  <a:lnTo>
                    <a:pt x="312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2" name="Google Shape;3572;p79"/>
            <p:cNvSpPr/>
            <p:nvPr/>
          </p:nvSpPr>
          <p:spPr>
            <a:xfrm>
              <a:off x="7319300" y="4579550"/>
              <a:ext cx="789100" cy="7900"/>
            </a:xfrm>
            <a:custGeom>
              <a:avLst/>
              <a:gdLst/>
              <a:ahLst/>
              <a:cxnLst/>
              <a:rect l="l" t="t" r="r" b="b"/>
              <a:pathLst>
                <a:path w="31564" h="316" extrusionOk="0">
                  <a:moveTo>
                    <a:pt x="142" y="1"/>
                  </a:moveTo>
                  <a:cubicBezTo>
                    <a:pt x="79" y="1"/>
                    <a:pt x="0" y="64"/>
                    <a:pt x="0" y="189"/>
                  </a:cubicBezTo>
                  <a:cubicBezTo>
                    <a:pt x="0" y="252"/>
                    <a:pt x="79" y="315"/>
                    <a:pt x="142" y="315"/>
                  </a:cubicBezTo>
                  <a:lnTo>
                    <a:pt x="31359" y="315"/>
                  </a:lnTo>
                  <a:cubicBezTo>
                    <a:pt x="31501" y="315"/>
                    <a:pt x="31564" y="252"/>
                    <a:pt x="31564" y="189"/>
                  </a:cubicBezTo>
                  <a:cubicBezTo>
                    <a:pt x="31564" y="64"/>
                    <a:pt x="31501" y="1"/>
                    <a:pt x="313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3" name="Google Shape;3573;p79"/>
            <p:cNvSpPr/>
            <p:nvPr/>
          </p:nvSpPr>
          <p:spPr>
            <a:xfrm>
              <a:off x="7365250" y="4114525"/>
              <a:ext cx="25" cy="505900"/>
            </a:xfrm>
            <a:custGeom>
              <a:avLst/>
              <a:gdLst/>
              <a:ahLst/>
              <a:cxnLst/>
              <a:rect l="l" t="t" r="r" b="b"/>
              <a:pathLst>
                <a:path w="1" h="20236" extrusionOk="0">
                  <a:moveTo>
                    <a:pt x="0" y="20236"/>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4" name="Google Shape;3574;p79"/>
            <p:cNvSpPr/>
            <p:nvPr/>
          </p:nvSpPr>
          <p:spPr>
            <a:xfrm>
              <a:off x="7362100" y="4111375"/>
              <a:ext cx="8275" cy="513775"/>
            </a:xfrm>
            <a:custGeom>
              <a:avLst/>
              <a:gdLst/>
              <a:ahLst/>
              <a:cxnLst/>
              <a:rect l="l" t="t" r="r" b="b"/>
              <a:pathLst>
                <a:path w="331" h="20551" extrusionOk="0">
                  <a:moveTo>
                    <a:pt x="126" y="0"/>
                  </a:moveTo>
                  <a:cubicBezTo>
                    <a:pt x="64" y="0"/>
                    <a:pt x="1" y="63"/>
                    <a:pt x="1" y="126"/>
                  </a:cubicBezTo>
                  <a:lnTo>
                    <a:pt x="1" y="20362"/>
                  </a:lnTo>
                  <a:cubicBezTo>
                    <a:pt x="1" y="20487"/>
                    <a:pt x="64" y="20550"/>
                    <a:pt x="126" y="20550"/>
                  </a:cubicBezTo>
                  <a:cubicBezTo>
                    <a:pt x="252" y="20550"/>
                    <a:pt x="331" y="20487"/>
                    <a:pt x="331" y="20362"/>
                  </a:cubicBezTo>
                  <a:lnTo>
                    <a:pt x="331" y="126"/>
                  </a:lnTo>
                  <a:cubicBezTo>
                    <a:pt x="331" y="63"/>
                    <a:pt x="252" y="0"/>
                    <a:pt x="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5" name="Google Shape;3575;p79"/>
            <p:cNvSpPr/>
            <p:nvPr/>
          </p:nvSpPr>
          <p:spPr>
            <a:xfrm>
              <a:off x="7450475" y="4188750"/>
              <a:ext cx="544800" cy="326800"/>
            </a:xfrm>
            <a:custGeom>
              <a:avLst/>
              <a:gdLst/>
              <a:ahLst/>
              <a:cxnLst/>
              <a:rect l="l" t="t" r="r" b="b"/>
              <a:pathLst>
                <a:path w="21792" h="13072" extrusionOk="0">
                  <a:moveTo>
                    <a:pt x="21601" y="0"/>
                  </a:moveTo>
                  <a:cubicBezTo>
                    <a:pt x="21552" y="0"/>
                    <a:pt x="21501" y="16"/>
                    <a:pt x="21462" y="48"/>
                  </a:cubicBezTo>
                  <a:lnTo>
                    <a:pt x="17927" y="5091"/>
                  </a:lnTo>
                  <a:lnTo>
                    <a:pt x="14141" y="1949"/>
                  </a:lnTo>
                  <a:lnTo>
                    <a:pt x="13999" y="1949"/>
                  </a:lnTo>
                  <a:cubicBezTo>
                    <a:pt x="13936" y="1949"/>
                    <a:pt x="13936" y="1949"/>
                    <a:pt x="13873" y="2011"/>
                  </a:cubicBezTo>
                  <a:lnTo>
                    <a:pt x="8108" y="10778"/>
                  </a:lnTo>
                  <a:lnTo>
                    <a:pt x="3331" y="7385"/>
                  </a:lnTo>
                  <a:cubicBezTo>
                    <a:pt x="3269" y="7306"/>
                    <a:pt x="3206" y="7306"/>
                    <a:pt x="3143" y="7306"/>
                  </a:cubicBezTo>
                  <a:cubicBezTo>
                    <a:pt x="3143" y="7306"/>
                    <a:pt x="3080" y="7385"/>
                    <a:pt x="3080" y="7447"/>
                  </a:cubicBezTo>
                  <a:lnTo>
                    <a:pt x="1" y="12805"/>
                  </a:lnTo>
                  <a:cubicBezTo>
                    <a:pt x="1" y="12946"/>
                    <a:pt x="1" y="13009"/>
                    <a:pt x="64" y="13072"/>
                  </a:cubicBezTo>
                  <a:lnTo>
                    <a:pt x="189" y="13072"/>
                  </a:lnTo>
                  <a:cubicBezTo>
                    <a:pt x="252" y="13072"/>
                    <a:pt x="252" y="13072"/>
                    <a:pt x="331" y="13009"/>
                  </a:cubicBezTo>
                  <a:lnTo>
                    <a:pt x="3269" y="7777"/>
                  </a:lnTo>
                  <a:lnTo>
                    <a:pt x="8045" y="11171"/>
                  </a:lnTo>
                  <a:cubicBezTo>
                    <a:pt x="8108" y="11234"/>
                    <a:pt x="8186" y="11234"/>
                    <a:pt x="8186" y="11234"/>
                  </a:cubicBezTo>
                  <a:cubicBezTo>
                    <a:pt x="8249" y="11234"/>
                    <a:pt x="8312" y="11171"/>
                    <a:pt x="8312" y="11171"/>
                  </a:cubicBezTo>
                  <a:lnTo>
                    <a:pt x="14078" y="2404"/>
                  </a:lnTo>
                  <a:lnTo>
                    <a:pt x="17864" y="5484"/>
                  </a:lnTo>
                  <a:lnTo>
                    <a:pt x="18005" y="5484"/>
                  </a:lnTo>
                  <a:cubicBezTo>
                    <a:pt x="18068" y="5484"/>
                    <a:pt x="18068" y="5484"/>
                    <a:pt x="18131" y="5421"/>
                  </a:cubicBezTo>
                  <a:lnTo>
                    <a:pt x="21792" y="236"/>
                  </a:lnTo>
                  <a:cubicBezTo>
                    <a:pt x="21792" y="173"/>
                    <a:pt x="21792" y="48"/>
                    <a:pt x="21729" y="48"/>
                  </a:cubicBezTo>
                  <a:cubicBezTo>
                    <a:pt x="21698" y="16"/>
                    <a:pt x="21650" y="0"/>
                    <a:pt x="216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6" name="Google Shape;3576;p79"/>
            <p:cNvSpPr/>
            <p:nvPr/>
          </p:nvSpPr>
          <p:spPr>
            <a:xfrm>
              <a:off x="7949700" y="4152225"/>
              <a:ext cx="73475" cy="78575"/>
            </a:xfrm>
            <a:custGeom>
              <a:avLst/>
              <a:gdLst/>
              <a:ahLst/>
              <a:cxnLst/>
              <a:rect l="l" t="t" r="r" b="b"/>
              <a:pathLst>
                <a:path w="2939" h="3143" extrusionOk="0">
                  <a:moveTo>
                    <a:pt x="2938" y="0"/>
                  </a:moveTo>
                  <a:lnTo>
                    <a:pt x="0" y="1571"/>
                  </a:lnTo>
                  <a:lnTo>
                    <a:pt x="2420" y="3143"/>
                  </a:lnTo>
                  <a:lnTo>
                    <a:pt x="29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7" name="Google Shape;3577;p79"/>
            <p:cNvSpPr/>
            <p:nvPr/>
          </p:nvSpPr>
          <p:spPr>
            <a:xfrm>
              <a:off x="7943025" y="4145550"/>
              <a:ext cx="83275" cy="91925"/>
            </a:xfrm>
            <a:custGeom>
              <a:avLst/>
              <a:gdLst/>
              <a:ahLst/>
              <a:cxnLst/>
              <a:rect l="l" t="t" r="r" b="b"/>
              <a:pathLst>
                <a:path w="3331" h="3677" extrusionOk="0">
                  <a:moveTo>
                    <a:pt x="3017" y="534"/>
                  </a:moveTo>
                  <a:lnTo>
                    <a:pt x="2624" y="3221"/>
                  </a:lnTo>
                  <a:lnTo>
                    <a:pt x="519" y="1838"/>
                  </a:lnTo>
                  <a:lnTo>
                    <a:pt x="3017" y="534"/>
                  </a:lnTo>
                  <a:close/>
                  <a:moveTo>
                    <a:pt x="3331" y="0"/>
                  </a:moveTo>
                  <a:lnTo>
                    <a:pt x="0" y="1838"/>
                  </a:lnTo>
                  <a:lnTo>
                    <a:pt x="2812" y="3677"/>
                  </a:lnTo>
                  <a:lnTo>
                    <a:pt x="33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8" name="Google Shape;3578;p79"/>
            <p:cNvSpPr/>
            <p:nvPr/>
          </p:nvSpPr>
          <p:spPr>
            <a:xfrm>
              <a:off x="7790625" y="4227625"/>
              <a:ext cx="33025" cy="32625"/>
            </a:xfrm>
            <a:custGeom>
              <a:avLst/>
              <a:gdLst/>
              <a:ahLst/>
              <a:cxnLst/>
              <a:rect l="l" t="t" r="r" b="b"/>
              <a:pathLst>
                <a:path w="1321" h="1305" extrusionOk="0">
                  <a:moveTo>
                    <a:pt x="660" y="1"/>
                  </a:moveTo>
                  <a:cubicBezTo>
                    <a:pt x="267" y="1"/>
                    <a:pt x="0" y="252"/>
                    <a:pt x="0" y="645"/>
                  </a:cubicBezTo>
                  <a:cubicBezTo>
                    <a:pt x="0" y="975"/>
                    <a:pt x="267" y="1305"/>
                    <a:pt x="660" y="1305"/>
                  </a:cubicBezTo>
                  <a:cubicBezTo>
                    <a:pt x="990" y="1305"/>
                    <a:pt x="1320" y="975"/>
                    <a:pt x="1320" y="645"/>
                  </a:cubicBezTo>
                  <a:cubicBezTo>
                    <a:pt x="1320" y="252"/>
                    <a:pt x="990" y="1"/>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79" name="Google Shape;3579;p79"/>
            <p:cNvSpPr/>
            <p:nvPr/>
          </p:nvSpPr>
          <p:spPr>
            <a:xfrm>
              <a:off x="7787475" y="4224100"/>
              <a:ext cx="39300" cy="39300"/>
            </a:xfrm>
            <a:custGeom>
              <a:avLst/>
              <a:gdLst/>
              <a:ahLst/>
              <a:cxnLst/>
              <a:rect l="l" t="t" r="r" b="b"/>
              <a:pathLst>
                <a:path w="1572" h="1572" extrusionOk="0">
                  <a:moveTo>
                    <a:pt x="786" y="268"/>
                  </a:moveTo>
                  <a:cubicBezTo>
                    <a:pt x="1053" y="268"/>
                    <a:pt x="1305" y="472"/>
                    <a:pt x="1305" y="786"/>
                  </a:cubicBezTo>
                  <a:cubicBezTo>
                    <a:pt x="1305" y="1053"/>
                    <a:pt x="1053" y="1320"/>
                    <a:pt x="786" y="1320"/>
                  </a:cubicBezTo>
                  <a:cubicBezTo>
                    <a:pt x="456" y="1320"/>
                    <a:pt x="268" y="1053"/>
                    <a:pt x="268" y="786"/>
                  </a:cubicBezTo>
                  <a:cubicBezTo>
                    <a:pt x="268" y="472"/>
                    <a:pt x="456" y="268"/>
                    <a:pt x="786" y="268"/>
                  </a:cubicBezTo>
                  <a:close/>
                  <a:moveTo>
                    <a:pt x="786" y="0"/>
                  </a:moveTo>
                  <a:cubicBezTo>
                    <a:pt x="331" y="0"/>
                    <a:pt x="1" y="330"/>
                    <a:pt x="1" y="786"/>
                  </a:cubicBezTo>
                  <a:cubicBezTo>
                    <a:pt x="1" y="1179"/>
                    <a:pt x="331" y="1572"/>
                    <a:pt x="786" y="1572"/>
                  </a:cubicBezTo>
                  <a:cubicBezTo>
                    <a:pt x="1179" y="1572"/>
                    <a:pt x="1572" y="1179"/>
                    <a:pt x="1572" y="786"/>
                  </a:cubicBezTo>
                  <a:cubicBezTo>
                    <a:pt x="1572" y="330"/>
                    <a:pt x="1179" y="0"/>
                    <a:pt x="7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0" name="Google Shape;3580;p79"/>
            <p:cNvSpPr/>
            <p:nvPr/>
          </p:nvSpPr>
          <p:spPr>
            <a:xfrm>
              <a:off x="7884100" y="4302650"/>
              <a:ext cx="32625" cy="33025"/>
            </a:xfrm>
            <a:custGeom>
              <a:avLst/>
              <a:gdLst/>
              <a:ahLst/>
              <a:cxnLst/>
              <a:rect l="l" t="t" r="r" b="b"/>
              <a:pathLst>
                <a:path w="1305" h="1321" extrusionOk="0">
                  <a:moveTo>
                    <a:pt x="660" y="1"/>
                  </a:moveTo>
                  <a:cubicBezTo>
                    <a:pt x="268" y="1"/>
                    <a:pt x="1" y="331"/>
                    <a:pt x="1" y="660"/>
                  </a:cubicBezTo>
                  <a:cubicBezTo>
                    <a:pt x="1" y="1053"/>
                    <a:pt x="268" y="1320"/>
                    <a:pt x="660" y="1320"/>
                  </a:cubicBezTo>
                  <a:cubicBezTo>
                    <a:pt x="975" y="1320"/>
                    <a:pt x="1305" y="1053"/>
                    <a:pt x="1305" y="660"/>
                  </a:cubicBezTo>
                  <a:cubicBezTo>
                    <a:pt x="1305" y="331"/>
                    <a:pt x="975" y="1"/>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1" name="Google Shape;3581;p79"/>
            <p:cNvSpPr/>
            <p:nvPr/>
          </p:nvSpPr>
          <p:spPr>
            <a:xfrm>
              <a:off x="7880950" y="4299500"/>
              <a:ext cx="39300" cy="39325"/>
            </a:xfrm>
            <a:custGeom>
              <a:avLst/>
              <a:gdLst/>
              <a:ahLst/>
              <a:cxnLst/>
              <a:rect l="l" t="t" r="r" b="b"/>
              <a:pathLst>
                <a:path w="1572" h="1573" extrusionOk="0">
                  <a:moveTo>
                    <a:pt x="786" y="268"/>
                  </a:moveTo>
                  <a:cubicBezTo>
                    <a:pt x="1038" y="268"/>
                    <a:pt x="1305" y="519"/>
                    <a:pt x="1305" y="786"/>
                  </a:cubicBezTo>
                  <a:cubicBezTo>
                    <a:pt x="1305" y="1116"/>
                    <a:pt x="1038" y="1305"/>
                    <a:pt x="786" y="1305"/>
                  </a:cubicBezTo>
                  <a:cubicBezTo>
                    <a:pt x="457" y="1305"/>
                    <a:pt x="252" y="1116"/>
                    <a:pt x="252" y="786"/>
                  </a:cubicBezTo>
                  <a:cubicBezTo>
                    <a:pt x="252" y="519"/>
                    <a:pt x="457" y="268"/>
                    <a:pt x="786" y="268"/>
                  </a:cubicBezTo>
                  <a:close/>
                  <a:moveTo>
                    <a:pt x="786" y="1"/>
                  </a:moveTo>
                  <a:cubicBezTo>
                    <a:pt x="315" y="1"/>
                    <a:pt x="1" y="394"/>
                    <a:pt x="1" y="786"/>
                  </a:cubicBezTo>
                  <a:cubicBezTo>
                    <a:pt x="1" y="1242"/>
                    <a:pt x="315" y="1572"/>
                    <a:pt x="786" y="1572"/>
                  </a:cubicBezTo>
                  <a:cubicBezTo>
                    <a:pt x="1179" y="1572"/>
                    <a:pt x="1572" y="1242"/>
                    <a:pt x="1572" y="786"/>
                  </a:cubicBezTo>
                  <a:cubicBezTo>
                    <a:pt x="1572" y="394"/>
                    <a:pt x="1179" y="1"/>
                    <a:pt x="7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2" name="Google Shape;3582;p79"/>
            <p:cNvSpPr/>
            <p:nvPr/>
          </p:nvSpPr>
          <p:spPr>
            <a:xfrm>
              <a:off x="7638625" y="4451900"/>
              <a:ext cx="32625" cy="32625"/>
            </a:xfrm>
            <a:custGeom>
              <a:avLst/>
              <a:gdLst/>
              <a:ahLst/>
              <a:cxnLst/>
              <a:rect l="l" t="t" r="r" b="b"/>
              <a:pathLst>
                <a:path w="1305" h="1305" extrusionOk="0">
                  <a:moveTo>
                    <a:pt x="660" y="1"/>
                  </a:moveTo>
                  <a:cubicBezTo>
                    <a:pt x="267" y="1"/>
                    <a:pt x="0" y="252"/>
                    <a:pt x="0" y="645"/>
                  </a:cubicBezTo>
                  <a:cubicBezTo>
                    <a:pt x="0" y="975"/>
                    <a:pt x="267" y="1305"/>
                    <a:pt x="660" y="1305"/>
                  </a:cubicBezTo>
                  <a:cubicBezTo>
                    <a:pt x="974" y="1305"/>
                    <a:pt x="1304" y="975"/>
                    <a:pt x="1304" y="645"/>
                  </a:cubicBezTo>
                  <a:cubicBezTo>
                    <a:pt x="1304" y="252"/>
                    <a:pt x="974" y="1"/>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3" name="Google Shape;3583;p79"/>
            <p:cNvSpPr/>
            <p:nvPr/>
          </p:nvSpPr>
          <p:spPr>
            <a:xfrm>
              <a:off x="7635475" y="4448375"/>
              <a:ext cx="39300" cy="39300"/>
            </a:xfrm>
            <a:custGeom>
              <a:avLst/>
              <a:gdLst/>
              <a:ahLst/>
              <a:cxnLst/>
              <a:rect l="l" t="t" r="r" b="b"/>
              <a:pathLst>
                <a:path w="1572" h="1572" extrusionOk="0">
                  <a:moveTo>
                    <a:pt x="786" y="267"/>
                  </a:moveTo>
                  <a:cubicBezTo>
                    <a:pt x="1038" y="267"/>
                    <a:pt x="1305" y="535"/>
                    <a:pt x="1305" y="786"/>
                  </a:cubicBezTo>
                  <a:cubicBezTo>
                    <a:pt x="1305" y="1053"/>
                    <a:pt x="1038" y="1320"/>
                    <a:pt x="786" y="1320"/>
                  </a:cubicBezTo>
                  <a:cubicBezTo>
                    <a:pt x="456" y="1320"/>
                    <a:pt x="252" y="1053"/>
                    <a:pt x="252" y="786"/>
                  </a:cubicBezTo>
                  <a:cubicBezTo>
                    <a:pt x="252" y="535"/>
                    <a:pt x="456" y="267"/>
                    <a:pt x="786" y="267"/>
                  </a:cubicBezTo>
                  <a:close/>
                  <a:moveTo>
                    <a:pt x="786" y="0"/>
                  </a:moveTo>
                  <a:cubicBezTo>
                    <a:pt x="315" y="0"/>
                    <a:pt x="1" y="330"/>
                    <a:pt x="1" y="786"/>
                  </a:cubicBezTo>
                  <a:cubicBezTo>
                    <a:pt x="1" y="1179"/>
                    <a:pt x="315" y="1571"/>
                    <a:pt x="786" y="1571"/>
                  </a:cubicBezTo>
                  <a:cubicBezTo>
                    <a:pt x="1179" y="1571"/>
                    <a:pt x="1572" y="1179"/>
                    <a:pt x="1572" y="786"/>
                  </a:cubicBezTo>
                  <a:cubicBezTo>
                    <a:pt x="1572" y="330"/>
                    <a:pt x="1179" y="0"/>
                    <a:pt x="7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4" name="Google Shape;3584;p79"/>
            <p:cNvSpPr/>
            <p:nvPr/>
          </p:nvSpPr>
          <p:spPr>
            <a:xfrm>
              <a:off x="7514100" y="4363125"/>
              <a:ext cx="34600" cy="31700"/>
            </a:xfrm>
            <a:custGeom>
              <a:avLst/>
              <a:gdLst/>
              <a:ahLst/>
              <a:cxnLst/>
              <a:rect l="l" t="t" r="r" b="b"/>
              <a:pathLst>
                <a:path w="1384" h="1268" extrusionOk="0">
                  <a:moveTo>
                    <a:pt x="737" y="0"/>
                  </a:moveTo>
                  <a:cubicBezTo>
                    <a:pt x="692" y="0"/>
                    <a:pt x="645" y="6"/>
                    <a:pt x="598" y="17"/>
                  </a:cubicBezTo>
                  <a:cubicBezTo>
                    <a:pt x="268" y="17"/>
                    <a:pt x="1" y="331"/>
                    <a:pt x="64" y="724"/>
                  </a:cubicBezTo>
                  <a:cubicBezTo>
                    <a:pt x="64" y="1021"/>
                    <a:pt x="331" y="1267"/>
                    <a:pt x="672" y="1267"/>
                  </a:cubicBezTo>
                  <a:cubicBezTo>
                    <a:pt x="709" y="1267"/>
                    <a:pt x="748" y="1264"/>
                    <a:pt x="786" y="1258"/>
                  </a:cubicBezTo>
                  <a:cubicBezTo>
                    <a:pt x="1116" y="1195"/>
                    <a:pt x="1383" y="865"/>
                    <a:pt x="1321" y="535"/>
                  </a:cubicBezTo>
                  <a:cubicBezTo>
                    <a:pt x="1253" y="198"/>
                    <a:pt x="1013" y="0"/>
                    <a:pt x="7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85" name="Google Shape;3585;p79"/>
            <p:cNvSpPr/>
            <p:nvPr/>
          </p:nvSpPr>
          <p:spPr>
            <a:xfrm>
              <a:off x="7510975" y="4359775"/>
              <a:ext cx="40875" cy="37950"/>
            </a:xfrm>
            <a:custGeom>
              <a:avLst/>
              <a:gdLst/>
              <a:ahLst/>
              <a:cxnLst/>
              <a:rect l="l" t="t" r="r" b="b"/>
              <a:pathLst>
                <a:path w="1634" h="1518" extrusionOk="0">
                  <a:moveTo>
                    <a:pt x="786" y="214"/>
                  </a:moveTo>
                  <a:cubicBezTo>
                    <a:pt x="1053" y="214"/>
                    <a:pt x="1304" y="402"/>
                    <a:pt x="1304" y="669"/>
                  </a:cubicBezTo>
                  <a:cubicBezTo>
                    <a:pt x="1367" y="795"/>
                    <a:pt x="1304" y="936"/>
                    <a:pt x="1241" y="1062"/>
                  </a:cubicBezTo>
                  <a:cubicBezTo>
                    <a:pt x="1116" y="1188"/>
                    <a:pt x="1053" y="1251"/>
                    <a:pt x="911" y="1251"/>
                  </a:cubicBezTo>
                  <a:cubicBezTo>
                    <a:pt x="864" y="1262"/>
                    <a:pt x="818" y="1267"/>
                    <a:pt x="774" y="1267"/>
                  </a:cubicBezTo>
                  <a:cubicBezTo>
                    <a:pt x="514" y="1267"/>
                    <a:pt x="330" y="1077"/>
                    <a:pt x="330" y="795"/>
                  </a:cubicBezTo>
                  <a:cubicBezTo>
                    <a:pt x="267" y="669"/>
                    <a:pt x="330" y="544"/>
                    <a:pt x="393" y="465"/>
                  </a:cubicBezTo>
                  <a:cubicBezTo>
                    <a:pt x="456" y="339"/>
                    <a:pt x="582" y="277"/>
                    <a:pt x="723" y="214"/>
                  </a:cubicBezTo>
                  <a:close/>
                  <a:moveTo>
                    <a:pt x="837" y="0"/>
                  </a:moveTo>
                  <a:cubicBezTo>
                    <a:pt x="799" y="0"/>
                    <a:pt x="761" y="3"/>
                    <a:pt x="723" y="9"/>
                  </a:cubicBezTo>
                  <a:cubicBezTo>
                    <a:pt x="519" y="9"/>
                    <a:pt x="330" y="151"/>
                    <a:pt x="189" y="277"/>
                  </a:cubicBezTo>
                  <a:cubicBezTo>
                    <a:pt x="63" y="465"/>
                    <a:pt x="0" y="669"/>
                    <a:pt x="63" y="858"/>
                  </a:cubicBezTo>
                  <a:cubicBezTo>
                    <a:pt x="63" y="1251"/>
                    <a:pt x="456" y="1518"/>
                    <a:pt x="786" y="1518"/>
                  </a:cubicBezTo>
                  <a:lnTo>
                    <a:pt x="911" y="1518"/>
                  </a:lnTo>
                  <a:cubicBezTo>
                    <a:pt x="1116" y="1518"/>
                    <a:pt x="1304" y="1392"/>
                    <a:pt x="1446" y="1188"/>
                  </a:cubicBezTo>
                  <a:cubicBezTo>
                    <a:pt x="1571" y="1062"/>
                    <a:pt x="1634" y="858"/>
                    <a:pt x="1571" y="669"/>
                  </a:cubicBezTo>
                  <a:cubicBezTo>
                    <a:pt x="1515" y="258"/>
                    <a:pt x="1189" y="0"/>
                    <a:pt x="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3586" name="Google Shape;3586;p79"/>
          <p:cNvGrpSpPr/>
          <p:nvPr/>
        </p:nvGrpSpPr>
        <p:grpSpPr>
          <a:xfrm>
            <a:off x="7793170" y="1504418"/>
            <a:ext cx="504295" cy="507037"/>
            <a:chOff x="3025500" y="3193338"/>
            <a:chExt cx="632424" cy="635863"/>
          </a:xfrm>
        </p:grpSpPr>
        <p:pic>
          <p:nvPicPr>
            <p:cNvPr id="3587" name="Google Shape;3587;p79"/>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3588" name="Google Shape;3588;p79"/>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3589" name="Google Shape;3589;p79"/>
          <p:cNvGrpSpPr/>
          <p:nvPr/>
        </p:nvGrpSpPr>
        <p:grpSpPr>
          <a:xfrm>
            <a:off x="7793170" y="848147"/>
            <a:ext cx="504295" cy="507037"/>
            <a:chOff x="3025500" y="3193338"/>
            <a:chExt cx="632424" cy="635863"/>
          </a:xfrm>
        </p:grpSpPr>
        <p:pic>
          <p:nvPicPr>
            <p:cNvPr id="3590" name="Google Shape;3590;p79"/>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3591" name="Google Shape;3591;p79"/>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3592" name="Google Shape;3592;p79"/>
          <p:cNvGrpSpPr/>
          <p:nvPr/>
        </p:nvGrpSpPr>
        <p:grpSpPr>
          <a:xfrm>
            <a:off x="7793170" y="2160690"/>
            <a:ext cx="504295" cy="507037"/>
            <a:chOff x="3025500" y="3193338"/>
            <a:chExt cx="632424" cy="635863"/>
          </a:xfrm>
        </p:grpSpPr>
        <p:pic>
          <p:nvPicPr>
            <p:cNvPr id="3593" name="Google Shape;3593;p79"/>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3594" name="Google Shape;3594;p79"/>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3595" name="Google Shape;3595;p79"/>
          <p:cNvSpPr/>
          <p:nvPr/>
        </p:nvSpPr>
        <p:spPr>
          <a:xfrm>
            <a:off x="7858207" y="2229261"/>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3596" name="Google Shape;3596;p79"/>
          <p:cNvGrpSpPr/>
          <p:nvPr/>
        </p:nvGrpSpPr>
        <p:grpSpPr>
          <a:xfrm>
            <a:off x="7858004" y="1566302"/>
            <a:ext cx="346056" cy="345674"/>
            <a:chOff x="3303268" y="3817349"/>
            <a:chExt cx="346056" cy="345674"/>
          </a:xfrm>
        </p:grpSpPr>
        <p:sp>
          <p:nvSpPr>
            <p:cNvPr id="3597" name="Google Shape;3597;p79"/>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98" name="Google Shape;3598;p79"/>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599" name="Google Shape;3599;p79"/>
            <p:cNvSpPr/>
            <p:nvPr/>
          </p:nvSpPr>
          <p:spPr>
            <a:xfrm>
              <a:off x="3418143" y="3933656"/>
              <a:ext cx="114811" cy="112742"/>
            </a:xfrm>
            <a:custGeom>
              <a:avLst/>
              <a:gdLst/>
              <a:ahLst/>
              <a:cxnLst/>
              <a:rect l="l" t="t" r="r" b="b"/>
              <a:pathLst>
                <a:path w="3606"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600" name="Google Shape;3600;p79"/>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3601" name="Google Shape;3601;p79"/>
          <p:cNvGrpSpPr/>
          <p:nvPr/>
        </p:nvGrpSpPr>
        <p:grpSpPr>
          <a:xfrm>
            <a:off x="7858020" y="910277"/>
            <a:ext cx="346024" cy="345674"/>
            <a:chOff x="4201447" y="3817349"/>
            <a:chExt cx="346024" cy="345674"/>
          </a:xfrm>
        </p:grpSpPr>
        <p:sp>
          <p:nvSpPr>
            <p:cNvPr id="3602" name="Google Shape;3602;p79"/>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3603" name="Google Shape;3603;p79"/>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78" name="TextBox 4"/>
          <p:cNvSpPr txBox="1"/>
          <p:nvPr/>
        </p:nvSpPr>
        <p:spPr>
          <a:xfrm>
            <a:off x="0" y="5"/>
            <a:ext cx="453650" cy="999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00">
                <a:solidFill>
                  <a:schemeClr val="tx1">
                    <a:alpha val="0"/>
                  </a:schemeClr>
                </a:solidFill>
                <a:latin typeface="得意黑" charset="-122"/>
                <a:ea typeface="得意黑" charset="-122"/>
                <a:sym typeface="得意黑" charset="-122"/>
              </a:rPr>
              <a:t>行业</a:t>
            </a:r>
            <a:r>
              <a:rPr lang="en-US" altLang="zh-CN" sz="100">
                <a:solidFill>
                  <a:schemeClr val="tx1">
                    <a:alpha val="0"/>
                  </a:schemeClr>
                </a:solidFill>
                <a:latin typeface="得意黑" charset="-122"/>
                <a:ea typeface="得意黑" charset="-122"/>
                <a:sym typeface="得意黑" charset="-122"/>
              </a:rPr>
              <a:t>PPT</a:t>
            </a:r>
            <a:r>
              <a:rPr lang="zh-CN" altLang="en-US" sz="100">
                <a:solidFill>
                  <a:schemeClr val="tx1">
                    <a:alpha val="0"/>
                  </a:schemeClr>
                </a:solidFill>
                <a:latin typeface="得意黑" charset="-122"/>
                <a:ea typeface="得意黑" charset="-122"/>
                <a:sym typeface="得意黑" charset="-122"/>
              </a:rPr>
              <a:t>模板</a:t>
            </a:r>
            <a:r>
              <a:rPr lang="en-US" altLang="zh-CN" sz="100">
                <a:solidFill>
                  <a:schemeClr val="tx1">
                    <a:alpha val="0"/>
                  </a:schemeClr>
                </a:solidFill>
                <a:latin typeface="得意黑" charset="-122"/>
                <a:ea typeface="得意黑" charset="-122"/>
                <a:sym typeface="得意黑" charset="-122"/>
              </a:rPr>
              <a:t>http://www.1ppt.com/hangye/</a:t>
            </a:r>
          </a:p>
        </p:txBody>
      </p:sp>
      <p:grpSp>
        <p:nvGrpSpPr>
          <p:cNvPr id="4" name="Google Shape;824;p45">
            <a:extLst>
              <a:ext uri="{FF2B5EF4-FFF2-40B4-BE49-F238E27FC236}">
                <a16:creationId xmlns:a16="http://schemas.microsoft.com/office/drawing/2014/main" id="{77212447-5F15-2133-8C62-450BAC84C9D1}"/>
              </a:ext>
            </a:extLst>
          </p:cNvPr>
          <p:cNvGrpSpPr/>
          <p:nvPr/>
        </p:nvGrpSpPr>
        <p:grpSpPr>
          <a:xfrm>
            <a:off x="1102125" y="2944432"/>
            <a:ext cx="3301665" cy="1147607"/>
            <a:chOff x="3009925" y="3736626"/>
            <a:chExt cx="3060425" cy="688499"/>
          </a:xfrm>
        </p:grpSpPr>
        <p:pic>
          <p:nvPicPr>
            <p:cNvPr id="5" name="Google Shape;825;p45">
              <a:extLst>
                <a:ext uri="{FF2B5EF4-FFF2-40B4-BE49-F238E27FC236}">
                  <a16:creationId xmlns:a16="http://schemas.microsoft.com/office/drawing/2014/main" id="{BCC3651E-854E-B1AF-E634-755E1F1AC7A5}"/>
                </a:ext>
              </a:extLst>
            </p:cNvPr>
            <p:cNvPicPr preferRelativeResize="0"/>
            <p:nvPr/>
          </p:nvPicPr>
          <p:blipFill>
            <a:blip r:embed="rId4"/>
            <a:srcRect l="7337" t="36095" r="7337" b="34915"/>
            <a:stretch>
              <a:fillRect/>
            </a:stretch>
          </p:blipFill>
          <p:spPr>
            <a:xfrm>
              <a:off x="3073650" y="3792725"/>
              <a:ext cx="2996700" cy="632400"/>
            </a:xfrm>
            <a:prstGeom prst="roundRect">
              <a:avLst>
                <a:gd name="adj" fmla="val 16667"/>
              </a:avLst>
            </a:prstGeom>
            <a:noFill/>
            <a:ln>
              <a:noFill/>
            </a:ln>
          </p:spPr>
        </p:pic>
        <p:sp>
          <p:nvSpPr>
            <p:cNvPr id="6" name="Google Shape;826;p45">
              <a:extLst>
                <a:ext uri="{FF2B5EF4-FFF2-40B4-BE49-F238E27FC236}">
                  <a16:creationId xmlns:a16="http://schemas.microsoft.com/office/drawing/2014/main" id="{E71B64BC-E1AD-E599-2231-EDD6BF8F0BD1}"/>
                </a:ext>
              </a:extLst>
            </p:cNvPr>
            <p:cNvSpPr/>
            <p:nvPr/>
          </p:nvSpPr>
          <p:spPr>
            <a:xfrm>
              <a:off x="3009925" y="3736626"/>
              <a:ext cx="2996700" cy="615600"/>
            </a:xfrm>
            <a:prstGeom prst="roundRect">
              <a:avLst>
                <a:gd name="adj" fmla="val 16667"/>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12" name="文本框 11">
            <a:extLst>
              <a:ext uri="{FF2B5EF4-FFF2-40B4-BE49-F238E27FC236}">
                <a16:creationId xmlns:a16="http://schemas.microsoft.com/office/drawing/2014/main" id="{8BBA34AD-2ED0-08D6-6CB1-19A5C1717ECA}"/>
              </a:ext>
            </a:extLst>
          </p:cNvPr>
          <p:cNvSpPr txBox="1"/>
          <p:nvPr/>
        </p:nvSpPr>
        <p:spPr>
          <a:xfrm>
            <a:off x="1157418" y="2969272"/>
            <a:ext cx="2942172" cy="1077218"/>
          </a:xfrm>
          <a:prstGeom prst="rect">
            <a:avLst/>
          </a:prstGeom>
          <a:noFill/>
        </p:spPr>
        <p:txBody>
          <a:bodyPr wrap="square">
            <a:spAutoFit/>
          </a:bodyPr>
          <a:lstStyle/>
          <a:p>
            <a:pPr algn="ctr">
              <a:buClr>
                <a:schemeClr val="accent2"/>
              </a:buClr>
              <a:buSzPts val="1400"/>
            </a:pPr>
            <a:r>
              <a:rPr lang="zh-CN" altLang="en-GB" sz="1600" b="1" dirty="0">
                <a:solidFill>
                  <a:schemeClr val="accent2"/>
                </a:solidFill>
                <a:latin typeface="得意黑" charset="-122"/>
                <a:ea typeface="得意黑" charset="-122"/>
                <a:cs typeface="Arial" panose="020B0604020202020204" pitchFamily="34" charset="0"/>
                <a:sym typeface="Arial" panose="020B0604020202020204" pitchFamily="34" charset="0"/>
              </a:rPr>
              <a:t>汇报日期：</a:t>
            </a:r>
            <a:r>
              <a:rPr lang="en-US" altLang="zh-CN" sz="1600" b="1" dirty="0">
                <a:solidFill>
                  <a:schemeClr val="accent2"/>
                </a:solidFill>
                <a:latin typeface="得意黑" charset="-122"/>
                <a:ea typeface="得意黑" charset="-122"/>
                <a:cs typeface="Arial" panose="020B0604020202020204" pitchFamily="34" charset="0"/>
                <a:sym typeface="Arial" panose="020B0604020202020204" pitchFamily="34" charset="0"/>
              </a:rPr>
              <a:t>2026/6/3</a:t>
            </a:r>
            <a:br>
              <a:rPr lang="zh-CN" altLang="en-GB" sz="1600" b="1" dirty="0">
                <a:solidFill>
                  <a:schemeClr val="accent2"/>
                </a:solidFill>
                <a:latin typeface="得意黑" charset="-122"/>
                <a:ea typeface="得意黑" charset="-122"/>
                <a:cs typeface="Arial" panose="020B0604020202020204" pitchFamily="34" charset="0"/>
                <a:sym typeface="Arial" panose="020B0604020202020204" pitchFamily="34" charset="0"/>
              </a:rPr>
            </a:br>
            <a:r>
              <a:rPr lang="zh-CN" altLang="en-US" sz="1600" b="1" dirty="0">
                <a:solidFill>
                  <a:schemeClr val="accent2"/>
                </a:solidFill>
                <a:latin typeface="得意黑" charset="-122"/>
                <a:ea typeface="得意黑" charset="-122"/>
                <a:cs typeface="Arial" panose="020B0604020202020204" pitchFamily="34" charset="0"/>
                <a:sym typeface="Arial" panose="020B0604020202020204" pitchFamily="34" charset="0"/>
              </a:rPr>
              <a:t>汇报小组：第十小组</a:t>
            </a:r>
            <a:endParaRPr lang="en-US" altLang="zh-CN" sz="1600" b="1" dirty="0">
              <a:solidFill>
                <a:schemeClr val="accent2"/>
              </a:solidFill>
              <a:latin typeface="得意黑" charset="-122"/>
              <a:ea typeface="得意黑" charset="-122"/>
              <a:cs typeface="Arial" panose="020B0604020202020204" pitchFamily="34" charset="0"/>
              <a:sym typeface="Arial" panose="020B0604020202020204" pitchFamily="34" charset="0"/>
            </a:endParaRPr>
          </a:p>
          <a:p>
            <a:pPr algn="ctr">
              <a:buClr>
                <a:schemeClr val="accent2"/>
              </a:buClr>
              <a:buSzPts val="1400"/>
            </a:pPr>
            <a:r>
              <a:rPr lang="zh-CN" altLang="en-US" sz="1600" b="1" dirty="0">
                <a:solidFill>
                  <a:schemeClr val="accent2"/>
                </a:solidFill>
                <a:latin typeface="得意黑" charset="-122"/>
                <a:ea typeface="得意黑" charset="-122"/>
                <a:cs typeface="Arial" panose="020B0604020202020204" pitchFamily="34" charset="0"/>
                <a:sym typeface="Arial" panose="020B0604020202020204" pitchFamily="34" charset="0"/>
              </a:rPr>
              <a:t>小组成员：魏杨广、彭嘉辉、李宣莹、</a:t>
            </a:r>
          </a:p>
          <a:p>
            <a:pPr algn="ctr">
              <a:buClr>
                <a:schemeClr val="accent2"/>
              </a:buClr>
              <a:buSzPts val="1400"/>
            </a:pPr>
            <a:r>
              <a:rPr lang="zh-CN" altLang="en-US" sz="1600" b="1" dirty="0">
                <a:solidFill>
                  <a:schemeClr val="accent2"/>
                </a:solidFill>
                <a:latin typeface="得意黑" charset="-122"/>
                <a:ea typeface="得意黑" charset="-122"/>
                <a:cs typeface="Arial" panose="020B0604020202020204" pitchFamily="34" charset="0"/>
                <a:sym typeface="Arial" panose="020B0604020202020204" pitchFamily="34" charset="0"/>
              </a:rPr>
              <a:t>         林彤、李宇、程佳薇</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2872E109-974E-7E54-1FC6-F4DE90E1F99F}"/>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F32F7AB7-04DB-7E26-201B-08FF4125D75D}"/>
              </a:ext>
            </a:extLst>
          </p:cNvPr>
          <p:cNvSpPr txBox="1">
            <a:spLocks noGrp="1"/>
          </p:cNvSpPr>
          <p:nvPr>
            <p:ph type="subTitle" idx="1"/>
          </p:nvPr>
        </p:nvSpPr>
        <p:spPr>
          <a:xfrm>
            <a:off x="1715508" y="1315185"/>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核心功能</a:t>
            </a:r>
          </a:p>
        </p:txBody>
      </p:sp>
      <p:sp>
        <p:nvSpPr>
          <p:cNvPr id="1725" name="Google Shape;1725;p53">
            <a:extLst>
              <a:ext uri="{FF2B5EF4-FFF2-40B4-BE49-F238E27FC236}">
                <a16:creationId xmlns:a16="http://schemas.microsoft.com/office/drawing/2014/main" id="{4FBC4FA2-430A-6488-8243-EB1689C36592}"/>
              </a:ext>
            </a:extLst>
          </p:cNvPr>
          <p:cNvSpPr txBox="1">
            <a:spLocks noGrp="1"/>
          </p:cNvSpPr>
          <p:nvPr>
            <p:ph type="subTitle" idx="2"/>
          </p:nvPr>
        </p:nvSpPr>
        <p:spPr>
          <a:xfrm>
            <a:off x="5799855" y="3322898"/>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拓展功能</a:t>
            </a:r>
          </a:p>
        </p:txBody>
      </p:sp>
      <p:sp>
        <p:nvSpPr>
          <p:cNvPr id="1726" name="Google Shape;1726;p53">
            <a:extLst>
              <a:ext uri="{FF2B5EF4-FFF2-40B4-BE49-F238E27FC236}">
                <a16:creationId xmlns:a16="http://schemas.microsoft.com/office/drawing/2014/main" id="{DA2EFBB7-3D83-6EF2-A0F9-051D1CCD2AB3}"/>
              </a:ext>
            </a:extLst>
          </p:cNvPr>
          <p:cNvSpPr txBox="1">
            <a:spLocks noGrp="1"/>
          </p:cNvSpPr>
          <p:nvPr>
            <p:ph type="subTitle" idx="3"/>
          </p:nvPr>
        </p:nvSpPr>
        <p:spPr>
          <a:xfrm>
            <a:off x="1715508" y="1679834"/>
            <a:ext cx="2500500" cy="1132813"/>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教师端支持智能备课、考核生成、自动批改与学情分析，学生端提供在线问答、智能练习、即时纠错与进度追踪，管理端覆盖用户管理、资源管理、活跃度统计与学习效果大屏。</a:t>
            </a:r>
          </a:p>
        </p:txBody>
      </p:sp>
      <p:sp>
        <p:nvSpPr>
          <p:cNvPr id="1727" name="Google Shape;1727;p53">
            <a:extLst>
              <a:ext uri="{FF2B5EF4-FFF2-40B4-BE49-F238E27FC236}">
                <a16:creationId xmlns:a16="http://schemas.microsoft.com/office/drawing/2014/main" id="{DCA401CA-98F8-EAD5-602E-2D22816E76C5}"/>
              </a:ext>
            </a:extLst>
          </p:cNvPr>
          <p:cNvSpPr txBox="1">
            <a:spLocks noGrp="1"/>
          </p:cNvSpPr>
          <p:nvPr>
            <p:ph type="subTitle" idx="4"/>
          </p:nvPr>
        </p:nvSpPr>
        <p:spPr>
          <a:xfrm>
            <a:off x="5790478" y="3692759"/>
            <a:ext cx="2500500" cy="1060500"/>
          </a:xfrm>
          <a:prstGeom prst="rect">
            <a:avLst/>
          </a:prstGeom>
        </p:spPr>
        <p:txBody>
          <a:bodyPr spcFirstLastPara="1" wrap="square" lIns="91425" tIns="91425" rIns="91425" bIns="91425" anchor="t" anchorCtr="0">
            <a:noAutofit/>
          </a:bodyPr>
          <a:lstStyle/>
          <a:p>
            <a:pPr marL="0" indent="0">
              <a:buClr>
                <a:srgbClr val="000000"/>
              </a:buClr>
              <a:buSzPts val="2800"/>
            </a:pPr>
            <a:r>
              <a:rPr lang="zh-CN" altLang="en-US" dirty="0"/>
              <a:t>支持教案试卷多格式导出、学习报告生成、多轮追问式答疑、薄弱知识点推荐、大屏自定义配置、异常使用预警与操作日志审计。</a:t>
            </a:r>
          </a:p>
        </p:txBody>
      </p:sp>
      <p:sp>
        <p:nvSpPr>
          <p:cNvPr id="1728" name="Google Shape;1728;p53">
            <a:extLst>
              <a:ext uri="{FF2B5EF4-FFF2-40B4-BE49-F238E27FC236}">
                <a16:creationId xmlns:a16="http://schemas.microsoft.com/office/drawing/2014/main" id="{FBA13509-F304-3BCF-3C43-D25ABEE51039}"/>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GB" sz="2800" dirty="0"/>
              <a:t>功能模块</a:t>
            </a:r>
            <a:r>
              <a:rPr lang="zh-CN" altLang="en-US" sz="2800" dirty="0"/>
              <a:t>与页面</a:t>
            </a:r>
            <a:endParaRPr lang="zh-CN" altLang="en-GB" sz="2800" dirty="0"/>
          </a:p>
        </p:txBody>
      </p:sp>
      <p:grpSp>
        <p:nvGrpSpPr>
          <p:cNvPr id="1729" name="Google Shape;1729;p53">
            <a:extLst>
              <a:ext uri="{FF2B5EF4-FFF2-40B4-BE49-F238E27FC236}">
                <a16:creationId xmlns:a16="http://schemas.microsoft.com/office/drawing/2014/main" id="{D5A07896-3161-83AA-423E-70F1E92CE263}"/>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CEF9EAB1-288A-2B36-FF3E-FF953C5BAE1D}"/>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D0D77142-ED37-25EF-D564-FC2BCEB99684}"/>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FF4C8E28-338A-1D8B-3D48-151CAA68D9BE}"/>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29E941A7-C39C-C150-E36D-344672088909}"/>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19DF370F-023F-7CC6-CDF0-3DBC060453B1}"/>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BEB30B6E-AE94-B321-698B-93C56085FD47}"/>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B8116D67-2E5E-D83D-0E4F-F7952F6801E6}"/>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0EA107C0-A7B0-6048-E939-19B2F25622AA}"/>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8" name="Google Shape;1738;p53">
            <a:extLst>
              <a:ext uri="{FF2B5EF4-FFF2-40B4-BE49-F238E27FC236}">
                <a16:creationId xmlns:a16="http://schemas.microsoft.com/office/drawing/2014/main" id="{7C89FA04-993E-8F45-4E65-5F527E2494B1}"/>
              </a:ext>
            </a:extLst>
          </p:cNvPr>
          <p:cNvGrpSpPr/>
          <p:nvPr/>
        </p:nvGrpSpPr>
        <p:grpSpPr>
          <a:xfrm>
            <a:off x="5017180" y="3202811"/>
            <a:ext cx="632424" cy="635863"/>
            <a:chOff x="3025500" y="3193338"/>
            <a:chExt cx="632424" cy="635863"/>
          </a:xfrm>
        </p:grpSpPr>
        <p:pic>
          <p:nvPicPr>
            <p:cNvPr id="1739" name="Google Shape;1739;p53">
              <a:extLst>
                <a:ext uri="{FF2B5EF4-FFF2-40B4-BE49-F238E27FC236}">
                  <a16:creationId xmlns:a16="http://schemas.microsoft.com/office/drawing/2014/main" id="{157B43BF-FD11-4A6D-E8F5-CBDC98E027C0}"/>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40" name="Google Shape;1740;p53">
              <a:extLst>
                <a:ext uri="{FF2B5EF4-FFF2-40B4-BE49-F238E27FC236}">
                  <a16:creationId xmlns:a16="http://schemas.microsoft.com/office/drawing/2014/main" id="{3B860F4C-BAA1-8124-630D-1C412C9020A6}"/>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1741" name="Google Shape;1741;p53">
            <a:extLst>
              <a:ext uri="{FF2B5EF4-FFF2-40B4-BE49-F238E27FC236}">
                <a16:creationId xmlns:a16="http://schemas.microsoft.com/office/drawing/2014/main" id="{2AE72014-9190-D137-E2F3-47A54F72D14B}"/>
              </a:ext>
            </a:extLst>
          </p:cNvPr>
          <p:cNvSpPr/>
          <p:nvPr/>
        </p:nvSpPr>
        <p:spPr>
          <a:xfrm>
            <a:off x="5155330" y="3353661"/>
            <a:ext cx="321715" cy="267234"/>
          </a:xfrm>
          <a:custGeom>
            <a:avLst/>
            <a:gdLst/>
            <a:ahLst/>
            <a:cxnLst/>
            <a:rect l="l" t="t" r="r" b="b"/>
            <a:pathLst>
              <a:path w="10731" h="8913" extrusionOk="0">
                <a:moveTo>
                  <a:pt x="2225" y="894"/>
                </a:moveTo>
                <a:cubicBezTo>
                  <a:pt x="2225" y="894"/>
                  <a:pt x="2318" y="894"/>
                  <a:pt x="2434" y="1010"/>
                </a:cubicBezTo>
                <a:lnTo>
                  <a:pt x="2527" y="1473"/>
                </a:lnTo>
                <a:lnTo>
                  <a:pt x="2527" y="1589"/>
                </a:lnTo>
                <a:cubicBezTo>
                  <a:pt x="2527" y="1682"/>
                  <a:pt x="2434" y="1682"/>
                  <a:pt x="2434" y="1775"/>
                </a:cubicBezTo>
                <a:lnTo>
                  <a:pt x="2225" y="1775"/>
                </a:lnTo>
                <a:cubicBezTo>
                  <a:pt x="2198" y="1802"/>
                  <a:pt x="2171" y="1813"/>
                  <a:pt x="2144" y="1813"/>
                </a:cubicBezTo>
                <a:cubicBezTo>
                  <a:pt x="2078" y="1813"/>
                  <a:pt x="2013" y="1747"/>
                  <a:pt x="1947" y="1682"/>
                </a:cubicBezTo>
                <a:lnTo>
                  <a:pt x="1855" y="1195"/>
                </a:lnTo>
                <a:lnTo>
                  <a:pt x="1855" y="1102"/>
                </a:lnTo>
                <a:cubicBezTo>
                  <a:pt x="1855" y="1010"/>
                  <a:pt x="1855" y="1010"/>
                  <a:pt x="1947" y="894"/>
                </a:cubicBezTo>
                <a:close/>
                <a:moveTo>
                  <a:pt x="8691" y="894"/>
                </a:moveTo>
                <a:lnTo>
                  <a:pt x="8900" y="1102"/>
                </a:lnTo>
                <a:lnTo>
                  <a:pt x="8900" y="1195"/>
                </a:lnTo>
                <a:lnTo>
                  <a:pt x="8691" y="1682"/>
                </a:lnTo>
                <a:cubicBezTo>
                  <a:pt x="8691" y="1747"/>
                  <a:pt x="8599" y="1813"/>
                  <a:pt x="8512" y="1813"/>
                </a:cubicBezTo>
                <a:cubicBezTo>
                  <a:pt x="8475" y="1813"/>
                  <a:pt x="8440" y="1802"/>
                  <a:pt x="8413" y="1775"/>
                </a:cubicBezTo>
                <a:lnTo>
                  <a:pt x="8228" y="1775"/>
                </a:lnTo>
                <a:cubicBezTo>
                  <a:pt x="8228" y="1682"/>
                  <a:pt x="8112" y="1682"/>
                  <a:pt x="8112" y="1589"/>
                </a:cubicBezTo>
                <a:lnTo>
                  <a:pt x="8112" y="1473"/>
                </a:lnTo>
                <a:lnTo>
                  <a:pt x="8321" y="1010"/>
                </a:lnTo>
                <a:cubicBezTo>
                  <a:pt x="8321" y="894"/>
                  <a:pt x="8413" y="894"/>
                  <a:pt x="8506" y="894"/>
                </a:cubicBezTo>
                <a:close/>
                <a:moveTo>
                  <a:pt x="5516" y="430"/>
                </a:moveTo>
                <a:lnTo>
                  <a:pt x="5910" y="1010"/>
                </a:lnTo>
                <a:cubicBezTo>
                  <a:pt x="5910" y="1010"/>
                  <a:pt x="5910" y="1102"/>
                  <a:pt x="6003" y="1102"/>
                </a:cubicBezTo>
                <a:lnTo>
                  <a:pt x="8413" y="2261"/>
                </a:lnTo>
                <a:lnTo>
                  <a:pt x="8691" y="2447"/>
                </a:lnTo>
                <a:cubicBezTo>
                  <a:pt x="8807" y="2447"/>
                  <a:pt x="8900" y="2539"/>
                  <a:pt x="8900" y="2632"/>
                </a:cubicBezTo>
                <a:lnTo>
                  <a:pt x="8900" y="3211"/>
                </a:lnTo>
                <a:lnTo>
                  <a:pt x="8900" y="4370"/>
                </a:lnTo>
                <a:lnTo>
                  <a:pt x="7834" y="4370"/>
                </a:lnTo>
                <a:lnTo>
                  <a:pt x="7834" y="2539"/>
                </a:lnTo>
                <a:cubicBezTo>
                  <a:pt x="7834" y="2447"/>
                  <a:pt x="7741" y="2354"/>
                  <a:pt x="7741" y="2354"/>
                </a:cubicBezTo>
                <a:lnTo>
                  <a:pt x="5910" y="1381"/>
                </a:lnTo>
                <a:cubicBezTo>
                  <a:pt x="5702" y="1288"/>
                  <a:pt x="5516" y="1102"/>
                  <a:pt x="5516" y="894"/>
                </a:cubicBezTo>
                <a:lnTo>
                  <a:pt x="5516" y="430"/>
                </a:lnTo>
                <a:close/>
                <a:moveTo>
                  <a:pt x="1368" y="2748"/>
                </a:moveTo>
                <a:lnTo>
                  <a:pt x="1368" y="3119"/>
                </a:lnTo>
                <a:lnTo>
                  <a:pt x="974" y="3327"/>
                </a:lnTo>
                <a:cubicBezTo>
                  <a:pt x="789" y="3420"/>
                  <a:pt x="696" y="3605"/>
                  <a:pt x="696" y="3791"/>
                </a:cubicBezTo>
                <a:lnTo>
                  <a:pt x="696" y="4277"/>
                </a:lnTo>
                <a:cubicBezTo>
                  <a:pt x="696" y="4370"/>
                  <a:pt x="580" y="4486"/>
                  <a:pt x="487" y="4579"/>
                </a:cubicBezTo>
                <a:cubicBezTo>
                  <a:pt x="487" y="4671"/>
                  <a:pt x="395" y="4671"/>
                  <a:pt x="395" y="4671"/>
                </a:cubicBezTo>
                <a:lnTo>
                  <a:pt x="395" y="3698"/>
                </a:lnTo>
                <a:cubicBezTo>
                  <a:pt x="395" y="3420"/>
                  <a:pt x="487" y="3119"/>
                  <a:pt x="789" y="3026"/>
                </a:cubicBezTo>
                <a:lnTo>
                  <a:pt x="1368" y="2748"/>
                </a:lnTo>
                <a:close/>
                <a:moveTo>
                  <a:pt x="9271" y="2748"/>
                </a:moveTo>
                <a:lnTo>
                  <a:pt x="9850" y="3026"/>
                </a:lnTo>
                <a:cubicBezTo>
                  <a:pt x="10151" y="3119"/>
                  <a:pt x="10244" y="3420"/>
                  <a:pt x="10244" y="3698"/>
                </a:cubicBezTo>
                <a:lnTo>
                  <a:pt x="10244" y="4671"/>
                </a:lnTo>
                <a:lnTo>
                  <a:pt x="10151" y="4579"/>
                </a:lnTo>
                <a:cubicBezTo>
                  <a:pt x="10059" y="4486"/>
                  <a:pt x="10059" y="4370"/>
                  <a:pt x="10059" y="4277"/>
                </a:cubicBezTo>
                <a:lnTo>
                  <a:pt x="10059" y="3791"/>
                </a:lnTo>
                <a:cubicBezTo>
                  <a:pt x="10059" y="3605"/>
                  <a:pt x="9850" y="3420"/>
                  <a:pt x="9757" y="3327"/>
                </a:cubicBezTo>
                <a:lnTo>
                  <a:pt x="9271" y="3119"/>
                </a:lnTo>
                <a:lnTo>
                  <a:pt x="9271" y="2748"/>
                </a:lnTo>
                <a:close/>
                <a:moveTo>
                  <a:pt x="2898" y="4764"/>
                </a:moveTo>
                <a:lnTo>
                  <a:pt x="3964" y="6224"/>
                </a:lnTo>
                <a:cubicBezTo>
                  <a:pt x="4056" y="6317"/>
                  <a:pt x="4056" y="6410"/>
                  <a:pt x="3964" y="6502"/>
                </a:cubicBezTo>
                <a:lnTo>
                  <a:pt x="3199" y="8542"/>
                </a:lnTo>
                <a:lnTo>
                  <a:pt x="3106" y="8542"/>
                </a:lnTo>
                <a:lnTo>
                  <a:pt x="3384" y="6896"/>
                </a:lnTo>
                <a:cubicBezTo>
                  <a:pt x="3477" y="6804"/>
                  <a:pt x="3477" y="6595"/>
                  <a:pt x="3384" y="6502"/>
                </a:cubicBezTo>
                <a:lnTo>
                  <a:pt x="3291" y="6410"/>
                </a:lnTo>
                <a:lnTo>
                  <a:pt x="2898" y="5529"/>
                </a:lnTo>
                <a:cubicBezTo>
                  <a:pt x="2832" y="5463"/>
                  <a:pt x="2766" y="5398"/>
                  <a:pt x="2701" y="5398"/>
                </a:cubicBezTo>
                <a:cubicBezTo>
                  <a:pt x="2674" y="5398"/>
                  <a:pt x="2647" y="5409"/>
                  <a:pt x="2619" y="5436"/>
                </a:cubicBezTo>
                <a:cubicBezTo>
                  <a:pt x="2527" y="5436"/>
                  <a:pt x="2434" y="5645"/>
                  <a:pt x="2527" y="5737"/>
                </a:cubicBezTo>
                <a:lnTo>
                  <a:pt x="3013" y="6595"/>
                </a:lnTo>
                <a:cubicBezTo>
                  <a:pt x="3013" y="6595"/>
                  <a:pt x="3013" y="6688"/>
                  <a:pt x="2898" y="6688"/>
                </a:cubicBezTo>
                <a:lnTo>
                  <a:pt x="1739" y="8542"/>
                </a:lnTo>
                <a:lnTo>
                  <a:pt x="1646" y="8542"/>
                </a:lnTo>
                <a:lnTo>
                  <a:pt x="2225" y="6595"/>
                </a:lnTo>
                <a:lnTo>
                  <a:pt x="2225" y="6224"/>
                </a:lnTo>
                <a:lnTo>
                  <a:pt x="1855" y="4764"/>
                </a:lnTo>
                <a:close/>
                <a:moveTo>
                  <a:pt x="8807" y="4764"/>
                </a:moveTo>
                <a:lnTo>
                  <a:pt x="8506" y="6224"/>
                </a:lnTo>
                <a:cubicBezTo>
                  <a:pt x="8413" y="6410"/>
                  <a:pt x="8413" y="6502"/>
                  <a:pt x="8413" y="6595"/>
                </a:cubicBezTo>
                <a:lnTo>
                  <a:pt x="8993" y="8542"/>
                </a:lnTo>
                <a:lnTo>
                  <a:pt x="8900" y="8542"/>
                </a:lnTo>
                <a:lnTo>
                  <a:pt x="7741" y="6688"/>
                </a:lnTo>
                <a:lnTo>
                  <a:pt x="7741" y="6595"/>
                </a:lnTo>
                <a:lnTo>
                  <a:pt x="8112" y="5737"/>
                </a:lnTo>
                <a:cubicBezTo>
                  <a:pt x="8228" y="5645"/>
                  <a:pt x="8112" y="5436"/>
                  <a:pt x="8019" y="5436"/>
                </a:cubicBezTo>
                <a:cubicBezTo>
                  <a:pt x="7992" y="5409"/>
                  <a:pt x="7965" y="5398"/>
                  <a:pt x="7940" y="5398"/>
                </a:cubicBezTo>
                <a:cubicBezTo>
                  <a:pt x="7880" y="5398"/>
                  <a:pt x="7834" y="5463"/>
                  <a:pt x="7834" y="5529"/>
                </a:cubicBezTo>
                <a:lnTo>
                  <a:pt x="7347" y="6410"/>
                </a:lnTo>
                <a:lnTo>
                  <a:pt x="7347" y="6502"/>
                </a:lnTo>
                <a:lnTo>
                  <a:pt x="7254" y="6502"/>
                </a:lnTo>
                <a:cubicBezTo>
                  <a:pt x="7254" y="6595"/>
                  <a:pt x="7162" y="6804"/>
                  <a:pt x="7254" y="6896"/>
                </a:cubicBezTo>
                <a:lnTo>
                  <a:pt x="7648" y="8542"/>
                </a:lnTo>
                <a:lnTo>
                  <a:pt x="7440" y="8542"/>
                </a:lnTo>
                <a:lnTo>
                  <a:pt x="6675" y="6502"/>
                </a:lnTo>
                <a:cubicBezTo>
                  <a:pt x="6582" y="6410"/>
                  <a:pt x="6582" y="6317"/>
                  <a:pt x="6675" y="6224"/>
                </a:cubicBezTo>
                <a:lnTo>
                  <a:pt x="7741" y="4764"/>
                </a:lnTo>
                <a:close/>
                <a:moveTo>
                  <a:pt x="5124" y="0"/>
                </a:moveTo>
                <a:cubicBezTo>
                  <a:pt x="5030" y="0"/>
                  <a:pt x="4912" y="86"/>
                  <a:pt x="4844" y="222"/>
                </a:cubicBezTo>
                <a:lnTo>
                  <a:pt x="4450" y="708"/>
                </a:lnTo>
                <a:lnTo>
                  <a:pt x="2898" y="1473"/>
                </a:lnTo>
                <a:lnTo>
                  <a:pt x="2898" y="1288"/>
                </a:lnTo>
                <a:lnTo>
                  <a:pt x="2805" y="894"/>
                </a:lnTo>
                <a:cubicBezTo>
                  <a:pt x="2663" y="611"/>
                  <a:pt x="2454" y="490"/>
                  <a:pt x="2239" y="490"/>
                </a:cubicBezTo>
                <a:cubicBezTo>
                  <a:pt x="2173" y="490"/>
                  <a:pt x="2106" y="501"/>
                  <a:pt x="2040" y="523"/>
                </a:cubicBezTo>
                <a:lnTo>
                  <a:pt x="1855" y="523"/>
                </a:lnTo>
                <a:cubicBezTo>
                  <a:pt x="1646" y="616"/>
                  <a:pt x="1553" y="708"/>
                  <a:pt x="1461" y="894"/>
                </a:cubicBezTo>
                <a:cubicBezTo>
                  <a:pt x="1368" y="1010"/>
                  <a:pt x="1368" y="1195"/>
                  <a:pt x="1461" y="1288"/>
                </a:cubicBezTo>
                <a:lnTo>
                  <a:pt x="1553" y="1775"/>
                </a:lnTo>
                <a:cubicBezTo>
                  <a:pt x="1646" y="1867"/>
                  <a:pt x="1646" y="1960"/>
                  <a:pt x="1739" y="2053"/>
                </a:cubicBezTo>
                <a:lnTo>
                  <a:pt x="580" y="2632"/>
                </a:lnTo>
                <a:cubicBezTo>
                  <a:pt x="209" y="2841"/>
                  <a:pt x="1" y="3211"/>
                  <a:pt x="1" y="3698"/>
                </a:cubicBezTo>
                <a:lnTo>
                  <a:pt x="1" y="4950"/>
                </a:lnTo>
                <a:cubicBezTo>
                  <a:pt x="1" y="5065"/>
                  <a:pt x="116" y="5158"/>
                  <a:pt x="209" y="5158"/>
                </a:cubicBezTo>
                <a:cubicBezTo>
                  <a:pt x="395" y="5158"/>
                  <a:pt x="580" y="5065"/>
                  <a:pt x="789" y="4857"/>
                </a:cubicBezTo>
                <a:cubicBezTo>
                  <a:pt x="974" y="4671"/>
                  <a:pt x="1067" y="4486"/>
                  <a:pt x="1067" y="4277"/>
                </a:cubicBezTo>
                <a:lnTo>
                  <a:pt x="1067" y="3791"/>
                </a:lnTo>
                <a:cubicBezTo>
                  <a:pt x="1067" y="3698"/>
                  <a:pt x="1067" y="3698"/>
                  <a:pt x="1159" y="3698"/>
                </a:cubicBezTo>
                <a:lnTo>
                  <a:pt x="1368" y="3513"/>
                </a:lnTo>
                <a:lnTo>
                  <a:pt x="1368" y="4579"/>
                </a:lnTo>
                <a:lnTo>
                  <a:pt x="1855" y="6410"/>
                </a:lnTo>
                <a:lnTo>
                  <a:pt x="1855" y="6502"/>
                </a:lnTo>
                <a:lnTo>
                  <a:pt x="1275" y="8542"/>
                </a:lnTo>
                <a:cubicBezTo>
                  <a:pt x="1159" y="8634"/>
                  <a:pt x="1275" y="8727"/>
                  <a:pt x="1275" y="8820"/>
                </a:cubicBezTo>
                <a:cubicBezTo>
                  <a:pt x="1368" y="8820"/>
                  <a:pt x="1368" y="8912"/>
                  <a:pt x="1461" y="8912"/>
                </a:cubicBezTo>
                <a:lnTo>
                  <a:pt x="1855" y="8912"/>
                </a:lnTo>
                <a:cubicBezTo>
                  <a:pt x="1947" y="8912"/>
                  <a:pt x="2040" y="8820"/>
                  <a:pt x="2133" y="8727"/>
                </a:cubicBezTo>
                <a:lnTo>
                  <a:pt x="2898" y="7568"/>
                </a:lnTo>
                <a:lnTo>
                  <a:pt x="2619" y="8542"/>
                </a:lnTo>
                <a:cubicBezTo>
                  <a:pt x="2619" y="8634"/>
                  <a:pt x="2619" y="8727"/>
                  <a:pt x="2712" y="8820"/>
                </a:cubicBezTo>
                <a:cubicBezTo>
                  <a:pt x="2712" y="8820"/>
                  <a:pt x="2805" y="8912"/>
                  <a:pt x="2898" y="8912"/>
                </a:cubicBezTo>
                <a:lnTo>
                  <a:pt x="3291" y="8912"/>
                </a:lnTo>
                <a:cubicBezTo>
                  <a:pt x="3384" y="8912"/>
                  <a:pt x="3477" y="8820"/>
                  <a:pt x="3477" y="8727"/>
                </a:cubicBezTo>
                <a:lnTo>
                  <a:pt x="4358" y="6688"/>
                </a:lnTo>
                <a:cubicBezTo>
                  <a:pt x="4543" y="6410"/>
                  <a:pt x="4450" y="6108"/>
                  <a:pt x="4265" y="5923"/>
                </a:cubicBezTo>
                <a:lnTo>
                  <a:pt x="3199" y="4486"/>
                </a:lnTo>
                <a:lnTo>
                  <a:pt x="3199" y="4092"/>
                </a:lnTo>
                <a:cubicBezTo>
                  <a:pt x="3199" y="3999"/>
                  <a:pt x="3199" y="3907"/>
                  <a:pt x="3013" y="3907"/>
                </a:cubicBezTo>
                <a:cubicBezTo>
                  <a:pt x="2898" y="3907"/>
                  <a:pt x="2805" y="3999"/>
                  <a:pt x="2805" y="4092"/>
                </a:cubicBezTo>
                <a:lnTo>
                  <a:pt x="2805" y="4370"/>
                </a:lnTo>
                <a:lnTo>
                  <a:pt x="1855" y="4370"/>
                </a:lnTo>
                <a:lnTo>
                  <a:pt x="1855" y="3211"/>
                </a:lnTo>
                <a:lnTo>
                  <a:pt x="1855" y="2632"/>
                </a:lnTo>
                <a:cubicBezTo>
                  <a:pt x="1855" y="2539"/>
                  <a:pt x="1855" y="2447"/>
                  <a:pt x="1947" y="2447"/>
                </a:cubicBezTo>
                <a:lnTo>
                  <a:pt x="2225" y="2261"/>
                </a:lnTo>
                <a:lnTo>
                  <a:pt x="4636" y="1102"/>
                </a:lnTo>
                <a:cubicBezTo>
                  <a:pt x="4752" y="1102"/>
                  <a:pt x="4752" y="1010"/>
                  <a:pt x="4752" y="1010"/>
                </a:cubicBezTo>
                <a:lnTo>
                  <a:pt x="5122" y="430"/>
                </a:lnTo>
                <a:lnTo>
                  <a:pt x="5122" y="894"/>
                </a:lnTo>
                <a:cubicBezTo>
                  <a:pt x="5122" y="1102"/>
                  <a:pt x="5030" y="1288"/>
                  <a:pt x="4844" y="1381"/>
                </a:cubicBezTo>
                <a:lnTo>
                  <a:pt x="3013" y="2354"/>
                </a:lnTo>
                <a:cubicBezTo>
                  <a:pt x="2898" y="2354"/>
                  <a:pt x="2898" y="2447"/>
                  <a:pt x="2898" y="2539"/>
                </a:cubicBezTo>
                <a:lnTo>
                  <a:pt x="2805" y="3211"/>
                </a:lnTo>
                <a:cubicBezTo>
                  <a:pt x="2805" y="3327"/>
                  <a:pt x="2898" y="3420"/>
                  <a:pt x="3106" y="3420"/>
                </a:cubicBezTo>
                <a:cubicBezTo>
                  <a:pt x="3199" y="3420"/>
                  <a:pt x="3291" y="3327"/>
                  <a:pt x="3291" y="3211"/>
                </a:cubicBezTo>
                <a:lnTo>
                  <a:pt x="3291" y="2632"/>
                </a:lnTo>
                <a:lnTo>
                  <a:pt x="5030" y="1775"/>
                </a:lnTo>
                <a:cubicBezTo>
                  <a:pt x="5122" y="1682"/>
                  <a:pt x="5215" y="1589"/>
                  <a:pt x="5331" y="1473"/>
                </a:cubicBezTo>
                <a:cubicBezTo>
                  <a:pt x="5424" y="1589"/>
                  <a:pt x="5516" y="1682"/>
                  <a:pt x="5702" y="1775"/>
                </a:cubicBezTo>
                <a:lnTo>
                  <a:pt x="7347" y="2632"/>
                </a:lnTo>
                <a:lnTo>
                  <a:pt x="7440" y="4486"/>
                </a:lnTo>
                <a:lnTo>
                  <a:pt x="6374" y="5923"/>
                </a:lnTo>
                <a:cubicBezTo>
                  <a:pt x="6188" y="6108"/>
                  <a:pt x="6188" y="6410"/>
                  <a:pt x="6281" y="6688"/>
                </a:cubicBezTo>
                <a:lnTo>
                  <a:pt x="7162" y="8727"/>
                </a:lnTo>
                <a:cubicBezTo>
                  <a:pt x="7162" y="8820"/>
                  <a:pt x="7254" y="8912"/>
                  <a:pt x="7347" y="8912"/>
                </a:cubicBezTo>
                <a:lnTo>
                  <a:pt x="7741" y="8912"/>
                </a:lnTo>
                <a:cubicBezTo>
                  <a:pt x="7834" y="8912"/>
                  <a:pt x="7927" y="8820"/>
                  <a:pt x="8019" y="8820"/>
                </a:cubicBezTo>
                <a:lnTo>
                  <a:pt x="8019" y="8542"/>
                </a:lnTo>
                <a:lnTo>
                  <a:pt x="7834" y="7568"/>
                </a:lnTo>
                <a:lnTo>
                  <a:pt x="8599" y="8727"/>
                </a:lnTo>
                <a:cubicBezTo>
                  <a:pt x="8599" y="8820"/>
                  <a:pt x="8691" y="8912"/>
                  <a:pt x="8807" y="8912"/>
                </a:cubicBezTo>
                <a:lnTo>
                  <a:pt x="9178" y="8912"/>
                </a:lnTo>
                <a:cubicBezTo>
                  <a:pt x="9271" y="8912"/>
                  <a:pt x="9387" y="8820"/>
                  <a:pt x="9387" y="8820"/>
                </a:cubicBezTo>
                <a:cubicBezTo>
                  <a:pt x="9479" y="8727"/>
                  <a:pt x="9479" y="8634"/>
                  <a:pt x="9479" y="8542"/>
                </a:cubicBezTo>
                <a:lnTo>
                  <a:pt x="8807" y="6502"/>
                </a:lnTo>
                <a:cubicBezTo>
                  <a:pt x="8807" y="6410"/>
                  <a:pt x="8807" y="6410"/>
                  <a:pt x="8900" y="6410"/>
                </a:cubicBezTo>
                <a:lnTo>
                  <a:pt x="9271" y="4579"/>
                </a:lnTo>
                <a:lnTo>
                  <a:pt x="9271" y="3513"/>
                </a:lnTo>
                <a:lnTo>
                  <a:pt x="9572" y="3698"/>
                </a:lnTo>
                <a:lnTo>
                  <a:pt x="9572" y="3791"/>
                </a:lnTo>
                <a:lnTo>
                  <a:pt x="9572" y="4277"/>
                </a:lnTo>
                <a:cubicBezTo>
                  <a:pt x="9572" y="4486"/>
                  <a:pt x="9665" y="4671"/>
                  <a:pt x="9850" y="4857"/>
                </a:cubicBezTo>
                <a:cubicBezTo>
                  <a:pt x="10059" y="5065"/>
                  <a:pt x="10244" y="5158"/>
                  <a:pt x="10545" y="5158"/>
                </a:cubicBezTo>
                <a:cubicBezTo>
                  <a:pt x="10638" y="5158"/>
                  <a:pt x="10731" y="5065"/>
                  <a:pt x="10731" y="4950"/>
                </a:cubicBezTo>
                <a:lnTo>
                  <a:pt x="10731" y="3698"/>
                </a:lnTo>
                <a:cubicBezTo>
                  <a:pt x="10731" y="3211"/>
                  <a:pt x="10429" y="2841"/>
                  <a:pt x="10059" y="2632"/>
                </a:cubicBezTo>
                <a:lnTo>
                  <a:pt x="8993" y="2053"/>
                </a:lnTo>
                <a:lnTo>
                  <a:pt x="8900" y="2053"/>
                </a:lnTo>
                <a:cubicBezTo>
                  <a:pt x="8993" y="1960"/>
                  <a:pt x="9085" y="1867"/>
                  <a:pt x="9085" y="1775"/>
                </a:cubicBezTo>
                <a:lnTo>
                  <a:pt x="9271" y="1288"/>
                </a:lnTo>
                <a:cubicBezTo>
                  <a:pt x="9271" y="1195"/>
                  <a:pt x="9271" y="1010"/>
                  <a:pt x="9178" y="894"/>
                </a:cubicBezTo>
                <a:cubicBezTo>
                  <a:pt x="9178" y="708"/>
                  <a:pt x="8993" y="616"/>
                  <a:pt x="8900" y="523"/>
                </a:cubicBezTo>
                <a:lnTo>
                  <a:pt x="8691" y="523"/>
                </a:lnTo>
                <a:cubicBezTo>
                  <a:pt x="8604" y="501"/>
                  <a:pt x="8520" y="490"/>
                  <a:pt x="8442" y="490"/>
                </a:cubicBezTo>
                <a:cubicBezTo>
                  <a:pt x="8190" y="490"/>
                  <a:pt x="7997" y="611"/>
                  <a:pt x="7927" y="894"/>
                </a:cubicBezTo>
                <a:lnTo>
                  <a:pt x="7741" y="1288"/>
                </a:lnTo>
                <a:lnTo>
                  <a:pt x="7741" y="1473"/>
                </a:lnTo>
                <a:lnTo>
                  <a:pt x="6188" y="708"/>
                </a:lnTo>
                <a:lnTo>
                  <a:pt x="5910" y="222"/>
                </a:lnTo>
                <a:cubicBezTo>
                  <a:pt x="5825" y="86"/>
                  <a:pt x="5703" y="0"/>
                  <a:pt x="5571" y="0"/>
                </a:cubicBezTo>
                <a:cubicBezTo>
                  <a:pt x="5523" y="0"/>
                  <a:pt x="5473" y="12"/>
                  <a:pt x="5424" y="36"/>
                </a:cubicBezTo>
                <a:lnTo>
                  <a:pt x="5215" y="36"/>
                </a:lnTo>
                <a:cubicBezTo>
                  <a:pt x="5190" y="12"/>
                  <a:pt x="5159" y="0"/>
                  <a:pt x="5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1764" name="Google Shape;1764;p53">
            <a:extLst>
              <a:ext uri="{FF2B5EF4-FFF2-40B4-BE49-F238E27FC236}">
                <a16:creationId xmlns:a16="http://schemas.microsoft.com/office/drawing/2014/main" id="{1C15195C-263B-FA62-CB4D-9CCE2E4B6C09}"/>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83522250-4BF2-8C43-D622-23EA1BE2D14E}"/>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CFBB377E-2B1D-529C-24BA-79C7C89333FF}"/>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5BB08B5D-804C-601E-C25C-91ECFA2381F7}"/>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5098474B-622B-DFA7-C35F-017EF0DC9A89}"/>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CE4B264F-C3D4-3506-3025-CA8E307AFC96}"/>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5EE0407D-5242-521E-9046-5F5673330049}"/>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E931A355-F3DA-7FCB-FC61-3A1AF7D4300A}"/>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2A44F8B8-10C8-BA30-5809-E878755296F6}"/>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68E6B0DC-2DE6-6328-4C20-6957E4B295F8}"/>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1AE25827-4619-A669-3AF4-ABD784B3A79F}"/>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8C4869F3-F12A-C4D2-8874-33980B71AC35}"/>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53A879D3-5D94-9AD8-4CCB-B4332E25713D}"/>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AB18EA02-E72C-1D5B-1BAB-0A0A1F2CBFE9}"/>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ADEF8C70-C79A-8142-7B86-121E4DD73FCD}"/>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F425452E-F3F7-DA76-520C-6B081B7D2F1E}"/>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18F1B0B6-5D11-D122-9A71-68D555818648}"/>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5" name="图片 4">
            <a:extLst>
              <a:ext uri="{FF2B5EF4-FFF2-40B4-BE49-F238E27FC236}">
                <a16:creationId xmlns:a16="http://schemas.microsoft.com/office/drawing/2014/main" id="{D4CD2D2C-4150-B25F-4CF1-6DA3B2069E21}"/>
              </a:ext>
            </a:extLst>
          </p:cNvPr>
          <p:cNvPicPr>
            <a:picLocks noChangeAspect="1"/>
          </p:cNvPicPr>
          <p:nvPr/>
        </p:nvPicPr>
        <p:blipFill>
          <a:blip r:embed="rId4"/>
          <a:stretch>
            <a:fillRect/>
          </a:stretch>
        </p:blipFill>
        <p:spPr>
          <a:xfrm>
            <a:off x="1715508" y="3035181"/>
            <a:ext cx="3054880" cy="1641774"/>
          </a:xfrm>
          <a:prstGeom prst="rect">
            <a:avLst/>
          </a:prstGeom>
        </p:spPr>
      </p:pic>
      <p:pic>
        <p:nvPicPr>
          <p:cNvPr id="8" name="图片 7">
            <a:extLst>
              <a:ext uri="{FF2B5EF4-FFF2-40B4-BE49-F238E27FC236}">
                <a16:creationId xmlns:a16="http://schemas.microsoft.com/office/drawing/2014/main" id="{C92BAB45-B418-F0DB-8736-584E5FF8C6AC}"/>
              </a:ext>
            </a:extLst>
          </p:cNvPr>
          <p:cNvPicPr>
            <a:picLocks noChangeAspect="1"/>
          </p:cNvPicPr>
          <p:nvPr/>
        </p:nvPicPr>
        <p:blipFill>
          <a:blip r:embed="rId5"/>
          <a:stretch>
            <a:fillRect/>
          </a:stretch>
        </p:blipFill>
        <p:spPr>
          <a:xfrm>
            <a:off x="5039696" y="1100598"/>
            <a:ext cx="3341184" cy="2000241"/>
          </a:xfrm>
          <a:prstGeom prst="rect">
            <a:avLst/>
          </a:prstGeom>
        </p:spPr>
      </p:pic>
      <p:cxnSp>
        <p:nvCxnSpPr>
          <p:cNvPr id="3" name="直线箭头连接符 2">
            <a:hlinkClick r:id="rId6" action="ppaction://hlinksldjump"/>
            <a:extLst>
              <a:ext uri="{FF2B5EF4-FFF2-40B4-BE49-F238E27FC236}">
                <a16:creationId xmlns:a16="http://schemas.microsoft.com/office/drawing/2014/main" id="{E1FE89BF-7C21-027C-62DE-2A6F1C58597B}"/>
              </a:ext>
            </a:extLst>
          </p:cNvPr>
          <p:cNvCxnSpPr/>
          <p:nvPr/>
        </p:nvCxnSpPr>
        <p:spPr>
          <a:xfrm flipH="1">
            <a:off x="1169333" y="403860"/>
            <a:ext cx="10023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49089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F8A53E98-BE19-0654-A98D-5779012852EC}"/>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548AFCEF-A32B-54DB-C753-9DD74B32EC71}"/>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学生首页</a:t>
            </a:r>
          </a:p>
        </p:txBody>
      </p:sp>
      <p:sp>
        <p:nvSpPr>
          <p:cNvPr id="1726" name="Google Shape;1726;p53">
            <a:extLst>
              <a:ext uri="{FF2B5EF4-FFF2-40B4-BE49-F238E27FC236}">
                <a16:creationId xmlns:a16="http://schemas.microsoft.com/office/drawing/2014/main" id="{1ABE2B02-ABF8-A953-F197-0A24EFF20F3B}"/>
              </a:ext>
            </a:extLst>
          </p:cNvPr>
          <p:cNvSpPr txBox="1">
            <a:spLocks noGrp="1"/>
          </p:cNvSpPr>
          <p:nvPr>
            <p:ph type="subTitle" idx="3"/>
          </p:nvPr>
        </p:nvSpPr>
        <p:spPr>
          <a:xfrm>
            <a:off x="1715770" y="1679575"/>
            <a:ext cx="6794500" cy="579755"/>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学生首页包括班级界面、班级试卷、在线问答、联系生成和联系纠错</a:t>
            </a:r>
            <a:r>
              <a:rPr lang="en-US" altLang="zh-CN" dirty="0"/>
              <a:t>5</a:t>
            </a:r>
            <a:r>
              <a:rPr lang="zh-CN" altLang="en-US" dirty="0"/>
              <a:t>大功能模块的入口，学生可以从主页快速进入各个功能页面。</a:t>
            </a:r>
          </a:p>
        </p:txBody>
      </p:sp>
      <p:sp>
        <p:nvSpPr>
          <p:cNvPr id="1728" name="Google Shape;1728;p53">
            <a:extLst>
              <a:ext uri="{FF2B5EF4-FFF2-40B4-BE49-F238E27FC236}">
                <a16:creationId xmlns:a16="http://schemas.microsoft.com/office/drawing/2014/main" id="{9C54474A-DB5C-8328-1A2F-C5D7B67C58B9}"/>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73949C4D-3A11-03BD-E94C-65E4F42F160F}"/>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949EA28C-12F2-282C-8E4C-F16586ECD5D0}"/>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926A6C59-2E7E-83E3-50F9-42865944B832}"/>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C7295CA8-41C2-1551-8929-CF31D04A8C55}"/>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83C84C8A-929A-9864-0E89-D7C683B41746}"/>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765FB468-20E1-CD90-EFB0-C4D1BF98BB26}"/>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0383FCC7-C240-2A0C-1393-80E7771522AA}"/>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5B2E4D4D-CAD1-F5AA-D3B8-78D827E8E8B5}"/>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79BBCA68-ACCE-FDAB-FAC8-750D95782ACC}"/>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C3BEC770-D825-1671-B4DC-9768B09AFB4A}"/>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6DEFAF58-1483-A6CC-A17B-22D14CC86510}"/>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78614DF6-7F43-DA04-636D-89823860A776}"/>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A23EDEF1-6CD8-4EF1-9717-39DA3FD56B7D}"/>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73DEC12C-25CF-B9E2-19DA-4B8A6B826D0C}"/>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3FC8BE29-1288-70A8-108C-5108E0631B5C}"/>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DB104133-81E4-3298-1952-9DADF0D53E39}"/>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9B20438E-27BF-BDFE-3733-4221F00AF9B1}"/>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BCDE6ABF-3387-7C34-0435-F345C9E1314D}"/>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586C2B6C-3991-275B-3F1D-B17FEF0CBFA6}"/>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FE12655F-45E8-0FDB-42DA-14BFB42398D9}"/>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0657D521-FB38-2032-800D-7ADA94D12EF8}"/>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314E1984-ED32-54F7-E01B-4002456A2F5D}"/>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E9705E99-A136-C888-10BD-BB91928767B8}"/>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F4FA4F0E-CF77-329E-E5FA-42340C4DA93E}"/>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0C269A3F-5CC4-5742-D658-985E6CA1A1E0}"/>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FB359E8A-C5E9-6C8C-9572-FCFDBACDCC5A}"/>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7" name="图片 6">
            <a:extLst>
              <a:ext uri="{FF2B5EF4-FFF2-40B4-BE49-F238E27FC236}">
                <a16:creationId xmlns:a16="http://schemas.microsoft.com/office/drawing/2014/main" id="{5FAF4343-E5DC-1557-A529-FA7FC2B91850}"/>
              </a:ext>
            </a:extLst>
          </p:cNvPr>
          <p:cNvPicPr>
            <a:picLocks noChangeAspect="1"/>
          </p:cNvPicPr>
          <p:nvPr/>
        </p:nvPicPr>
        <p:blipFill>
          <a:blip r:embed="rId4"/>
          <a:stretch>
            <a:fillRect/>
          </a:stretch>
        </p:blipFill>
        <p:spPr>
          <a:xfrm>
            <a:off x="2175510" y="2251710"/>
            <a:ext cx="4792980" cy="2614930"/>
          </a:xfrm>
          <a:prstGeom prst="rect">
            <a:avLst/>
          </a:prstGeom>
        </p:spPr>
      </p:pic>
    </p:spTree>
    <p:extLst>
      <p:ext uri="{BB962C8B-B14F-4D97-AF65-F5344CB8AC3E}">
        <p14:creationId xmlns:p14="http://schemas.microsoft.com/office/powerpoint/2010/main" val="356434472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8FF74EF1-9B9A-8C2F-3391-3C7CCBCD1CB4}"/>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16BDB57C-8C01-2A2A-9736-6964ABA46E74}"/>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班级页面</a:t>
            </a:r>
          </a:p>
        </p:txBody>
      </p:sp>
      <p:sp>
        <p:nvSpPr>
          <p:cNvPr id="1726" name="Google Shape;1726;p53">
            <a:extLst>
              <a:ext uri="{FF2B5EF4-FFF2-40B4-BE49-F238E27FC236}">
                <a16:creationId xmlns:a16="http://schemas.microsoft.com/office/drawing/2014/main" id="{0A5A4E1B-61FF-87AD-3439-7FDB8EAA384B}"/>
              </a:ext>
            </a:extLst>
          </p:cNvPr>
          <p:cNvSpPr txBox="1">
            <a:spLocks noGrp="1"/>
          </p:cNvSpPr>
          <p:nvPr>
            <p:ph type="subTitle" idx="3"/>
          </p:nvPr>
        </p:nvSpPr>
        <p:spPr>
          <a:xfrm>
            <a:off x="1715770" y="1679575"/>
            <a:ext cx="6794500" cy="579755"/>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在班级界面，学生可以通过输入老师分享的班级码加入班级，也可以通过下方信息栏查询自己现在的班级信息，并执行查看试卷、退出班级操作。</a:t>
            </a:r>
          </a:p>
        </p:txBody>
      </p:sp>
      <p:sp>
        <p:nvSpPr>
          <p:cNvPr id="1728" name="Google Shape;1728;p53">
            <a:extLst>
              <a:ext uri="{FF2B5EF4-FFF2-40B4-BE49-F238E27FC236}">
                <a16:creationId xmlns:a16="http://schemas.microsoft.com/office/drawing/2014/main" id="{61FD5E95-4A9F-0BB7-C931-2729131DADCB}"/>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8D462853-D251-DDFE-9496-4BE5D928DE2C}"/>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457CAD9C-D2F7-1836-5B79-54582F90B535}"/>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911A3E61-2718-B261-D3C7-9CE615F2D161}"/>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079E42FE-5A1F-E9B0-E688-85C3A7B3D05E}"/>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026401C8-B49A-4945-685C-2A10AC7F96EB}"/>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7D5FD947-4618-B952-8F2C-932028385759}"/>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A0F30798-C231-1A1F-9599-E9FD58E889FF}"/>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E88B4E40-C7EC-FB7B-EB20-2296CD81C82B}"/>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A0D9F1A3-628B-209F-61DD-C9AAE9FDCDEA}"/>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BC699DD2-7B28-2EB9-D67E-5CFA7CDB09BF}"/>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80671AAD-6EF7-1740-7D73-4BB4F35182F0}"/>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746F6BF1-0881-4810-79A4-FF2401B061AD}"/>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AE2F1D41-C43E-2DB3-7B54-193B037DC195}"/>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317A1242-F448-6D7A-7237-182E2D6013C3}"/>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13CCB63D-7DFF-DF9A-808A-B4F5C0FCD8C3}"/>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931CC374-80F2-D3A2-CBCF-85AB4176844C}"/>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463428F2-78EF-10A7-8D15-782E581A0CC7}"/>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D9502230-02E9-C72A-3973-FBB4161AF351}"/>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4E38055C-1976-952F-1011-67B19AD3B558}"/>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7E192A43-BD8D-0D61-60A9-43C11458EED1}"/>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20C5910F-6665-8D8B-9F85-3607E5B09F38}"/>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18B6DD08-235A-FF80-7B2E-7DAF2D2B9067}"/>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C1CE4FA3-9947-71A1-339D-3D627B5AA7FE}"/>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A8755FC9-FF39-18D2-4D40-04A7E9BD4020}"/>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ED9DFA20-BB46-9F30-1FBB-01F141E125B5}"/>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AA1E1C4B-B050-F3A3-0875-B6A7F1D9ADD6}"/>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4" name="图片 3">
            <a:extLst>
              <a:ext uri="{FF2B5EF4-FFF2-40B4-BE49-F238E27FC236}">
                <a16:creationId xmlns:a16="http://schemas.microsoft.com/office/drawing/2014/main" id="{40DE955D-0132-BF37-E756-EA0A3EEFDDA3}"/>
              </a:ext>
            </a:extLst>
          </p:cNvPr>
          <p:cNvPicPr>
            <a:picLocks noChangeAspect="1"/>
          </p:cNvPicPr>
          <p:nvPr/>
        </p:nvPicPr>
        <p:blipFill>
          <a:blip r:embed="rId4"/>
          <a:stretch>
            <a:fillRect/>
          </a:stretch>
        </p:blipFill>
        <p:spPr>
          <a:xfrm>
            <a:off x="2228215" y="2272665"/>
            <a:ext cx="4688205" cy="2571750"/>
          </a:xfrm>
          <a:prstGeom prst="rect">
            <a:avLst/>
          </a:prstGeom>
        </p:spPr>
      </p:pic>
    </p:spTree>
    <p:extLst>
      <p:ext uri="{BB962C8B-B14F-4D97-AF65-F5344CB8AC3E}">
        <p14:creationId xmlns:p14="http://schemas.microsoft.com/office/powerpoint/2010/main" val="36059946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6CC3F810-8557-E019-BABC-60063EF4747E}"/>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5D84A0B3-57AD-E19B-0C63-930BBFF7C6B0}"/>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在线问答</a:t>
            </a:r>
          </a:p>
        </p:txBody>
      </p:sp>
      <p:sp>
        <p:nvSpPr>
          <p:cNvPr id="1726" name="Google Shape;1726;p53">
            <a:extLst>
              <a:ext uri="{FF2B5EF4-FFF2-40B4-BE49-F238E27FC236}">
                <a16:creationId xmlns:a16="http://schemas.microsoft.com/office/drawing/2014/main" id="{1B91FD4D-232E-4E2F-B192-2789F5174316}"/>
              </a:ext>
            </a:extLst>
          </p:cNvPr>
          <p:cNvSpPr txBox="1">
            <a:spLocks noGrp="1"/>
          </p:cNvSpPr>
          <p:nvPr>
            <p:ph type="subTitle" idx="3"/>
          </p:nvPr>
        </p:nvSpPr>
        <p:spPr>
          <a:xfrm>
            <a:off x="1715770" y="1679575"/>
            <a:ext cx="6794500" cy="579755"/>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学生可以在在线问答界面输入自己在学习中遇到的问题，点击按钮提交问题，系统会生成智能回答，适合用于课后复习、概念辨析和练习前查漏补缺。</a:t>
            </a:r>
          </a:p>
        </p:txBody>
      </p:sp>
      <p:sp>
        <p:nvSpPr>
          <p:cNvPr id="1728" name="Google Shape;1728;p53">
            <a:extLst>
              <a:ext uri="{FF2B5EF4-FFF2-40B4-BE49-F238E27FC236}">
                <a16:creationId xmlns:a16="http://schemas.microsoft.com/office/drawing/2014/main" id="{1BD7790C-E4FD-BC0A-FF0B-8285D8E486DF}"/>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849EE42D-BE74-E7F9-123D-01E5FD0D2F12}"/>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DD639C77-DF22-C2A3-C4CC-CDE4F2DF49A0}"/>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6638DE6F-4174-48D5-05F3-8569590C6E4F}"/>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76EB9918-2DF5-FA97-5FF3-6294EA5735EC}"/>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8B2A15D0-FF1C-FCD0-E75B-F9E350DE6766}"/>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1CBF1CE7-5319-5693-9884-CFDAFE5D4BF8}"/>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17DA86A8-D1C8-371E-82E9-C81CCF0C114B}"/>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E2BFD39C-1EAE-1977-D2A2-D3B8EA4D121D}"/>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B82E4198-6215-BE71-CFA3-2FDF03A9306E}"/>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F03FA6D4-49FF-3253-5CBB-DA3FCD107789}"/>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0D92C4F1-1A44-92CF-AE66-1A7D1C65F0E8}"/>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93CB7E67-751B-CC61-BE33-A63FAADF45E5}"/>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B3D44334-7B59-B41F-6E85-0A23113DBE7D}"/>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594F31E2-44E2-B963-0624-EE5175EB6E48}"/>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0B2AE51C-A666-D770-FF24-812B21A9CA6F}"/>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9DFFFB32-05EF-2CAC-A72F-750D7EC20C92}"/>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38BE15DD-A64D-1502-BA66-FE3D9BD67475}"/>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F8377D6B-89E1-6288-017D-C01EED7CF966}"/>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A46CBE2F-5FA2-CF2F-A563-4275FF86D2CF}"/>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3D4F7A57-0AE8-8652-1A3B-5B7E93DC27F8}"/>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B753A718-BD09-AFA9-B012-A0B48736D2C2}"/>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DCE3BB58-CC55-60EC-70D7-C217C2D8E012}"/>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3163D160-8FB5-400B-AB02-885FEE1D9440}"/>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0827C3BF-467D-5E49-C411-3C92EB364ED0}"/>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6144C1C7-946A-BFD6-CFE5-BAE8962830B4}"/>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9C7DB006-6309-888C-53DA-E749046D039B}"/>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912A7C5A-ECC4-0756-C733-80D26A76D7C1}"/>
              </a:ext>
            </a:extLst>
          </p:cNvPr>
          <p:cNvPicPr>
            <a:picLocks noChangeAspect="1"/>
          </p:cNvPicPr>
          <p:nvPr/>
        </p:nvPicPr>
        <p:blipFill>
          <a:blip r:embed="rId4"/>
          <a:stretch>
            <a:fillRect/>
          </a:stretch>
        </p:blipFill>
        <p:spPr>
          <a:xfrm>
            <a:off x="2400300" y="2451100"/>
            <a:ext cx="4343400" cy="2388870"/>
          </a:xfrm>
          <a:prstGeom prst="rect">
            <a:avLst/>
          </a:prstGeom>
        </p:spPr>
      </p:pic>
    </p:spTree>
    <p:extLst>
      <p:ext uri="{BB962C8B-B14F-4D97-AF65-F5344CB8AC3E}">
        <p14:creationId xmlns:p14="http://schemas.microsoft.com/office/powerpoint/2010/main" val="391180127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BA614176-7842-02C0-90E2-F2A0768CC8DF}"/>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34288745-710B-8030-80D2-4DE2DC07E51D}"/>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班级试卷</a:t>
            </a:r>
          </a:p>
        </p:txBody>
      </p:sp>
      <p:sp>
        <p:nvSpPr>
          <p:cNvPr id="1726" name="Google Shape;1726;p53">
            <a:extLst>
              <a:ext uri="{FF2B5EF4-FFF2-40B4-BE49-F238E27FC236}">
                <a16:creationId xmlns:a16="http://schemas.microsoft.com/office/drawing/2014/main" id="{79FF426F-5E32-3701-4E4F-392A093FFF1E}"/>
              </a:ext>
            </a:extLst>
          </p:cNvPr>
          <p:cNvSpPr txBox="1">
            <a:spLocks noGrp="1"/>
          </p:cNvSpPr>
          <p:nvPr>
            <p:ph type="subTitle" idx="3"/>
          </p:nvPr>
        </p:nvSpPr>
        <p:spPr>
          <a:xfrm>
            <a:off x="1715770" y="1679575"/>
            <a:ext cx="6794500"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在班级试卷界面，学生可以查看自己所在的各个班级老师发布的试卷，并在右侧作答栏进行回答。每张试卷都可以查看对应的班级、发布试卷的教师、发布日期、分值以及截止时间（如果教师设置的话）。</a:t>
            </a:r>
          </a:p>
        </p:txBody>
      </p:sp>
      <p:sp>
        <p:nvSpPr>
          <p:cNvPr id="1728" name="Google Shape;1728;p53">
            <a:extLst>
              <a:ext uri="{FF2B5EF4-FFF2-40B4-BE49-F238E27FC236}">
                <a16:creationId xmlns:a16="http://schemas.microsoft.com/office/drawing/2014/main" id="{616C2E41-36C1-4964-471C-706BEE7DD634}"/>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4510772A-7700-D3E1-C56F-4048D531B506}"/>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D9443A6B-991F-2993-B6FF-7C1A2B8366D4}"/>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8B89100E-6B4B-FB6A-2EDF-F5BF8DB73F0A}"/>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10F597F6-9702-4CDA-10B5-367A6180CBA7}"/>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A08A457A-3C0B-65C7-A69C-5E4ED928746C}"/>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826B8D40-16EC-A4B0-61AF-4337FADB76E2}"/>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A58AD17E-D376-9AE0-59AC-1376C45D7AA7}"/>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5BBDC734-DF42-5352-B746-ACEA261E7CEE}"/>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4D9B3858-30A5-375D-29CC-A07B349F5BD9}"/>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1B8848C9-585F-6C94-41A1-2434FE2C576A}"/>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5AEC27B3-24DF-15B5-4AF9-E1282965CEA9}"/>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BAB2DC4F-2C85-5A18-81CC-D88ABB855F66}"/>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1E66C112-ABB0-F12C-9BEC-4314257B36E6}"/>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BEC39CD2-7A67-2DFC-6C41-16D8ECCD84BD}"/>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74B044E1-9410-F71A-0D6D-B12D10C8D723}"/>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AAC36D27-92D4-AB70-7896-9A513F0F52B1}"/>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05BBE93D-395C-FC62-59C0-1BA0388BE1A5}"/>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2E96EF1A-282A-6CEC-8F71-37D419A38C83}"/>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E8469E3D-AB00-677D-53C6-AF5DAD6DFB85}"/>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DC93BFD4-4AB9-F5B6-02FB-944688335662}"/>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1583D9EA-4391-3D00-452B-2561A9E301CF}"/>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75211DA7-3D97-66FF-E2B8-953185B72579}"/>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A18E1E9C-1006-09E4-359B-D784AC4742A8}"/>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271E0633-C591-CDB8-7FD5-2EC50DD38D9C}"/>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B139F71C-A6E4-FEFE-9E3D-8D433A33C527}"/>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2773CD8C-6619-9BD5-0C0C-098F03597725}"/>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4" name="图片 3">
            <a:extLst>
              <a:ext uri="{FF2B5EF4-FFF2-40B4-BE49-F238E27FC236}">
                <a16:creationId xmlns:a16="http://schemas.microsoft.com/office/drawing/2014/main" id="{47EC519F-284D-8BC6-3153-E7EE74755DB8}"/>
              </a:ext>
            </a:extLst>
          </p:cNvPr>
          <p:cNvPicPr>
            <a:picLocks noChangeAspect="1"/>
          </p:cNvPicPr>
          <p:nvPr/>
        </p:nvPicPr>
        <p:blipFill>
          <a:blip r:embed="rId4"/>
          <a:stretch>
            <a:fillRect/>
          </a:stretch>
        </p:blipFill>
        <p:spPr>
          <a:xfrm>
            <a:off x="2367915" y="2426335"/>
            <a:ext cx="4408170" cy="2424430"/>
          </a:xfrm>
          <a:prstGeom prst="rect">
            <a:avLst/>
          </a:prstGeom>
        </p:spPr>
      </p:pic>
    </p:spTree>
    <p:extLst>
      <p:ext uri="{BB962C8B-B14F-4D97-AF65-F5344CB8AC3E}">
        <p14:creationId xmlns:p14="http://schemas.microsoft.com/office/powerpoint/2010/main" val="32552021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A31EFA01-D301-37CB-D1AB-81165A601731}"/>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AAEAEC29-4634-3483-42CB-5C4E58D50A35}"/>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练习生成</a:t>
            </a:r>
          </a:p>
        </p:txBody>
      </p:sp>
      <p:sp>
        <p:nvSpPr>
          <p:cNvPr id="1726" name="Google Shape;1726;p53">
            <a:extLst>
              <a:ext uri="{FF2B5EF4-FFF2-40B4-BE49-F238E27FC236}">
                <a16:creationId xmlns:a16="http://schemas.microsoft.com/office/drawing/2014/main" id="{8B82321C-D848-823D-457B-E9627A3EFA9C}"/>
              </a:ext>
            </a:extLst>
          </p:cNvPr>
          <p:cNvSpPr txBox="1">
            <a:spLocks noGrp="1"/>
          </p:cNvSpPr>
          <p:nvPr>
            <p:ph type="subTitle" idx="3"/>
          </p:nvPr>
        </p:nvSpPr>
        <p:spPr>
          <a:xfrm>
            <a:off x="1715770" y="1679575"/>
            <a:ext cx="4178935"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学生可以在联系生成界面输入自己想练习的知识点，并设置题型和数量，系统会生成对应的练习题库，学生可以反复查看和作答。</a:t>
            </a:r>
          </a:p>
        </p:txBody>
      </p:sp>
      <p:sp>
        <p:nvSpPr>
          <p:cNvPr id="1728" name="Google Shape;1728;p53">
            <a:extLst>
              <a:ext uri="{FF2B5EF4-FFF2-40B4-BE49-F238E27FC236}">
                <a16:creationId xmlns:a16="http://schemas.microsoft.com/office/drawing/2014/main" id="{03663D63-33FB-796F-8C08-6529C2AD3545}"/>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34ECE1A2-AE8E-87E8-F6CC-16D68E41AC3D}"/>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4BF8CCD9-C21C-5403-9366-338E8D5799ED}"/>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A53A16F3-816F-49FE-A823-FD0BF4EBF2A3}"/>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DC0C8B42-2482-1870-489D-43B4055A9820}"/>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C9388881-25BB-F6C1-6BE1-B22C54048C84}"/>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85A2A719-44D8-0E1C-01E3-AADD9A724115}"/>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6101527C-3744-3F48-990C-B65D6F2ACD64}"/>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C0AD11D0-CF40-A143-97D7-59F0AA0AFA37}"/>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7402302F-4766-3128-7211-92C0F3E378D5}"/>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2D1E87F9-3208-E5A9-0A04-3F5BEAAF976E}"/>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919189C4-5ED8-7985-6CEF-53C0B45108BC}"/>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7FD18465-8141-AD8D-35CD-B5BD2B4A039B}"/>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49578FC5-7651-D037-7181-E4100976A803}"/>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7699DD65-36DC-CF8D-F46C-88AC473FB611}"/>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BAE427B7-924A-4C84-7B07-CF016AA0096A}"/>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1EAAE045-79E6-1792-87FF-27537F275FD4}"/>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BE7A3461-862C-E022-4A54-7D82252435B1}"/>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8C48BB18-3FD7-EC0D-CB82-06B8232013A0}"/>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2F289807-FEE5-DA4A-EB37-61E3AD7D35BF}"/>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F99A1BF8-5F1B-E104-046D-F1DCBB5F6C12}"/>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D6F56886-69A8-643C-D953-3BC9A7FCB144}"/>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0E004780-6C45-1151-C233-B7D28F457E64}"/>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0E35D358-B214-BF7A-7D5B-28A2EB8BDD02}"/>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3242B9F3-6248-DA36-BE5A-6458CF1F1611}"/>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42E560DE-A142-8FBD-9E4C-18D07CBF4894}"/>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796BFC54-7C1A-2FD2-70D3-332E30ADA1CE}"/>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07089457-EB14-481D-8EFD-4D163909B292}"/>
              </a:ext>
            </a:extLst>
          </p:cNvPr>
          <p:cNvPicPr>
            <a:picLocks noChangeAspect="1"/>
          </p:cNvPicPr>
          <p:nvPr/>
        </p:nvPicPr>
        <p:blipFill>
          <a:blip r:embed="rId4"/>
          <a:stretch>
            <a:fillRect/>
          </a:stretch>
        </p:blipFill>
        <p:spPr>
          <a:xfrm>
            <a:off x="1715770" y="2541270"/>
            <a:ext cx="3910330" cy="2139950"/>
          </a:xfrm>
          <a:prstGeom prst="rect">
            <a:avLst/>
          </a:prstGeom>
        </p:spPr>
      </p:pic>
      <p:pic>
        <p:nvPicPr>
          <p:cNvPr id="4" name="图片 3">
            <a:extLst>
              <a:ext uri="{FF2B5EF4-FFF2-40B4-BE49-F238E27FC236}">
                <a16:creationId xmlns:a16="http://schemas.microsoft.com/office/drawing/2014/main" id="{3B3E2F76-6544-583C-2510-787FF4CDCCF4}"/>
              </a:ext>
            </a:extLst>
          </p:cNvPr>
          <p:cNvPicPr>
            <a:picLocks noChangeAspect="1"/>
          </p:cNvPicPr>
          <p:nvPr/>
        </p:nvPicPr>
        <p:blipFill>
          <a:blip r:embed="rId5"/>
          <a:stretch>
            <a:fillRect/>
          </a:stretch>
        </p:blipFill>
        <p:spPr>
          <a:xfrm>
            <a:off x="5894705" y="1748790"/>
            <a:ext cx="2614295" cy="3004185"/>
          </a:xfrm>
          <a:prstGeom prst="rect">
            <a:avLst/>
          </a:prstGeom>
        </p:spPr>
      </p:pic>
      <p:sp>
        <p:nvSpPr>
          <p:cNvPr id="5" name="矩形 4">
            <a:extLst>
              <a:ext uri="{FF2B5EF4-FFF2-40B4-BE49-F238E27FC236}">
                <a16:creationId xmlns:a16="http://schemas.microsoft.com/office/drawing/2014/main" id="{6D22BAA5-FE75-FB63-CA5E-D32616D71D2C}"/>
              </a:ext>
            </a:extLst>
          </p:cNvPr>
          <p:cNvSpPr/>
          <p:nvPr/>
        </p:nvSpPr>
        <p:spPr>
          <a:xfrm>
            <a:off x="3951605" y="3883660"/>
            <a:ext cx="1621790" cy="790575"/>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1762B286-1F61-604F-A1E8-85A307EBFEEE}"/>
              </a:ext>
            </a:extLst>
          </p:cNvPr>
          <p:cNvCxnSpPr>
            <a:stCxn id="5" idx="3"/>
          </p:cNvCxnSpPr>
          <p:nvPr/>
        </p:nvCxnSpPr>
        <p:spPr>
          <a:xfrm flipV="1">
            <a:off x="5573395" y="3418840"/>
            <a:ext cx="334010" cy="8604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216322678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AE1CCCDA-1130-8AB3-8561-0AF454685329}"/>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2220636F-40FF-E7BF-4347-EA7ED4A23181}"/>
              </a:ext>
            </a:extLst>
          </p:cNvPr>
          <p:cNvSpPr txBox="1">
            <a:spLocks noGrp="1"/>
          </p:cNvSpPr>
          <p:nvPr>
            <p:ph type="subTitle" idx="1"/>
          </p:nvPr>
        </p:nvSpPr>
        <p:spPr>
          <a:xfrm>
            <a:off x="1715770" y="1244600"/>
            <a:ext cx="2745740" cy="395605"/>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练习纠错</a:t>
            </a:r>
          </a:p>
        </p:txBody>
      </p:sp>
      <p:sp>
        <p:nvSpPr>
          <p:cNvPr id="1726" name="Google Shape;1726;p53">
            <a:extLst>
              <a:ext uri="{FF2B5EF4-FFF2-40B4-BE49-F238E27FC236}">
                <a16:creationId xmlns:a16="http://schemas.microsoft.com/office/drawing/2014/main" id="{E61302AF-4A84-1818-F895-7F9048BAF6C0}"/>
              </a:ext>
            </a:extLst>
          </p:cNvPr>
          <p:cNvSpPr txBox="1">
            <a:spLocks noGrp="1"/>
          </p:cNvSpPr>
          <p:nvPr>
            <p:ph type="subTitle" idx="3"/>
          </p:nvPr>
        </p:nvSpPr>
        <p:spPr>
          <a:xfrm>
            <a:off x="1715770" y="1679575"/>
            <a:ext cx="6794500"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练习纠错界面适用于学生自主批改习题，学生输入题目和自己的答案，可以选择输入参考答案，系统会判断学生的作答是否正确并给出批改意见。</a:t>
            </a:r>
          </a:p>
        </p:txBody>
      </p:sp>
      <p:sp>
        <p:nvSpPr>
          <p:cNvPr id="1728" name="Google Shape;1728;p53">
            <a:extLst>
              <a:ext uri="{FF2B5EF4-FFF2-40B4-BE49-F238E27FC236}">
                <a16:creationId xmlns:a16="http://schemas.microsoft.com/office/drawing/2014/main" id="{C6509BFA-E751-4A6F-EF73-A35220054E5C}"/>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学生端</a:t>
            </a:r>
            <a:endParaRPr lang="zh-CN" altLang="en-GB" sz="2800" dirty="0"/>
          </a:p>
        </p:txBody>
      </p:sp>
      <p:grpSp>
        <p:nvGrpSpPr>
          <p:cNvPr id="1729" name="Google Shape;1729;p53">
            <a:extLst>
              <a:ext uri="{FF2B5EF4-FFF2-40B4-BE49-F238E27FC236}">
                <a16:creationId xmlns:a16="http://schemas.microsoft.com/office/drawing/2014/main" id="{F2B57A09-D4E2-B80F-DDA1-897FBBAB5772}"/>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3E096478-550C-D1F7-A490-07C8FDF05C3D}"/>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348F4865-0106-93B5-EADB-E32A4A877124}"/>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C8C0038B-D6DC-549C-EC3B-5B96FAE11C17}"/>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FFFF6E90-968D-613B-C159-2AD41B8FE15D}"/>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A9732BBB-2876-00D0-D030-7FD01533AD58}"/>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19585144-F9A7-9D78-53FD-6FCD52A1C944}"/>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539E4FBE-57FC-02EB-5374-629152237639}"/>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2397FF40-CA69-039C-CA75-A299E1901223}"/>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4B84BC26-6D98-D9A9-B584-F6AB3A9DABA7}"/>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28FDE45B-7EB8-4CE2-B3CF-42516D4CC513}"/>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96325FAB-C076-1647-EDBB-1257203330FD}"/>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8671EFA1-11CF-E990-0A23-042600364652}"/>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966E04EF-0FA4-40DD-30BE-E368E2696FD4}"/>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2B2EFE57-AF4F-9FD0-73EC-2640AF057856}"/>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4BD204CC-95AB-90E1-5B47-EEA299CA764F}"/>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189002FA-86E7-5E81-E159-A2599247C668}"/>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84E51864-BA5F-2295-EBAA-54DB014A23BC}"/>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97A87ADF-751E-8384-A440-7E3027A36040}"/>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A8E5858D-6A13-CB88-7992-EF20EFC457CD}"/>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B323F10A-F55C-E4D6-A992-1D004FF280D6}"/>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651C6413-21E6-85C5-FF5B-9855378DDBA2}"/>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FD09FD4C-10AD-FE98-89D7-AF50AA7285C6}"/>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988111F9-D059-3DB2-FE07-A6B81A973A56}"/>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D96DA6EF-0521-6967-5514-BE98DE035860}"/>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C6C7ABCA-F71B-6FB6-4E1B-A6DEE4BD5716}"/>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2273D3DB-483A-6090-EBE7-DFE170CBA0D6}"/>
              </a:ext>
            </a:extLst>
          </p:cNvPr>
          <p:cNvPicPr>
            <a:picLocks noChangeAspect="1"/>
          </p:cNvPicPr>
          <p:nvPr/>
        </p:nvPicPr>
        <p:blipFill>
          <a:blip r:embed="rId4"/>
          <a:stretch>
            <a:fillRect/>
          </a:stretch>
        </p:blipFill>
        <p:spPr>
          <a:xfrm>
            <a:off x="2409190" y="2395855"/>
            <a:ext cx="4484370" cy="2456180"/>
          </a:xfrm>
          <a:prstGeom prst="rect">
            <a:avLst/>
          </a:prstGeom>
        </p:spPr>
      </p:pic>
    </p:spTree>
    <p:extLst>
      <p:ext uri="{BB962C8B-B14F-4D97-AF65-F5344CB8AC3E}">
        <p14:creationId xmlns:p14="http://schemas.microsoft.com/office/powerpoint/2010/main" val="17932462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7E31AC45-77EB-0BD1-D489-23E766EDDD6D}"/>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2A82B025-DA17-FBB1-6542-8FC4667BB44F}"/>
              </a:ext>
            </a:extLst>
          </p:cNvPr>
          <p:cNvSpPr txBox="1">
            <a:spLocks noGrp="1"/>
          </p:cNvSpPr>
          <p:nvPr>
            <p:ph type="subTitle" idx="1"/>
          </p:nvPr>
        </p:nvSpPr>
        <p:spPr>
          <a:xfrm>
            <a:off x="1715508" y="1242033"/>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教师工作台总览</a:t>
            </a:r>
          </a:p>
        </p:txBody>
      </p:sp>
      <p:sp>
        <p:nvSpPr>
          <p:cNvPr id="1727" name="Google Shape;1727;p53">
            <a:extLst>
              <a:ext uri="{FF2B5EF4-FFF2-40B4-BE49-F238E27FC236}">
                <a16:creationId xmlns:a16="http://schemas.microsoft.com/office/drawing/2014/main" id="{D287033B-80A6-B196-77CF-FBD0FDAEA0EA}"/>
              </a:ext>
            </a:extLst>
          </p:cNvPr>
          <p:cNvSpPr txBox="1">
            <a:spLocks noGrp="1"/>
          </p:cNvSpPr>
          <p:nvPr>
            <p:ph type="subTitle" idx="4"/>
          </p:nvPr>
        </p:nvSpPr>
        <p:spPr>
          <a:xfrm>
            <a:off x="1664231" y="1637733"/>
            <a:ext cx="4960089" cy="468435"/>
          </a:xfrm>
          <a:prstGeom prst="rect">
            <a:avLst/>
          </a:prstGeom>
        </p:spPr>
        <p:txBody>
          <a:bodyPr spcFirstLastPara="1" wrap="square" lIns="91425" tIns="91425" rIns="91425" bIns="91425" anchor="t" anchorCtr="0">
            <a:noAutofit/>
          </a:bodyPr>
          <a:lstStyle/>
          <a:p>
            <a:r>
              <a:rPr lang="zh-CN" altLang="zh-CN" dirty="0"/>
              <a:t>左侧导航集成四大主流程（备课、出题、问答、批改）及辅助模块</a:t>
            </a:r>
            <a:endParaRPr lang="zh-CN" altLang="en-US" dirty="0"/>
          </a:p>
        </p:txBody>
      </p:sp>
      <p:sp>
        <p:nvSpPr>
          <p:cNvPr id="1728" name="Google Shape;1728;p53">
            <a:extLst>
              <a:ext uri="{FF2B5EF4-FFF2-40B4-BE49-F238E27FC236}">
                <a16:creationId xmlns:a16="http://schemas.microsoft.com/office/drawing/2014/main" id="{EF0B72FE-BCA2-3DC7-7497-15827BD3857E}"/>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68CDD9E5-2B29-FBD7-1BC4-20B8F9169965}"/>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099D6E9B-9CAF-0EAB-35DE-FCE5F65A990D}"/>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F75CDBC5-6475-F6CD-6D05-4094EC290D8A}"/>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C611F419-393D-CD21-7C34-94C7E013CC7D}"/>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6E99464A-6B7B-5B1A-4809-21FE9968CA94}"/>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8015413F-BEE6-A095-706E-AC1E61224EF3}"/>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61F14980-836C-C35C-768A-8D647CBD6E22}"/>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C2C6E158-4AF1-5F30-A670-1D194EC15475}"/>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9B8917F3-F056-1629-C952-279DBACF8FF7}"/>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6BFAEAD1-3B5E-3749-7C54-3F1E2F32C97F}"/>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BDA3F868-9361-C49D-5269-1E6FDA87960A}"/>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F7D6D218-BAAA-CBF9-B2AB-EBA2353C15F9}"/>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F9542097-20E7-CF04-5C58-199019C65BD7}"/>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66CBEBC1-AF5E-A426-49E3-D396C3FB7A4F}"/>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F017610E-DB60-DED7-E884-E3794267C381}"/>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3BABF9E7-0EE2-0051-3E0A-EFF870623F5A}"/>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49D95B7D-8EAD-62DB-7A86-C544D0304D64}"/>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75D91961-573C-3DEB-B06E-555A4B82A25F}"/>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80D6B571-3D27-C485-8C18-F9D5F24624C4}"/>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DCB90FF0-8005-CB99-7055-DC040D08BF12}"/>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0D880F5E-FE7D-DD57-D160-790D9C3D27DB}"/>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19598485-E64E-0EDD-931A-9F09E01964AA}"/>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2FE578AC-984C-561C-20BB-17F82050DAD0}"/>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1681CB50-8F7A-AF5E-8844-7F5FD730D183}"/>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0CAFB9BE-FB37-CB6C-81F4-2840A2F19DAF}"/>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D6A7552B-BFB5-D861-C76C-650B03F9DCBC}"/>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D222A4D0-DC49-0CBC-7CF8-A6FE7D76BD4A}"/>
              </a:ext>
            </a:extLst>
          </p:cNvPr>
          <p:cNvPicPr>
            <a:picLocks noChangeAspect="1"/>
          </p:cNvPicPr>
          <p:nvPr/>
        </p:nvPicPr>
        <p:blipFill>
          <a:blip r:embed="rId4"/>
          <a:stretch>
            <a:fillRect/>
          </a:stretch>
        </p:blipFill>
        <p:spPr>
          <a:xfrm>
            <a:off x="2888336" y="2002952"/>
            <a:ext cx="4052525" cy="2685771"/>
          </a:xfrm>
          <a:prstGeom prst="rect">
            <a:avLst/>
          </a:prstGeom>
        </p:spPr>
      </p:pic>
      <p:pic>
        <p:nvPicPr>
          <p:cNvPr id="9" name="图片 8">
            <a:extLst>
              <a:ext uri="{FF2B5EF4-FFF2-40B4-BE49-F238E27FC236}">
                <a16:creationId xmlns:a16="http://schemas.microsoft.com/office/drawing/2014/main" id="{0D633D3F-8E76-80B0-0306-1E9646C08721}"/>
              </a:ext>
            </a:extLst>
          </p:cNvPr>
          <p:cNvPicPr>
            <a:picLocks noChangeAspect="1"/>
          </p:cNvPicPr>
          <p:nvPr/>
        </p:nvPicPr>
        <p:blipFill>
          <a:blip r:embed="rId5"/>
          <a:stretch>
            <a:fillRect/>
          </a:stretch>
        </p:blipFill>
        <p:spPr>
          <a:xfrm>
            <a:off x="1812028" y="2002952"/>
            <a:ext cx="1025031" cy="2685771"/>
          </a:xfrm>
          <a:prstGeom prst="rect">
            <a:avLst/>
          </a:prstGeom>
        </p:spPr>
      </p:pic>
    </p:spTree>
    <p:extLst>
      <p:ext uri="{BB962C8B-B14F-4D97-AF65-F5344CB8AC3E}">
        <p14:creationId xmlns:p14="http://schemas.microsoft.com/office/powerpoint/2010/main" val="175166692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91376BA2-1E73-39D9-313F-A35ED29EDDF1}"/>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C3D3DB9E-C78B-7983-E8DA-9F7C43EB675A}"/>
              </a:ext>
            </a:extLst>
          </p:cNvPr>
          <p:cNvSpPr txBox="1">
            <a:spLocks noGrp="1"/>
          </p:cNvSpPr>
          <p:nvPr>
            <p:ph type="subTitle" idx="1"/>
          </p:nvPr>
        </p:nvSpPr>
        <p:spPr>
          <a:xfrm>
            <a:off x="1715508" y="1223745"/>
            <a:ext cx="3262892"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教师端功能</a:t>
            </a:r>
            <a:r>
              <a:rPr lang="en-US" altLang="zh-CN" dirty="0"/>
              <a:t>——</a:t>
            </a:r>
            <a:r>
              <a:rPr lang="zh-CN" altLang="en-US" dirty="0"/>
              <a:t>班级管理</a:t>
            </a:r>
          </a:p>
        </p:txBody>
      </p:sp>
      <p:sp>
        <p:nvSpPr>
          <p:cNvPr id="1727" name="Google Shape;1727;p53">
            <a:extLst>
              <a:ext uri="{FF2B5EF4-FFF2-40B4-BE49-F238E27FC236}">
                <a16:creationId xmlns:a16="http://schemas.microsoft.com/office/drawing/2014/main" id="{FCB7FF68-6072-F22B-4B43-02E5252FFE54}"/>
              </a:ext>
            </a:extLst>
          </p:cNvPr>
          <p:cNvSpPr txBox="1">
            <a:spLocks noGrp="1"/>
          </p:cNvSpPr>
          <p:nvPr>
            <p:ph type="subTitle" idx="4"/>
          </p:nvPr>
        </p:nvSpPr>
        <p:spPr>
          <a:xfrm>
            <a:off x="1664231" y="1564581"/>
            <a:ext cx="6260569" cy="788475"/>
          </a:xfrm>
          <a:prstGeom prst="rect">
            <a:avLst/>
          </a:prstGeom>
        </p:spPr>
        <p:txBody>
          <a:bodyPr spcFirstLastPara="1" wrap="square" lIns="91425" tIns="91425" rIns="91425" bIns="91425" anchor="t" anchorCtr="0">
            <a:noAutofit/>
          </a:bodyPr>
          <a:lstStyle/>
          <a:p>
            <a:r>
              <a:rPr lang="zh-CN" altLang="zh-CN" dirty="0"/>
              <a:t>教师可一键创建班级，系统生成唯一6位班级码，学生扫码或输入码加入。</a:t>
            </a:r>
            <a:endParaRPr lang="en-US" altLang="zh-CN" dirty="0"/>
          </a:p>
          <a:p>
            <a:r>
              <a:rPr lang="zh-CN" altLang="zh-CN" dirty="0"/>
              <a:t>教师能实时查看成员列表、加入时间，并支持移出学生或解散班级</a:t>
            </a:r>
            <a:endParaRPr lang="zh-CN" altLang="en-US" dirty="0"/>
          </a:p>
        </p:txBody>
      </p:sp>
      <p:sp>
        <p:nvSpPr>
          <p:cNvPr id="1728" name="Google Shape;1728;p53">
            <a:extLst>
              <a:ext uri="{FF2B5EF4-FFF2-40B4-BE49-F238E27FC236}">
                <a16:creationId xmlns:a16="http://schemas.microsoft.com/office/drawing/2014/main" id="{87BEB06A-ECD9-74B3-4279-0D3D72A3BF70}"/>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19DB836F-A801-EE20-E976-D88D20B2BC89}"/>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5E68FBE3-52C1-9443-B22E-FB1A4BCC793F}"/>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D9FFD317-6C90-6205-A41D-0B0B3F64E909}"/>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20A1E459-2F8B-3790-B593-D15D576A54C1}"/>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64B29138-A4A2-C441-DC03-6C606889F74A}"/>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61433022-1D3A-CB01-40AC-B13F841A650B}"/>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46A3F0C6-81DF-727D-7B84-52BD52F016E9}"/>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455ADEB3-A191-4A86-E8AE-AD0341A80185}"/>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FA3E99EC-CA2B-A026-9AD3-58F728C6669C}"/>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443E8243-3B81-C0D4-1B63-2C05E7910C4B}"/>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54F6B0A9-89BB-73F1-694B-4FE82743791D}"/>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9D90B760-A51B-BD1D-1E38-AABD74E2C3C0}"/>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D6C95A18-5215-C119-A4A0-4C73132F2DB7}"/>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E90C67F5-69FE-CDA0-B87A-688CBAC7B805}"/>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DC04DFA2-AD4C-BCEC-2465-B48807C1499B}"/>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CB9DFFA6-303F-EBEE-0DB9-DAC55DAD1DCF}"/>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E72501CD-36A0-FC17-475C-5EA5943665B1}"/>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3888AE45-56DE-BAA8-D0B6-29F30C17F8C3}"/>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87B5EBDE-9FA0-8614-DB2A-8210AA5A3F7C}"/>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02D04BF8-5511-C48A-B278-90E2E24332AE}"/>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A6AD71A5-1B68-5C26-AA3E-78CCC4054E66}"/>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4DD74225-E006-332B-9378-E30CA7CAC0AF}"/>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3DD835A6-5958-4B9C-65B1-711AD2F285BF}"/>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D4904603-9993-D725-0680-900E000F30D3}"/>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C92CB4A3-DE01-2746-7687-81047083D111}"/>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E134B350-B815-4B3A-0FE9-AD031495C8D8}"/>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4" name="图片 3">
            <a:extLst>
              <a:ext uri="{FF2B5EF4-FFF2-40B4-BE49-F238E27FC236}">
                <a16:creationId xmlns:a16="http://schemas.microsoft.com/office/drawing/2014/main" id="{83E3B6F6-22EF-C9D4-390B-0475DE963BDD}"/>
              </a:ext>
            </a:extLst>
          </p:cNvPr>
          <p:cNvPicPr>
            <a:picLocks noChangeAspect="1"/>
          </p:cNvPicPr>
          <p:nvPr/>
        </p:nvPicPr>
        <p:blipFill>
          <a:blip r:embed="rId4"/>
          <a:stretch>
            <a:fillRect/>
          </a:stretch>
        </p:blipFill>
        <p:spPr>
          <a:xfrm>
            <a:off x="2453640" y="2186903"/>
            <a:ext cx="4236719" cy="2461163"/>
          </a:xfrm>
          <a:prstGeom prst="rect">
            <a:avLst/>
          </a:prstGeom>
        </p:spPr>
      </p:pic>
    </p:spTree>
    <p:extLst>
      <p:ext uri="{BB962C8B-B14F-4D97-AF65-F5344CB8AC3E}">
        <p14:creationId xmlns:p14="http://schemas.microsoft.com/office/powerpoint/2010/main" val="19094710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F078995F-1F49-8914-9DA7-3420FE58D67E}"/>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6BACE809-AB4D-8B60-A6AD-5114D2475181}"/>
              </a:ext>
            </a:extLst>
          </p:cNvPr>
          <p:cNvSpPr txBox="1">
            <a:spLocks noGrp="1"/>
          </p:cNvSpPr>
          <p:nvPr>
            <p:ph type="subTitle" idx="1"/>
          </p:nvPr>
        </p:nvSpPr>
        <p:spPr>
          <a:xfrm>
            <a:off x="1715508" y="1315185"/>
            <a:ext cx="3002350" cy="364649"/>
          </a:xfrm>
          <a:prstGeom prst="rect">
            <a:avLst/>
          </a:prstGeom>
        </p:spPr>
        <p:txBody>
          <a:bodyPr spcFirstLastPara="1" wrap="square" lIns="91425" tIns="91425" rIns="91425" bIns="91425" anchor="ctr" anchorCtr="0">
            <a:noAutofit/>
          </a:bodyPr>
          <a:lstStyle/>
          <a:p>
            <a:pPr lvl="0" indent="0"/>
            <a:r>
              <a:rPr lang="zh-CN" altLang="en-US" dirty="0"/>
              <a:t>教师端功能</a:t>
            </a:r>
            <a:r>
              <a:rPr lang="en-US" altLang="zh-CN" dirty="0"/>
              <a:t>——</a:t>
            </a:r>
            <a:r>
              <a:rPr lang="zh-CN" altLang="zh-CN" dirty="0"/>
              <a:t>在线问答 </a:t>
            </a:r>
            <a:endParaRPr lang="zh-CN" altLang="en-US" dirty="0"/>
          </a:p>
        </p:txBody>
      </p:sp>
      <p:sp>
        <p:nvSpPr>
          <p:cNvPr id="1725" name="Google Shape;1725;p53">
            <a:extLst>
              <a:ext uri="{FF2B5EF4-FFF2-40B4-BE49-F238E27FC236}">
                <a16:creationId xmlns:a16="http://schemas.microsoft.com/office/drawing/2014/main" id="{0AE41C1B-98D7-9316-8267-E7B69668DECF}"/>
              </a:ext>
            </a:extLst>
          </p:cNvPr>
          <p:cNvSpPr txBox="1">
            <a:spLocks noGrp="1"/>
          </p:cNvSpPr>
          <p:nvPr>
            <p:ph type="subTitle" idx="2"/>
          </p:nvPr>
        </p:nvSpPr>
        <p:spPr>
          <a:xfrm>
            <a:off x="5731706" y="3322898"/>
            <a:ext cx="2568649" cy="814704"/>
          </a:xfrm>
          <a:prstGeom prst="rect">
            <a:avLst/>
          </a:prstGeom>
        </p:spPr>
        <p:txBody>
          <a:bodyPr spcFirstLastPara="1" wrap="square" lIns="91425" tIns="91425" rIns="91425" bIns="91425" anchor="ctr" anchorCtr="0">
            <a:noAutofit/>
          </a:bodyPr>
          <a:lstStyle/>
          <a:p>
            <a:pPr indent="0"/>
            <a:r>
              <a:rPr lang="zh-CN" altLang="en-US" dirty="0"/>
              <a:t>教师端功能</a:t>
            </a:r>
            <a:r>
              <a:rPr lang="en-US" altLang="zh-CN" dirty="0"/>
              <a:t>——</a:t>
            </a:r>
            <a:r>
              <a:rPr lang="zh-CN" altLang="zh-CN" dirty="0"/>
              <a:t>教学计划生成</a:t>
            </a:r>
          </a:p>
          <a:p>
            <a:pPr lvl="0" indent="0"/>
            <a:endParaRPr lang="zh-CN" altLang="en-US" dirty="0"/>
          </a:p>
        </p:txBody>
      </p:sp>
      <p:sp>
        <p:nvSpPr>
          <p:cNvPr id="1726" name="Google Shape;1726;p53">
            <a:extLst>
              <a:ext uri="{FF2B5EF4-FFF2-40B4-BE49-F238E27FC236}">
                <a16:creationId xmlns:a16="http://schemas.microsoft.com/office/drawing/2014/main" id="{6E079A9E-AAF4-D332-5FEB-EC31EE6065F5}"/>
              </a:ext>
            </a:extLst>
          </p:cNvPr>
          <p:cNvSpPr txBox="1">
            <a:spLocks noGrp="1"/>
          </p:cNvSpPr>
          <p:nvPr>
            <p:ph type="subTitle" idx="3"/>
          </p:nvPr>
        </p:nvSpPr>
        <p:spPr>
          <a:xfrm>
            <a:off x="1715508" y="1679834"/>
            <a:ext cx="2500500" cy="1132813"/>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zh-CN" dirty="0"/>
              <a:t>输入教学疑惑，AI提供课堂解释和示例，辅助备课</a:t>
            </a:r>
            <a:endParaRPr lang="zh-CN" altLang="en-US" dirty="0"/>
          </a:p>
        </p:txBody>
      </p:sp>
      <p:sp>
        <p:nvSpPr>
          <p:cNvPr id="1727" name="Google Shape;1727;p53">
            <a:extLst>
              <a:ext uri="{FF2B5EF4-FFF2-40B4-BE49-F238E27FC236}">
                <a16:creationId xmlns:a16="http://schemas.microsoft.com/office/drawing/2014/main" id="{B558D298-918B-CF3A-B186-C0801EC93174}"/>
              </a:ext>
            </a:extLst>
          </p:cNvPr>
          <p:cNvSpPr txBox="1">
            <a:spLocks noGrp="1"/>
          </p:cNvSpPr>
          <p:nvPr>
            <p:ph type="subTitle" idx="4"/>
          </p:nvPr>
        </p:nvSpPr>
        <p:spPr>
          <a:xfrm>
            <a:off x="5707691" y="3922220"/>
            <a:ext cx="2616678" cy="739405"/>
          </a:xfrm>
          <a:prstGeom prst="rect">
            <a:avLst/>
          </a:prstGeom>
        </p:spPr>
        <p:txBody>
          <a:bodyPr spcFirstLastPara="1" wrap="square" lIns="91425" tIns="91425" rIns="91425" bIns="91425" anchor="t" anchorCtr="0">
            <a:noAutofit/>
          </a:bodyPr>
          <a:lstStyle/>
          <a:p>
            <a:pPr marL="0" indent="0">
              <a:buClr>
                <a:srgbClr val="000000"/>
              </a:buClr>
              <a:buSzPts val="2800"/>
            </a:pPr>
            <a:r>
              <a:rPr lang="zh-CN" altLang="zh-CN" dirty="0"/>
              <a:t>输入大纲、年级、课时，自动生成结构化教案（含知识讲解、实训建议</a:t>
            </a:r>
            <a:r>
              <a:rPr lang="zh-CN" altLang="en-US" dirty="0"/>
              <a:t>等</a:t>
            </a:r>
            <a:r>
              <a:rPr lang="zh-CN" altLang="zh-CN" dirty="0"/>
              <a:t>），支持人工编辑和基于意见二次修改</a:t>
            </a:r>
            <a:endParaRPr lang="zh-CN" altLang="en-US" dirty="0"/>
          </a:p>
        </p:txBody>
      </p:sp>
      <p:sp>
        <p:nvSpPr>
          <p:cNvPr id="1728" name="Google Shape;1728;p53">
            <a:extLst>
              <a:ext uri="{FF2B5EF4-FFF2-40B4-BE49-F238E27FC236}">
                <a16:creationId xmlns:a16="http://schemas.microsoft.com/office/drawing/2014/main" id="{689E5A0D-33C0-C3F2-33C3-AA6E0A359F83}"/>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370C5E78-1F1D-177F-8471-3CFF0733109F}"/>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D3AA1C61-74D1-FE76-2DDD-131D285AFCF0}"/>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066142D5-5779-A19C-39B7-8422BFE942D2}"/>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5BB409F2-1D6C-9F0D-480C-27CC295C4437}"/>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49A9570F-7C7A-EEAA-A297-3F3F7AE8CD5C}"/>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0277D02A-53AA-EF10-A290-E24081EBC0F8}"/>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73AA4C3A-AB5F-EB89-DAFD-CEFE68BFDCA2}"/>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947F820D-3544-839F-EBC6-B71B75B2D8BF}"/>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C658BC67-9A3E-5EFE-D32D-36D8521A33D6}"/>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8" name="Google Shape;1738;p53">
            <a:extLst>
              <a:ext uri="{FF2B5EF4-FFF2-40B4-BE49-F238E27FC236}">
                <a16:creationId xmlns:a16="http://schemas.microsoft.com/office/drawing/2014/main" id="{66156901-6BC9-B58E-F390-A42708B290C8}"/>
              </a:ext>
            </a:extLst>
          </p:cNvPr>
          <p:cNvGrpSpPr/>
          <p:nvPr/>
        </p:nvGrpSpPr>
        <p:grpSpPr>
          <a:xfrm>
            <a:off x="5017180" y="3202811"/>
            <a:ext cx="632424" cy="635863"/>
            <a:chOff x="3025500" y="3193338"/>
            <a:chExt cx="632424" cy="635863"/>
          </a:xfrm>
        </p:grpSpPr>
        <p:pic>
          <p:nvPicPr>
            <p:cNvPr id="1739" name="Google Shape;1739;p53">
              <a:extLst>
                <a:ext uri="{FF2B5EF4-FFF2-40B4-BE49-F238E27FC236}">
                  <a16:creationId xmlns:a16="http://schemas.microsoft.com/office/drawing/2014/main" id="{05FDB47F-595A-73DF-905A-1BF40C9EF8FE}"/>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40" name="Google Shape;1740;p53">
              <a:extLst>
                <a:ext uri="{FF2B5EF4-FFF2-40B4-BE49-F238E27FC236}">
                  <a16:creationId xmlns:a16="http://schemas.microsoft.com/office/drawing/2014/main" id="{1FDAC9A6-7438-EF53-B5E6-29764997DEB1}"/>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sp>
        <p:nvSpPr>
          <p:cNvPr id="1741" name="Google Shape;1741;p53">
            <a:extLst>
              <a:ext uri="{FF2B5EF4-FFF2-40B4-BE49-F238E27FC236}">
                <a16:creationId xmlns:a16="http://schemas.microsoft.com/office/drawing/2014/main" id="{51287D87-AE7C-831F-CBA7-C654C4A2E23A}"/>
              </a:ext>
            </a:extLst>
          </p:cNvPr>
          <p:cNvSpPr/>
          <p:nvPr/>
        </p:nvSpPr>
        <p:spPr>
          <a:xfrm>
            <a:off x="5155330" y="3353661"/>
            <a:ext cx="321715" cy="267234"/>
          </a:xfrm>
          <a:custGeom>
            <a:avLst/>
            <a:gdLst/>
            <a:ahLst/>
            <a:cxnLst/>
            <a:rect l="l" t="t" r="r" b="b"/>
            <a:pathLst>
              <a:path w="10731" h="8913" extrusionOk="0">
                <a:moveTo>
                  <a:pt x="2225" y="894"/>
                </a:moveTo>
                <a:cubicBezTo>
                  <a:pt x="2225" y="894"/>
                  <a:pt x="2318" y="894"/>
                  <a:pt x="2434" y="1010"/>
                </a:cubicBezTo>
                <a:lnTo>
                  <a:pt x="2527" y="1473"/>
                </a:lnTo>
                <a:lnTo>
                  <a:pt x="2527" y="1589"/>
                </a:lnTo>
                <a:cubicBezTo>
                  <a:pt x="2527" y="1682"/>
                  <a:pt x="2434" y="1682"/>
                  <a:pt x="2434" y="1775"/>
                </a:cubicBezTo>
                <a:lnTo>
                  <a:pt x="2225" y="1775"/>
                </a:lnTo>
                <a:cubicBezTo>
                  <a:pt x="2198" y="1802"/>
                  <a:pt x="2171" y="1813"/>
                  <a:pt x="2144" y="1813"/>
                </a:cubicBezTo>
                <a:cubicBezTo>
                  <a:pt x="2078" y="1813"/>
                  <a:pt x="2013" y="1747"/>
                  <a:pt x="1947" y="1682"/>
                </a:cubicBezTo>
                <a:lnTo>
                  <a:pt x="1855" y="1195"/>
                </a:lnTo>
                <a:lnTo>
                  <a:pt x="1855" y="1102"/>
                </a:lnTo>
                <a:cubicBezTo>
                  <a:pt x="1855" y="1010"/>
                  <a:pt x="1855" y="1010"/>
                  <a:pt x="1947" y="894"/>
                </a:cubicBezTo>
                <a:close/>
                <a:moveTo>
                  <a:pt x="8691" y="894"/>
                </a:moveTo>
                <a:lnTo>
                  <a:pt x="8900" y="1102"/>
                </a:lnTo>
                <a:lnTo>
                  <a:pt x="8900" y="1195"/>
                </a:lnTo>
                <a:lnTo>
                  <a:pt x="8691" y="1682"/>
                </a:lnTo>
                <a:cubicBezTo>
                  <a:pt x="8691" y="1747"/>
                  <a:pt x="8599" y="1813"/>
                  <a:pt x="8512" y="1813"/>
                </a:cubicBezTo>
                <a:cubicBezTo>
                  <a:pt x="8475" y="1813"/>
                  <a:pt x="8440" y="1802"/>
                  <a:pt x="8413" y="1775"/>
                </a:cubicBezTo>
                <a:lnTo>
                  <a:pt x="8228" y="1775"/>
                </a:lnTo>
                <a:cubicBezTo>
                  <a:pt x="8228" y="1682"/>
                  <a:pt x="8112" y="1682"/>
                  <a:pt x="8112" y="1589"/>
                </a:cubicBezTo>
                <a:lnTo>
                  <a:pt x="8112" y="1473"/>
                </a:lnTo>
                <a:lnTo>
                  <a:pt x="8321" y="1010"/>
                </a:lnTo>
                <a:cubicBezTo>
                  <a:pt x="8321" y="894"/>
                  <a:pt x="8413" y="894"/>
                  <a:pt x="8506" y="894"/>
                </a:cubicBezTo>
                <a:close/>
                <a:moveTo>
                  <a:pt x="5516" y="430"/>
                </a:moveTo>
                <a:lnTo>
                  <a:pt x="5910" y="1010"/>
                </a:lnTo>
                <a:cubicBezTo>
                  <a:pt x="5910" y="1010"/>
                  <a:pt x="5910" y="1102"/>
                  <a:pt x="6003" y="1102"/>
                </a:cubicBezTo>
                <a:lnTo>
                  <a:pt x="8413" y="2261"/>
                </a:lnTo>
                <a:lnTo>
                  <a:pt x="8691" y="2447"/>
                </a:lnTo>
                <a:cubicBezTo>
                  <a:pt x="8807" y="2447"/>
                  <a:pt x="8900" y="2539"/>
                  <a:pt x="8900" y="2632"/>
                </a:cubicBezTo>
                <a:lnTo>
                  <a:pt x="8900" y="3211"/>
                </a:lnTo>
                <a:lnTo>
                  <a:pt x="8900" y="4370"/>
                </a:lnTo>
                <a:lnTo>
                  <a:pt x="7834" y="4370"/>
                </a:lnTo>
                <a:lnTo>
                  <a:pt x="7834" y="2539"/>
                </a:lnTo>
                <a:cubicBezTo>
                  <a:pt x="7834" y="2447"/>
                  <a:pt x="7741" y="2354"/>
                  <a:pt x="7741" y="2354"/>
                </a:cubicBezTo>
                <a:lnTo>
                  <a:pt x="5910" y="1381"/>
                </a:lnTo>
                <a:cubicBezTo>
                  <a:pt x="5702" y="1288"/>
                  <a:pt x="5516" y="1102"/>
                  <a:pt x="5516" y="894"/>
                </a:cubicBezTo>
                <a:lnTo>
                  <a:pt x="5516" y="430"/>
                </a:lnTo>
                <a:close/>
                <a:moveTo>
                  <a:pt x="1368" y="2748"/>
                </a:moveTo>
                <a:lnTo>
                  <a:pt x="1368" y="3119"/>
                </a:lnTo>
                <a:lnTo>
                  <a:pt x="974" y="3327"/>
                </a:lnTo>
                <a:cubicBezTo>
                  <a:pt x="789" y="3420"/>
                  <a:pt x="696" y="3605"/>
                  <a:pt x="696" y="3791"/>
                </a:cubicBezTo>
                <a:lnTo>
                  <a:pt x="696" y="4277"/>
                </a:lnTo>
                <a:cubicBezTo>
                  <a:pt x="696" y="4370"/>
                  <a:pt x="580" y="4486"/>
                  <a:pt x="487" y="4579"/>
                </a:cubicBezTo>
                <a:cubicBezTo>
                  <a:pt x="487" y="4671"/>
                  <a:pt x="395" y="4671"/>
                  <a:pt x="395" y="4671"/>
                </a:cubicBezTo>
                <a:lnTo>
                  <a:pt x="395" y="3698"/>
                </a:lnTo>
                <a:cubicBezTo>
                  <a:pt x="395" y="3420"/>
                  <a:pt x="487" y="3119"/>
                  <a:pt x="789" y="3026"/>
                </a:cubicBezTo>
                <a:lnTo>
                  <a:pt x="1368" y="2748"/>
                </a:lnTo>
                <a:close/>
                <a:moveTo>
                  <a:pt x="9271" y="2748"/>
                </a:moveTo>
                <a:lnTo>
                  <a:pt x="9850" y="3026"/>
                </a:lnTo>
                <a:cubicBezTo>
                  <a:pt x="10151" y="3119"/>
                  <a:pt x="10244" y="3420"/>
                  <a:pt x="10244" y="3698"/>
                </a:cubicBezTo>
                <a:lnTo>
                  <a:pt x="10244" y="4671"/>
                </a:lnTo>
                <a:lnTo>
                  <a:pt x="10151" y="4579"/>
                </a:lnTo>
                <a:cubicBezTo>
                  <a:pt x="10059" y="4486"/>
                  <a:pt x="10059" y="4370"/>
                  <a:pt x="10059" y="4277"/>
                </a:cubicBezTo>
                <a:lnTo>
                  <a:pt x="10059" y="3791"/>
                </a:lnTo>
                <a:cubicBezTo>
                  <a:pt x="10059" y="3605"/>
                  <a:pt x="9850" y="3420"/>
                  <a:pt x="9757" y="3327"/>
                </a:cubicBezTo>
                <a:lnTo>
                  <a:pt x="9271" y="3119"/>
                </a:lnTo>
                <a:lnTo>
                  <a:pt x="9271" y="2748"/>
                </a:lnTo>
                <a:close/>
                <a:moveTo>
                  <a:pt x="2898" y="4764"/>
                </a:moveTo>
                <a:lnTo>
                  <a:pt x="3964" y="6224"/>
                </a:lnTo>
                <a:cubicBezTo>
                  <a:pt x="4056" y="6317"/>
                  <a:pt x="4056" y="6410"/>
                  <a:pt x="3964" y="6502"/>
                </a:cubicBezTo>
                <a:lnTo>
                  <a:pt x="3199" y="8542"/>
                </a:lnTo>
                <a:lnTo>
                  <a:pt x="3106" y="8542"/>
                </a:lnTo>
                <a:lnTo>
                  <a:pt x="3384" y="6896"/>
                </a:lnTo>
                <a:cubicBezTo>
                  <a:pt x="3477" y="6804"/>
                  <a:pt x="3477" y="6595"/>
                  <a:pt x="3384" y="6502"/>
                </a:cubicBezTo>
                <a:lnTo>
                  <a:pt x="3291" y="6410"/>
                </a:lnTo>
                <a:lnTo>
                  <a:pt x="2898" y="5529"/>
                </a:lnTo>
                <a:cubicBezTo>
                  <a:pt x="2832" y="5463"/>
                  <a:pt x="2766" y="5398"/>
                  <a:pt x="2701" y="5398"/>
                </a:cubicBezTo>
                <a:cubicBezTo>
                  <a:pt x="2674" y="5398"/>
                  <a:pt x="2647" y="5409"/>
                  <a:pt x="2619" y="5436"/>
                </a:cubicBezTo>
                <a:cubicBezTo>
                  <a:pt x="2527" y="5436"/>
                  <a:pt x="2434" y="5645"/>
                  <a:pt x="2527" y="5737"/>
                </a:cubicBezTo>
                <a:lnTo>
                  <a:pt x="3013" y="6595"/>
                </a:lnTo>
                <a:cubicBezTo>
                  <a:pt x="3013" y="6595"/>
                  <a:pt x="3013" y="6688"/>
                  <a:pt x="2898" y="6688"/>
                </a:cubicBezTo>
                <a:lnTo>
                  <a:pt x="1739" y="8542"/>
                </a:lnTo>
                <a:lnTo>
                  <a:pt x="1646" y="8542"/>
                </a:lnTo>
                <a:lnTo>
                  <a:pt x="2225" y="6595"/>
                </a:lnTo>
                <a:lnTo>
                  <a:pt x="2225" y="6224"/>
                </a:lnTo>
                <a:lnTo>
                  <a:pt x="1855" y="4764"/>
                </a:lnTo>
                <a:close/>
                <a:moveTo>
                  <a:pt x="8807" y="4764"/>
                </a:moveTo>
                <a:lnTo>
                  <a:pt x="8506" y="6224"/>
                </a:lnTo>
                <a:cubicBezTo>
                  <a:pt x="8413" y="6410"/>
                  <a:pt x="8413" y="6502"/>
                  <a:pt x="8413" y="6595"/>
                </a:cubicBezTo>
                <a:lnTo>
                  <a:pt x="8993" y="8542"/>
                </a:lnTo>
                <a:lnTo>
                  <a:pt x="8900" y="8542"/>
                </a:lnTo>
                <a:lnTo>
                  <a:pt x="7741" y="6688"/>
                </a:lnTo>
                <a:lnTo>
                  <a:pt x="7741" y="6595"/>
                </a:lnTo>
                <a:lnTo>
                  <a:pt x="8112" y="5737"/>
                </a:lnTo>
                <a:cubicBezTo>
                  <a:pt x="8228" y="5645"/>
                  <a:pt x="8112" y="5436"/>
                  <a:pt x="8019" y="5436"/>
                </a:cubicBezTo>
                <a:cubicBezTo>
                  <a:pt x="7992" y="5409"/>
                  <a:pt x="7965" y="5398"/>
                  <a:pt x="7940" y="5398"/>
                </a:cubicBezTo>
                <a:cubicBezTo>
                  <a:pt x="7880" y="5398"/>
                  <a:pt x="7834" y="5463"/>
                  <a:pt x="7834" y="5529"/>
                </a:cubicBezTo>
                <a:lnTo>
                  <a:pt x="7347" y="6410"/>
                </a:lnTo>
                <a:lnTo>
                  <a:pt x="7347" y="6502"/>
                </a:lnTo>
                <a:lnTo>
                  <a:pt x="7254" y="6502"/>
                </a:lnTo>
                <a:cubicBezTo>
                  <a:pt x="7254" y="6595"/>
                  <a:pt x="7162" y="6804"/>
                  <a:pt x="7254" y="6896"/>
                </a:cubicBezTo>
                <a:lnTo>
                  <a:pt x="7648" y="8542"/>
                </a:lnTo>
                <a:lnTo>
                  <a:pt x="7440" y="8542"/>
                </a:lnTo>
                <a:lnTo>
                  <a:pt x="6675" y="6502"/>
                </a:lnTo>
                <a:cubicBezTo>
                  <a:pt x="6582" y="6410"/>
                  <a:pt x="6582" y="6317"/>
                  <a:pt x="6675" y="6224"/>
                </a:cubicBezTo>
                <a:lnTo>
                  <a:pt x="7741" y="4764"/>
                </a:lnTo>
                <a:close/>
                <a:moveTo>
                  <a:pt x="5124" y="0"/>
                </a:moveTo>
                <a:cubicBezTo>
                  <a:pt x="5030" y="0"/>
                  <a:pt x="4912" y="86"/>
                  <a:pt x="4844" y="222"/>
                </a:cubicBezTo>
                <a:lnTo>
                  <a:pt x="4450" y="708"/>
                </a:lnTo>
                <a:lnTo>
                  <a:pt x="2898" y="1473"/>
                </a:lnTo>
                <a:lnTo>
                  <a:pt x="2898" y="1288"/>
                </a:lnTo>
                <a:lnTo>
                  <a:pt x="2805" y="894"/>
                </a:lnTo>
                <a:cubicBezTo>
                  <a:pt x="2663" y="611"/>
                  <a:pt x="2454" y="490"/>
                  <a:pt x="2239" y="490"/>
                </a:cubicBezTo>
                <a:cubicBezTo>
                  <a:pt x="2173" y="490"/>
                  <a:pt x="2106" y="501"/>
                  <a:pt x="2040" y="523"/>
                </a:cubicBezTo>
                <a:lnTo>
                  <a:pt x="1855" y="523"/>
                </a:lnTo>
                <a:cubicBezTo>
                  <a:pt x="1646" y="616"/>
                  <a:pt x="1553" y="708"/>
                  <a:pt x="1461" y="894"/>
                </a:cubicBezTo>
                <a:cubicBezTo>
                  <a:pt x="1368" y="1010"/>
                  <a:pt x="1368" y="1195"/>
                  <a:pt x="1461" y="1288"/>
                </a:cubicBezTo>
                <a:lnTo>
                  <a:pt x="1553" y="1775"/>
                </a:lnTo>
                <a:cubicBezTo>
                  <a:pt x="1646" y="1867"/>
                  <a:pt x="1646" y="1960"/>
                  <a:pt x="1739" y="2053"/>
                </a:cubicBezTo>
                <a:lnTo>
                  <a:pt x="580" y="2632"/>
                </a:lnTo>
                <a:cubicBezTo>
                  <a:pt x="209" y="2841"/>
                  <a:pt x="1" y="3211"/>
                  <a:pt x="1" y="3698"/>
                </a:cubicBezTo>
                <a:lnTo>
                  <a:pt x="1" y="4950"/>
                </a:lnTo>
                <a:cubicBezTo>
                  <a:pt x="1" y="5065"/>
                  <a:pt x="116" y="5158"/>
                  <a:pt x="209" y="5158"/>
                </a:cubicBezTo>
                <a:cubicBezTo>
                  <a:pt x="395" y="5158"/>
                  <a:pt x="580" y="5065"/>
                  <a:pt x="789" y="4857"/>
                </a:cubicBezTo>
                <a:cubicBezTo>
                  <a:pt x="974" y="4671"/>
                  <a:pt x="1067" y="4486"/>
                  <a:pt x="1067" y="4277"/>
                </a:cubicBezTo>
                <a:lnTo>
                  <a:pt x="1067" y="3791"/>
                </a:lnTo>
                <a:cubicBezTo>
                  <a:pt x="1067" y="3698"/>
                  <a:pt x="1067" y="3698"/>
                  <a:pt x="1159" y="3698"/>
                </a:cubicBezTo>
                <a:lnTo>
                  <a:pt x="1368" y="3513"/>
                </a:lnTo>
                <a:lnTo>
                  <a:pt x="1368" y="4579"/>
                </a:lnTo>
                <a:lnTo>
                  <a:pt x="1855" y="6410"/>
                </a:lnTo>
                <a:lnTo>
                  <a:pt x="1855" y="6502"/>
                </a:lnTo>
                <a:lnTo>
                  <a:pt x="1275" y="8542"/>
                </a:lnTo>
                <a:cubicBezTo>
                  <a:pt x="1159" y="8634"/>
                  <a:pt x="1275" y="8727"/>
                  <a:pt x="1275" y="8820"/>
                </a:cubicBezTo>
                <a:cubicBezTo>
                  <a:pt x="1368" y="8820"/>
                  <a:pt x="1368" y="8912"/>
                  <a:pt x="1461" y="8912"/>
                </a:cubicBezTo>
                <a:lnTo>
                  <a:pt x="1855" y="8912"/>
                </a:lnTo>
                <a:cubicBezTo>
                  <a:pt x="1947" y="8912"/>
                  <a:pt x="2040" y="8820"/>
                  <a:pt x="2133" y="8727"/>
                </a:cubicBezTo>
                <a:lnTo>
                  <a:pt x="2898" y="7568"/>
                </a:lnTo>
                <a:lnTo>
                  <a:pt x="2619" y="8542"/>
                </a:lnTo>
                <a:cubicBezTo>
                  <a:pt x="2619" y="8634"/>
                  <a:pt x="2619" y="8727"/>
                  <a:pt x="2712" y="8820"/>
                </a:cubicBezTo>
                <a:cubicBezTo>
                  <a:pt x="2712" y="8820"/>
                  <a:pt x="2805" y="8912"/>
                  <a:pt x="2898" y="8912"/>
                </a:cubicBezTo>
                <a:lnTo>
                  <a:pt x="3291" y="8912"/>
                </a:lnTo>
                <a:cubicBezTo>
                  <a:pt x="3384" y="8912"/>
                  <a:pt x="3477" y="8820"/>
                  <a:pt x="3477" y="8727"/>
                </a:cubicBezTo>
                <a:lnTo>
                  <a:pt x="4358" y="6688"/>
                </a:lnTo>
                <a:cubicBezTo>
                  <a:pt x="4543" y="6410"/>
                  <a:pt x="4450" y="6108"/>
                  <a:pt x="4265" y="5923"/>
                </a:cubicBezTo>
                <a:lnTo>
                  <a:pt x="3199" y="4486"/>
                </a:lnTo>
                <a:lnTo>
                  <a:pt x="3199" y="4092"/>
                </a:lnTo>
                <a:cubicBezTo>
                  <a:pt x="3199" y="3999"/>
                  <a:pt x="3199" y="3907"/>
                  <a:pt x="3013" y="3907"/>
                </a:cubicBezTo>
                <a:cubicBezTo>
                  <a:pt x="2898" y="3907"/>
                  <a:pt x="2805" y="3999"/>
                  <a:pt x="2805" y="4092"/>
                </a:cubicBezTo>
                <a:lnTo>
                  <a:pt x="2805" y="4370"/>
                </a:lnTo>
                <a:lnTo>
                  <a:pt x="1855" y="4370"/>
                </a:lnTo>
                <a:lnTo>
                  <a:pt x="1855" y="3211"/>
                </a:lnTo>
                <a:lnTo>
                  <a:pt x="1855" y="2632"/>
                </a:lnTo>
                <a:cubicBezTo>
                  <a:pt x="1855" y="2539"/>
                  <a:pt x="1855" y="2447"/>
                  <a:pt x="1947" y="2447"/>
                </a:cubicBezTo>
                <a:lnTo>
                  <a:pt x="2225" y="2261"/>
                </a:lnTo>
                <a:lnTo>
                  <a:pt x="4636" y="1102"/>
                </a:lnTo>
                <a:cubicBezTo>
                  <a:pt x="4752" y="1102"/>
                  <a:pt x="4752" y="1010"/>
                  <a:pt x="4752" y="1010"/>
                </a:cubicBezTo>
                <a:lnTo>
                  <a:pt x="5122" y="430"/>
                </a:lnTo>
                <a:lnTo>
                  <a:pt x="5122" y="894"/>
                </a:lnTo>
                <a:cubicBezTo>
                  <a:pt x="5122" y="1102"/>
                  <a:pt x="5030" y="1288"/>
                  <a:pt x="4844" y="1381"/>
                </a:cubicBezTo>
                <a:lnTo>
                  <a:pt x="3013" y="2354"/>
                </a:lnTo>
                <a:cubicBezTo>
                  <a:pt x="2898" y="2354"/>
                  <a:pt x="2898" y="2447"/>
                  <a:pt x="2898" y="2539"/>
                </a:cubicBezTo>
                <a:lnTo>
                  <a:pt x="2805" y="3211"/>
                </a:lnTo>
                <a:cubicBezTo>
                  <a:pt x="2805" y="3327"/>
                  <a:pt x="2898" y="3420"/>
                  <a:pt x="3106" y="3420"/>
                </a:cubicBezTo>
                <a:cubicBezTo>
                  <a:pt x="3199" y="3420"/>
                  <a:pt x="3291" y="3327"/>
                  <a:pt x="3291" y="3211"/>
                </a:cubicBezTo>
                <a:lnTo>
                  <a:pt x="3291" y="2632"/>
                </a:lnTo>
                <a:lnTo>
                  <a:pt x="5030" y="1775"/>
                </a:lnTo>
                <a:cubicBezTo>
                  <a:pt x="5122" y="1682"/>
                  <a:pt x="5215" y="1589"/>
                  <a:pt x="5331" y="1473"/>
                </a:cubicBezTo>
                <a:cubicBezTo>
                  <a:pt x="5424" y="1589"/>
                  <a:pt x="5516" y="1682"/>
                  <a:pt x="5702" y="1775"/>
                </a:cubicBezTo>
                <a:lnTo>
                  <a:pt x="7347" y="2632"/>
                </a:lnTo>
                <a:lnTo>
                  <a:pt x="7440" y="4486"/>
                </a:lnTo>
                <a:lnTo>
                  <a:pt x="6374" y="5923"/>
                </a:lnTo>
                <a:cubicBezTo>
                  <a:pt x="6188" y="6108"/>
                  <a:pt x="6188" y="6410"/>
                  <a:pt x="6281" y="6688"/>
                </a:cubicBezTo>
                <a:lnTo>
                  <a:pt x="7162" y="8727"/>
                </a:lnTo>
                <a:cubicBezTo>
                  <a:pt x="7162" y="8820"/>
                  <a:pt x="7254" y="8912"/>
                  <a:pt x="7347" y="8912"/>
                </a:cubicBezTo>
                <a:lnTo>
                  <a:pt x="7741" y="8912"/>
                </a:lnTo>
                <a:cubicBezTo>
                  <a:pt x="7834" y="8912"/>
                  <a:pt x="7927" y="8820"/>
                  <a:pt x="8019" y="8820"/>
                </a:cubicBezTo>
                <a:lnTo>
                  <a:pt x="8019" y="8542"/>
                </a:lnTo>
                <a:lnTo>
                  <a:pt x="7834" y="7568"/>
                </a:lnTo>
                <a:lnTo>
                  <a:pt x="8599" y="8727"/>
                </a:lnTo>
                <a:cubicBezTo>
                  <a:pt x="8599" y="8820"/>
                  <a:pt x="8691" y="8912"/>
                  <a:pt x="8807" y="8912"/>
                </a:cubicBezTo>
                <a:lnTo>
                  <a:pt x="9178" y="8912"/>
                </a:lnTo>
                <a:cubicBezTo>
                  <a:pt x="9271" y="8912"/>
                  <a:pt x="9387" y="8820"/>
                  <a:pt x="9387" y="8820"/>
                </a:cubicBezTo>
                <a:cubicBezTo>
                  <a:pt x="9479" y="8727"/>
                  <a:pt x="9479" y="8634"/>
                  <a:pt x="9479" y="8542"/>
                </a:cubicBezTo>
                <a:lnTo>
                  <a:pt x="8807" y="6502"/>
                </a:lnTo>
                <a:cubicBezTo>
                  <a:pt x="8807" y="6410"/>
                  <a:pt x="8807" y="6410"/>
                  <a:pt x="8900" y="6410"/>
                </a:cubicBezTo>
                <a:lnTo>
                  <a:pt x="9271" y="4579"/>
                </a:lnTo>
                <a:lnTo>
                  <a:pt x="9271" y="3513"/>
                </a:lnTo>
                <a:lnTo>
                  <a:pt x="9572" y="3698"/>
                </a:lnTo>
                <a:lnTo>
                  <a:pt x="9572" y="3791"/>
                </a:lnTo>
                <a:lnTo>
                  <a:pt x="9572" y="4277"/>
                </a:lnTo>
                <a:cubicBezTo>
                  <a:pt x="9572" y="4486"/>
                  <a:pt x="9665" y="4671"/>
                  <a:pt x="9850" y="4857"/>
                </a:cubicBezTo>
                <a:cubicBezTo>
                  <a:pt x="10059" y="5065"/>
                  <a:pt x="10244" y="5158"/>
                  <a:pt x="10545" y="5158"/>
                </a:cubicBezTo>
                <a:cubicBezTo>
                  <a:pt x="10638" y="5158"/>
                  <a:pt x="10731" y="5065"/>
                  <a:pt x="10731" y="4950"/>
                </a:cubicBezTo>
                <a:lnTo>
                  <a:pt x="10731" y="3698"/>
                </a:lnTo>
                <a:cubicBezTo>
                  <a:pt x="10731" y="3211"/>
                  <a:pt x="10429" y="2841"/>
                  <a:pt x="10059" y="2632"/>
                </a:cubicBezTo>
                <a:lnTo>
                  <a:pt x="8993" y="2053"/>
                </a:lnTo>
                <a:lnTo>
                  <a:pt x="8900" y="2053"/>
                </a:lnTo>
                <a:cubicBezTo>
                  <a:pt x="8993" y="1960"/>
                  <a:pt x="9085" y="1867"/>
                  <a:pt x="9085" y="1775"/>
                </a:cubicBezTo>
                <a:lnTo>
                  <a:pt x="9271" y="1288"/>
                </a:lnTo>
                <a:cubicBezTo>
                  <a:pt x="9271" y="1195"/>
                  <a:pt x="9271" y="1010"/>
                  <a:pt x="9178" y="894"/>
                </a:cubicBezTo>
                <a:cubicBezTo>
                  <a:pt x="9178" y="708"/>
                  <a:pt x="8993" y="616"/>
                  <a:pt x="8900" y="523"/>
                </a:cubicBezTo>
                <a:lnTo>
                  <a:pt x="8691" y="523"/>
                </a:lnTo>
                <a:cubicBezTo>
                  <a:pt x="8604" y="501"/>
                  <a:pt x="8520" y="490"/>
                  <a:pt x="8442" y="490"/>
                </a:cubicBezTo>
                <a:cubicBezTo>
                  <a:pt x="8190" y="490"/>
                  <a:pt x="7997" y="611"/>
                  <a:pt x="7927" y="894"/>
                </a:cubicBezTo>
                <a:lnTo>
                  <a:pt x="7741" y="1288"/>
                </a:lnTo>
                <a:lnTo>
                  <a:pt x="7741" y="1473"/>
                </a:lnTo>
                <a:lnTo>
                  <a:pt x="6188" y="708"/>
                </a:lnTo>
                <a:lnTo>
                  <a:pt x="5910" y="222"/>
                </a:lnTo>
                <a:cubicBezTo>
                  <a:pt x="5825" y="86"/>
                  <a:pt x="5703" y="0"/>
                  <a:pt x="5571" y="0"/>
                </a:cubicBezTo>
                <a:cubicBezTo>
                  <a:pt x="5523" y="0"/>
                  <a:pt x="5473" y="12"/>
                  <a:pt x="5424" y="36"/>
                </a:cubicBezTo>
                <a:lnTo>
                  <a:pt x="5215" y="36"/>
                </a:lnTo>
                <a:cubicBezTo>
                  <a:pt x="5190" y="12"/>
                  <a:pt x="5159" y="0"/>
                  <a:pt x="5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nvGrpSpPr>
          <p:cNvPr id="1764" name="Google Shape;1764;p53">
            <a:extLst>
              <a:ext uri="{FF2B5EF4-FFF2-40B4-BE49-F238E27FC236}">
                <a16:creationId xmlns:a16="http://schemas.microsoft.com/office/drawing/2014/main" id="{FEAD78EA-E4DB-F7E9-49BC-B4E03D9359D2}"/>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D954C1B3-C29E-4B5F-EF08-17E834B74CA1}"/>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44315B0E-11E4-2209-6745-B86C626A8F0B}"/>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A16C1582-8591-7412-7B48-5DBDEB6FBEA9}"/>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FC39A843-4E32-40E5-933E-0BE4F89EA40F}"/>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5D91DF05-8BEB-915B-0FFD-D294C925C6C5}"/>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AA4C75B7-F96B-9701-CEBE-B8F395D97704}"/>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28BB131C-D793-3418-7873-FD73582A7A40}"/>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129EAA1A-CA14-9DC9-FFAC-F7F5737BF9C7}"/>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3BAEC0F3-8DE6-3770-7DE2-E13C2298C67D}"/>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BA08CBBE-CA8F-0642-52A1-C48CC6F9045C}"/>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41A330C4-C30C-5E82-A624-7D596A80F997}"/>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B48F5642-5ECD-A402-B4F9-B675271093EA}"/>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8277A44D-29DE-5D03-7742-C8184E275B35}"/>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44B84935-34D4-2B71-D124-D260EF7E2575}"/>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397E93B6-E0B3-8BA0-71E6-6F4D31286FDA}"/>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94CA9510-0E5F-D9FA-1B4E-7293A3C43C45}"/>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6E56AB7A-9FEE-53A5-8200-F1BD56FCA34F}"/>
              </a:ext>
            </a:extLst>
          </p:cNvPr>
          <p:cNvPicPr>
            <a:picLocks noChangeAspect="1"/>
          </p:cNvPicPr>
          <p:nvPr/>
        </p:nvPicPr>
        <p:blipFill>
          <a:blip r:embed="rId4"/>
          <a:stretch>
            <a:fillRect/>
          </a:stretch>
        </p:blipFill>
        <p:spPr>
          <a:xfrm>
            <a:off x="5030304" y="1005898"/>
            <a:ext cx="3081539" cy="1961352"/>
          </a:xfrm>
          <a:prstGeom prst="rect">
            <a:avLst/>
          </a:prstGeom>
        </p:spPr>
      </p:pic>
      <p:pic>
        <p:nvPicPr>
          <p:cNvPr id="6" name="图片 5">
            <a:extLst>
              <a:ext uri="{FF2B5EF4-FFF2-40B4-BE49-F238E27FC236}">
                <a16:creationId xmlns:a16="http://schemas.microsoft.com/office/drawing/2014/main" id="{41630A2E-9394-793A-4532-7551F2731C71}"/>
              </a:ext>
            </a:extLst>
          </p:cNvPr>
          <p:cNvPicPr>
            <a:picLocks noChangeAspect="1"/>
          </p:cNvPicPr>
          <p:nvPr/>
        </p:nvPicPr>
        <p:blipFill>
          <a:blip r:embed="rId5"/>
          <a:stretch>
            <a:fillRect/>
          </a:stretch>
        </p:blipFill>
        <p:spPr>
          <a:xfrm>
            <a:off x="1526317" y="2954612"/>
            <a:ext cx="3045683" cy="1798648"/>
          </a:xfrm>
          <a:prstGeom prst="rect">
            <a:avLst/>
          </a:prstGeom>
        </p:spPr>
      </p:pic>
    </p:spTree>
    <p:extLst>
      <p:ext uri="{BB962C8B-B14F-4D97-AF65-F5344CB8AC3E}">
        <p14:creationId xmlns:p14="http://schemas.microsoft.com/office/powerpoint/2010/main" val="359566935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512C0785-121C-B48A-03B2-F652427DB19B}"/>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18660AC7-8680-40BA-DE2F-65FA055B1801}"/>
              </a:ext>
            </a:extLst>
          </p:cNvPr>
          <p:cNvSpPr txBox="1">
            <a:spLocks noGrp="1"/>
          </p:cNvSpPr>
          <p:nvPr>
            <p:ph type="subTitle" idx="1"/>
          </p:nvPr>
        </p:nvSpPr>
        <p:spPr>
          <a:xfrm>
            <a:off x="1715508" y="1223745"/>
            <a:ext cx="4732184" cy="395700"/>
          </a:xfrm>
          <a:prstGeom prst="rect">
            <a:avLst/>
          </a:prstGeom>
        </p:spPr>
        <p:txBody>
          <a:bodyPr spcFirstLastPara="1" wrap="square" lIns="91425" tIns="91425" rIns="91425" bIns="91425" anchor="ctr" anchorCtr="0">
            <a:noAutofit/>
          </a:bodyPr>
          <a:lstStyle/>
          <a:p>
            <a:pPr lvl="0" indent="0"/>
            <a:r>
              <a:rPr lang="zh-CN" altLang="en-US" dirty="0"/>
              <a:t>教师端功能</a:t>
            </a:r>
            <a:r>
              <a:rPr lang="en-US" altLang="zh-CN" dirty="0"/>
              <a:t>——</a:t>
            </a:r>
            <a:r>
              <a:rPr lang="zh-CN" altLang="zh-CN" dirty="0"/>
              <a:t>自动化批改与学情分析</a:t>
            </a:r>
            <a:endParaRPr lang="zh-CN" altLang="en-US" dirty="0"/>
          </a:p>
        </p:txBody>
      </p:sp>
      <p:sp>
        <p:nvSpPr>
          <p:cNvPr id="1727" name="Google Shape;1727;p53">
            <a:extLst>
              <a:ext uri="{FF2B5EF4-FFF2-40B4-BE49-F238E27FC236}">
                <a16:creationId xmlns:a16="http://schemas.microsoft.com/office/drawing/2014/main" id="{F302FB1E-6784-1269-46A1-C316F7187988}"/>
              </a:ext>
            </a:extLst>
          </p:cNvPr>
          <p:cNvSpPr txBox="1">
            <a:spLocks noGrp="1"/>
          </p:cNvSpPr>
          <p:nvPr>
            <p:ph type="subTitle" idx="4"/>
          </p:nvPr>
        </p:nvSpPr>
        <p:spPr>
          <a:xfrm>
            <a:off x="1556078" y="1636585"/>
            <a:ext cx="6310436" cy="788475"/>
          </a:xfrm>
          <a:prstGeom prst="rect">
            <a:avLst/>
          </a:prstGeom>
        </p:spPr>
        <p:txBody>
          <a:bodyPr spcFirstLastPara="1" wrap="square" lIns="91425" tIns="91425" rIns="91425" bIns="91425" anchor="t" anchorCtr="0">
            <a:noAutofit/>
          </a:bodyPr>
          <a:lstStyle/>
          <a:p>
            <a:pPr algn="just"/>
            <a:r>
              <a:rPr lang="zh-CN" altLang="en-US" dirty="0"/>
              <a:t>录入题目、学生答案和参考答案后，系统自动评分、定位错误、给出修正建议并记录学生表现，同时支持查看班级提交列表与逐题批改详情，自动汇总高频错误知识点。</a:t>
            </a:r>
          </a:p>
        </p:txBody>
      </p:sp>
      <p:sp>
        <p:nvSpPr>
          <p:cNvPr id="1728" name="Google Shape;1728;p53">
            <a:extLst>
              <a:ext uri="{FF2B5EF4-FFF2-40B4-BE49-F238E27FC236}">
                <a16:creationId xmlns:a16="http://schemas.microsoft.com/office/drawing/2014/main" id="{D99400E0-8A0B-E9AA-69D1-AF4A7C22987B}"/>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4AA60171-9384-CB2C-F513-C527BDBEE4C8}"/>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F59989E3-7D0C-FC74-AF8D-49FC6ED6B7F8}"/>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5CBFF80F-E201-C7A6-519F-CF3A4417B5B0}"/>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748BCDB7-9014-B07C-55C4-0DED8C12F25E}"/>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6D61E48F-1319-79E8-260E-F44117C9A8C4}"/>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1239641C-D0AA-B79F-0310-ED81D5645471}"/>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82334DCB-C808-0249-3CA1-1BAA9E73929B}"/>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E0999881-AD56-F90E-B7DD-1DEBF73A20C8}"/>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0D6C7B1E-4B28-F1EB-D2ED-C21BD93780B0}"/>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1DD8FB05-A711-4821-65A7-D31B7CEE0F33}"/>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11692B79-E329-BC18-394D-5CD0EFD7BE7C}"/>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4503E295-575C-BE37-54F8-002AE5D1C86B}"/>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A66588A8-4545-6BBF-EE57-FE0711C9E3F7}"/>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598D4385-30E0-D3F5-4833-A44B5EB2E517}"/>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3C4D5956-AF85-7894-1D14-88A257D5FCD6}"/>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92121ADE-04CF-FB84-E5E4-213309BDEAAC}"/>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18C6E5BC-C470-C2C6-3050-A3204F5E3220}"/>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890EE4FE-70EF-72CA-D787-922AE229D354}"/>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E36E4851-8C79-58A3-8AD0-81C60142945A}"/>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13ADDA71-75E0-6510-FC8B-07F4C57A9F2F}"/>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1DE74F8B-F1E5-A6B1-DE3C-F4DA44AA510C}"/>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4AC381EF-738E-876C-E51F-2F977CCBCB96}"/>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337DC044-8CCC-E8C8-9818-A9822E2BCB40}"/>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872E6360-34F1-EF30-1767-5C67387C1371}"/>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2EA3AB30-8310-3B33-4356-16576263C1E0}"/>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FCBA1844-2374-8CD3-D951-6F7C71F760A9}"/>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7" name="图片 6">
            <a:extLst>
              <a:ext uri="{FF2B5EF4-FFF2-40B4-BE49-F238E27FC236}">
                <a16:creationId xmlns:a16="http://schemas.microsoft.com/office/drawing/2014/main" id="{5073F984-301E-C691-16D6-EE96A4B389DC}"/>
              </a:ext>
            </a:extLst>
          </p:cNvPr>
          <p:cNvPicPr>
            <a:picLocks noChangeAspect="1"/>
          </p:cNvPicPr>
          <p:nvPr/>
        </p:nvPicPr>
        <p:blipFill>
          <a:blip r:embed="rId4"/>
          <a:stretch>
            <a:fillRect/>
          </a:stretch>
        </p:blipFill>
        <p:spPr>
          <a:xfrm>
            <a:off x="5866925" y="2452649"/>
            <a:ext cx="2369546" cy="1923683"/>
          </a:xfrm>
          <a:prstGeom prst="rect">
            <a:avLst/>
          </a:prstGeom>
        </p:spPr>
      </p:pic>
      <p:pic>
        <p:nvPicPr>
          <p:cNvPr id="8" name="图片 7">
            <a:extLst>
              <a:ext uri="{FF2B5EF4-FFF2-40B4-BE49-F238E27FC236}">
                <a16:creationId xmlns:a16="http://schemas.microsoft.com/office/drawing/2014/main" id="{5F1BD6D7-6FB5-3F67-C6D6-A1B780383709}"/>
              </a:ext>
            </a:extLst>
          </p:cNvPr>
          <p:cNvPicPr>
            <a:picLocks noChangeAspect="1"/>
          </p:cNvPicPr>
          <p:nvPr/>
        </p:nvPicPr>
        <p:blipFill>
          <a:blip r:embed="rId5"/>
          <a:stretch>
            <a:fillRect/>
          </a:stretch>
        </p:blipFill>
        <p:spPr>
          <a:xfrm>
            <a:off x="1604555" y="2452649"/>
            <a:ext cx="4262370" cy="1923683"/>
          </a:xfrm>
          <a:prstGeom prst="rect">
            <a:avLst/>
          </a:prstGeom>
        </p:spPr>
      </p:pic>
    </p:spTree>
    <p:extLst>
      <p:ext uri="{BB962C8B-B14F-4D97-AF65-F5344CB8AC3E}">
        <p14:creationId xmlns:p14="http://schemas.microsoft.com/office/powerpoint/2010/main" val="11442437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43BC49D4-33D0-88A6-2C2F-32D3EE36C05C}"/>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48AB836C-96E1-FA26-EFCB-F7B07B2D3CBC}"/>
              </a:ext>
            </a:extLst>
          </p:cNvPr>
          <p:cNvSpPr txBox="1">
            <a:spLocks noGrp="1"/>
          </p:cNvSpPr>
          <p:nvPr>
            <p:ph type="subTitle" idx="1"/>
          </p:nvPr>
        </p:nvSpPr>
        <p:spPr>
          <a:xfrm>
            <a:off x="1715508" y="1223745"/>
            <a:ext cx="4732184" cy="395700"/>
          </a:xfrm>
          <a:prstGeom prst="rect">
            <a:avLst/>
          </a:prstGeom>
        </p:spPr>
        <p:txBody>
          <a:bodyPr spcFirstLastPara="1" wrap="square" lIns="91425" tIns="91425" rIns="91425" bIns="91425" anchor="ctr" anchorCtr="0">
            <a:noAutofit/>
          </a:bodyPr>
          <a:lstStyle/>
          <a:p>
            <a:pPr lvl="0" indent="0"/>
            <a:r>
              <a:rPr lang="zh-CN" altLang="en-US" dirty="0"/>
              <a:t>教师端功能</a:t>
            </a:r>
            <a:r>
              <a:rPr lang="en-US" altLang="zh-CN" dirty="0"/>
              <a:t>——</a:t>
            </a:r>
            <a:r>
              <a:rPr lang="zh-CN" altLang="zh-CN" dirty="0"/>
              <a:t>智能出题与试卷流水线</a:t>
            </a:r>
            <a:endParaRPr lang="zh-CN" altLang="en-US" dirty="0"/>
          </a:p>
        </p:txBody>
      </p:sp>
      <p:sp>
        <p:nvSpPr>
          <p:cNvPr id="1727" name="Google Shape;1727;p53">
            <a:extLst>
              <a:ext uri="{FF2B5EF4-FFF2-40B4-BE49-F238E27FC236}">
                <a16:creationId xmlns:a16="http://schemas.microsoft.com/office/drawing/2014/main" id="{D547BDE1-0AC4-4F99-C13D-E25BBF91E13E}"/>
              </a:ext>
            </a:extLst>
          </p:cNvPr>
          <p:cNvSpPr txBox="1">
            <a:spLocks noGrp="1"/>
          </p:cNvSpPr>
          <p:nvPr>
            <p:ph type="subTitle" idx="4"/>
          </p:nvPr>
        </p:nvSpPr>
        <p:spPr>
          <a:xfrm>
            <a:off x="1612434" y="1536422"/>
            <a:ext cx="6310436" cy="788475"/>
          </a:xfrm>
          <a:prstGeom prst="rect">
            <a:avLst/>
          </a:prstGeom>
        </p:spPr>
        <p:txBody>
          <a:bodyPr spcFirstLastPara="1" wrap="square" lIns="91425" tIns="91425" rIns="91425" bIns="91425" anchor="t" anchorCtr="0">
            <a:noAutofit/>
          </a:bodyPr>
          <a:lstStyle/>
          <a:p>
            <a:r>
              <a:rPr lang="zh-CN" altLang="en-US" dirty="0"/>
              <a:t>按内容、题型、难度自动生成结构化题目与参考答案存入题库，并支持从教学计划生成试卷草稿、追加已生成考核题后发布到班级并设定截止时间。</a:t>
            </a:r>
          </a:p>
          <a:p>
            <a:endParaRPr lang="zh-CN" altLang="en-US" dirty="0"/>
          </a:p>
        </p:txBody>
      </p:sp>
      <p:sp>
        <p:nvSpPr>
          <p:cNvPr id="1728" name="Google Shape;1728;p53">
            <a:extLst>
              <a:ext uri="{FF2B5EF4-FFF2-40B4-BE49-F238E27FC236}">
                <a16:creationId xmlns:a16="http://schemas.microsoft.com/office/drawing/2014/main" id="{78F62DD5-D03D-5215-F962-BB40F5D1F3F2}"/>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0FB47360-DB5A-9818-06D5-7E00F58B37F6}"/>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E915F83C-966B-CE28-243D-5AA89E029A46}"/>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06005515-01E9-7B3E-27DA-9237C18F16D7}"/>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5B4A0A8A-8CF5-9096-98D9-66225160CC48}"/>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D7E81EC1-B44F-807C-A404-5C9694F7890D}"/>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7759EE99-1CEC-B73A-1798-0F6048DC41B0}"/>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8ABEE3A0-9D37-E953-5EBF-560B69B9C2FB}"/>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388FAEC8-140D-7682-7D08-25F121D6A94F}"/>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17525970-50D6-C3E3-C47D-A1CF9BBAFFE3}"/>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BD40687E-D318-1BF0-7863-3CF01B2EE279}"/>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6B1DF875-9B75-639B-ADB6-A5BC89BAE955}"/>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AFD4161F-E346-33B7-6864-AD4597B6A6BC}"/>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F8F82A96-9413-5198-355B-FAC0D7542221}"/>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22037A45-0D26-1DDB-F46A-F170B3CB5786}"/>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F3E49FC7-4192-6907-0970-154B653790AC}"/>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A6CE31A2-C7D0-D033-89EF-9D65EC06B9E2}"/>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92206BDD-14D7-16D1-6F5E-A0E1786E9217}"/>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CE3EA3B5-6F58-52C1-C1ED-EFE7CA115080}"/>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63F7F34C-0F2B-19CD-566E-EB923A9B6451}"/>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4A715011-E547-9B23-50E7-F1ED6321E8FB}"/>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730750E6-312A-5BC4-15BF-018064EF7647}"/>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568BED0F-A954-B830-24DF-2D9352A20BE0}"/>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E47A3242-B230-C185-C71C-C2731ADECE24}"/>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D8169ACE-7FE5-47B5-6FED-D2E368ED2E5E}"/>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806E1ED4-5801-1028-887C-39D5F8D6BF3B}"/>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A13486B2-4DEC-2CF1-472E-0FC6E77E5E27}"/>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3" name="图片 2">
            <a:extLst>
              <a:ext uri="{FF2B5EF4-FFF2-40B4-BE49-F238E27FC236}">
                <a16:creationId xmlns:a16="http://schemas.microsoft.com/office/drawing/2014/main" id="{41B42C91-C392-1902-B605-E5BB7737569C}"/>
              </a:ext>
            </a:extLst>
          </p:cNvPr>
          <p:cNvPicPr>
            <a:picLocks noChangeAspect="1"/>
          </p:cNvPicPr>
          <p:nvPr/>
        </p:nvPicPr>
        <p:blipFill>
          <a:blip r:embed="rId4"/>
          <a:stretch>
            <a:fillRect/>
          </a:stretch>
        </p:blipFill>
        <p:spPr>
          <a:xfrm>
            <a:off x="1807660" y="2398586"/>
            <a:ext cx="4212993" cy="2428359"/>
          </a:xfrm>
          <a:prstGeom prst="rect">
            <a:avLst/>
          </a:prstGeom>
        </p:spPr>
      </p:pic>
      <p:pic>
        <p:nvPicPr>
          <p:cNvPr id="6" name="图片 5">
            <a:extLst>
              <a:ext uri="{FF2B5EF4-FFF2-40B4-BE49-F238E27FC236}">
                <a16:creationId xmlns:a16="http://schemas.microsoft.com/office/drawing/2014/main" id="{68F0D3ED-4D93-9F33-467C-B3DEFC619CC3}"/>
              </a:ext>
            </a:extLst>
          </p:cNvPr>
          <p:cNvPicPr>
            <a:picLocks noChangeAspect="1"/>
          </p:cNvPicPr>
          <p:nvPr/>
        </p:nvPicPr>
        <p:blipFill>
          <a:blip r:embed="rId5"/>
          <a:stretch>
            <a:fillRect/>
          </a:stretch>
        </p:blipFill>
        <p:spPr>
          <a:xfrm>
            <a:off x="3790145" y="2184254"/>
            <a:ext cx="3752102" cy="2452436"/>
          </a:xfrm>
          <a:prstGeom prst="rect">
            <a:avLst/>
          </a:prstGeom>
        </p:spPr>
      </p:pic>
    </p:spTree>
    <p:extLst>
      <p:ext uri="{BB962C8B-B14F-4D97-AF65-F5344CB8AC3E}">
        <p14:creationId xmlns:p14="http://schemas.microsoft.com/office/powerpoint/2010/main" val="267579594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55BE3853-5F31-89C2-9C4A-CDA1EFCABDF4}"/>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9D79AE3C-A201-7505-0F3F-5DA04A789BA6}"/>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集成导航中枢</a:t>
            </a:r>
          </a:p>
        </p:txBody>
      </p:sp>
      <p:sp>
        <p:nvSpPr>
          <p:cNvPr id="1726" name="Google Shape;1726;p53">
            <a:extLst>
              <a:ext uri="{FF2B5EF4-FFF2-40B4-BE49-F238E27FC236}">
                <a16:creationId xmlns:a16="http://schemas.microsoft.com/office/drawing/2014/main" id="{D19F15D8-81B8-8266-C366-0542CD43137D}"/>
              </a:ext>
            </a:extLst>
          </p:cNvPr>
          <p:cNvSpPr txBox="1">
            <a:spLocks noGrp="1"/>
          </p:cNvSpPr>
          <p:nvPr>
            <p:ph type="subTitle" idx="3"/>
          </p:nvPr>
        </p:nvSpPr>
        <p:spPr>
          <a:xfrm>
            <a:off x="1715770" y="1679575"/>
            <a:ext cx="6794500" cy="579755"/>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管理首页聚合了数据概览、用户管理、资源管理以及在线问答四大核心治理入口，全方位展现当前管理员的身份配置及其拥有的特权菜单。</a:t>
            </a:r>
          </a:p>
        </p:txBody>
      </p:sp>
      <p:sp>
        <p:nvSpPr>
          <p:cNvPr id="1728" name="Google Shape;1728;p53">
            <a:extLst>
              <a:ext uri="{FF2B5EF4-FFF2-40B4-BE49-F238E27FC236}">
                <a16:creationId xmlns:a16="http://schemas.microsoft.com/office/drawing/2014/main" id="{4F5A0899-3208-FE28-4C97-C341ACF197E3}"/>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管理员端</a:t>
            </a:r>
            <a:endParaRPr lang="zh-CN" altLang="en-GB" sz="2800" dirty="0"/>
          </a:p>
        </p:txBody>
      </p:sp>
      <p:grpSp>
        <p:nvGrpSpPr>
          <p:cNvPr id="1729" name="Google Shape;1729;p53">
            <a:extLst>
              <a:ext uri="{FF2B5EF4-FFF2-40B4-BE49-F238E27FC236}">
                <a16:creationId xmlns:a16="http://schemas.microsoft.com/office/drawing/2014/main" id="{062FCEAB-E1AF-941E-EE8A-05C4485E42A7}"/>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A8237543-DDF4-40E5-C9DB-63433922FFA8}"/>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B398156C-1914-D089-1857-D9A4766B2E50}"/>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AB780400-B517-7C13-0E24-2AA25E3DF52B}"/>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8FF4A43F-C06B-EE97-3EDF-C229F3C4206B}"/>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0BA61C84-FB3C-B544-4BF8-02691EF9DCF9}"/>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5BC31932-D2E6-DBEE-3625-7455EBA2FFF3}"/>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04D23E84-7B7E-0E84-F968-DE7CDE149C42}"/>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07DBFBA4-8439-9858-B87F-CAE0BE31E0F9}"/>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5C00EF6E-D129-8196-B243-2FBD9A126ADD}"/>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B4BDC781-9CA0-19F8-1A51-A7FE3C365990}"/>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FA47D8E1-4C77-75D0-E0DE-8264656479AB}"/>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EFA9FDC6-261F-4D4C-D3A9-308915EA0E81}"/>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F2AD73C8-278C-C1D9-B748-4B3070FCC42B}"/>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5C400C87-6E63-F1A9-FDC6-6726B1A47050}"/>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8EC48A08-A647-179B-436B-4EF386183C75}"/>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436D94FC-7322-0FD5-2962-FA94E5177C3F}"/>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6B184FE9-F769-8A91-9BE1-CAF4E67C41A5}"/>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EECA0E46-86F3-AEAC-E40F-967126F48B8D}"/>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1F1B92A1-5174-993E-36C9-C356765E9E2C}"/>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C6344122-E8E9-D307-49DF-021016BD139C}"/>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B9788217-CE66-FF6F-1559-B3309D7A62C8}"/>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62028D5D-73E2-D171-9936-50E12D53B2EC}"/>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7F9385D5-D5C5-14AC-B3C7-551991092384}"/>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828E4820-73F1-FF79-BF78-871953146026}"/>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E7F06BBB-6044-D403-FE17-BD0EC821E316}"/>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2" name="图片 1" descr="屏幕截图 2026-06-02 184050">
            <a:extLst>
              <a:ext uri="{FF2B5EF4-FFF2-40B4-BE49-F238E27FC236}">
                <a16:creationId xmlns:a16="http://schemas.microsoft.com/office/drawing/2014/main" id="{71785B10-387E-5C70-0BAB-5882AA61D514}"/>
              </a:ext>
            </a:extLst>
          </p:cNvPr>
          <p:cNvPicPr>
            <a:picLocks noChangeAspect="1"/>
          </p:cNvPicPr>
          <p:nvPr/>
        </p:nvPicPr>
        <p:blipFill>
          <a:blip r:embed="rId4"/>
          <a:srcRect b="2996"/>
          <a:stretch>
            <a:fillRect/>
          </a:stretch>
        </p:blipFill>
        <p:spPr>
          <a:xfrm>
            <a:off x="2199005" y="2221865"/>
            <a:ext cx="4866640" cy="2590165"/>
          </a:xfrm>
          <a:prstGeom prst="rect">
            <a:avLst/>
          </a:prstGeom>
        </p:spPr>
      </p:pic>
    </p:spTree>
    <p:extLst>
      <p:ext uri="{BB962C8B-B14F-4D97-AF65-F5344CB8AC3E}">
        <p14:creationId xmlns:p14="http://schemas.microsoft.com/office/powerpoint/2010/main" val="125373814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7C597600-50EE-1BEC-5AE6-313F62356504}"/>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15616B09-A9C1-88C6-6AC8-33D7BCD7502B}"/>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学情数据大屏</a:t>
            </a:r>
          </a:p>
        </p:txBody>
      </p:sp>
      <p:sp>
        <p:nvSpPr>
          <p:cNvPr id="1726" name="Google Shape;1726;p53">
            <a:extLst>
              <a:ext uri="{FF2B5EF4-FFF2-40B4-BE49-F238E27FC236}">
                <a16:creationId xmlns:a16="http://schemas.microsoft.com/office/drawing/2014/main" id="{86B4B763-9879-50E7-F94F-0BE057CEB90A}"/>
              </a:ext>
            </a:extLst>
          </p:cNvPr>
          <p:cNvSpPr txBox="1">
            <a:spLocks noGrp="1"/>
          </p:cNvSpPr>
          <p:nvPr>
            <p:ph type="subTitle" idx="3"/>
          </p:nvPr>
        </p:nvSpPr>
        <p:spPr>
          <a:xfrm>
            <a:off x="1715770" y="1679575"/>
            <a:ext cx="6794500" cy="579755"/>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数据概览面板实时统计注册师生总数、在架课程数及活跃用户指标，动态追踪教师备课与试卷批改时效。通过大模型内置的诊断算法，大屏能自动归纳出学生的高频错误知识点并智能推送针对性教学建议，赋能科学的数字化教研决策。</a:t>
            </a:r>
          </a:p>
        </p:txBody>
      </p:sp>
      <p:sp>
        <p:nvSpPr>
          <p:cNvPr id="1728" name="Google Shape;1728;p53">
            <a:extLst>
              <a:ext uri="{FF2B5EF4-FFF2-40B4-BE49-F238E27FC236}">
                <a16:creationId xmlns:a16="http://schemas.microsoft.com/office/drawing/2014/main" id="{AF50D9D3-F208-6465-67D8-C8AC564CC4B0}"/>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教师端</a:t>
            </a:r>
            <a:endParaRPr lang="zh-CN" altLang="en-GB" sz="2800" dirty="0"/>
          </a:p>
        </p:txBody>
      </p:sp>
      <p:grpSp>
        <p:nvGrpSpPr>
          <p:cNvPr id="1729" name="Google Shape;1729;p53">
            <a:extLst>
              <a:ext uri="{FF2B5EF4-FFF2-40B4-BE49-F238E27FC236}">
                <a16:creationId xmlns:a16="http://schemas.microsoft.com/office/drawing/2014/main" id="{F0BA8513-D1C1-A7B3-6782-F1096E0AD33A}"/>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F0594C10-B8F5-BF42-425F-B1A108FB8BE7}"/>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24E33A7E-DB7D-CE59-827F-013782FC377D}"/>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04CDC0FE-E8D4-5E2E-F9EE-3033B1F30A83}"/>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79688AAE-E662-77EF-86C7-00572A1702DE}"/>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25A0DBDB-0CB8-5FB3-097B-256E18C6DEC3}"/>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B9A04956-D9D7-1876-36F5-6E84C110F654}"/>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60B6D18C-B5B8-037C-F983-7673A11F4B85}"/>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87976CE1-70B6-23EF-5EC2-A1C83B7EC626}"/>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41153FC3-C97C-38A5-039D-1C9C14F2EA9D}"/>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667BE049-4A18-9019-2B5A-4DD9FAF13EAA}"/>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7BF4B13F-9A38-5E5D-1EFD-C7955DE29D6E}"/>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3B5EC302-C388-9AD7-1C1E-2410B780C2B4}"/>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DF8EEC80-EE5B-6059-8D32-5C483E7647A2}"/>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4106BB74-2E46-F7AD-2D5F-EE97B1363EA2}"/>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D8BB50DC-C7DB-C84D-5D1A-B2A08B416945}"/>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06EC2134-C773-56D4-0E92-44A7CBD9F45C}"/>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A366C6D0-AA19-1790-E8CD-D3231354606E}"/>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E326E056-D362-44B4-D548-2A9C43D4AF4B}"/>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BCBC33E0-EA1A-27B0-E7AE-549CAFC05A10}"/>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A6BE9DE3-1FF7-AF90-79DD-76C37457D778}"/>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7EAC4789-8AF4-C2D7-D019-45079B38CE2F}"/>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A7033311-FC9A-58C8-6B5E-51803F68F7EB}"/>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1D2ECD08-9DE6-AF6B-911D-259D279ED20A}"/>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9E4D2B52-A5C5-8990-77A2-CBEFED80EF79}"/>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7F3450A2-2649-A95D-CD1C-D0F66C586A4E}"/>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2" name="图片 1" descr="C:/Users/10724/Pictures/Screenshots/屏幕截图 2026-06-02 184059.png屏幕截图 2026-06-02 184059">
            <a:extLst>
              <a:ext uri="{FF2B5EF4-FFF2-40B4-BE49-F238E27FC236}">
                <a16:creationId xmlns:a16="http://schemas.microsoft.com/office/drawing/2014/main" id="{B82926A2-4387-1130-A6B1-48D609EAAF6B}"/>
              </a:ext>
            </a:extLst>
          </p:cNvPr>
          <p:cNvPicPr>
            <a:picLocks noChangeAspect="1"/>
          </p:cNvPicPr>
          <p:nvPr/>
        </p:nvPicPr>
        <p:blipFill>
          <a:blip r:embed="rId4"/>
          <a:srcRect t="1187" b="1187"/>
          <a:stretch>
            <a:fillRect/>
          </a:stretch>
        </p:blipFill>
        <p:spPr>
          <a:xfrm>
            <a:off x="2365375" y="2430145"/>
            <a:ext cx="4528185" cy="2409825"/>
          </a:xfrm>
          <a:prstGeom prst="rect">
            <a:avLst/>
          </a:prstGeom>
        </p:spPr>
      </p:pic>
    </p:spTree>
    <p:extLst>
      <p:ext uri="{BB962C8B-B14F-4D97-AF65-F5344CB8AC3E}">
        <p14:creationId xmlns:p14="http://schemas.microsoft.com/office/powerpoint/2010/main" val="33753569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9AB6D61B-F66B-3086-B50C-C16A1E4790D0}"/>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3ECB9ED1-2457-42AD-AE03-F0497D53BC55}"/>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生命周期管理</a:t>
            </a:r>
          </a:p>
        </p:txBody>
      </p:sp>
      <p:sp>
        <p:nvSpPr>
          <p:cNvPr id="1726" name="Google Shape;1726;p53">
            <a:extLst>
              <a:ext uri="{FF2B5EF4-FFF2-40B4-BE49-F238E27FC236}">
                <a16:creationId xmlns:a16="http://schemas.microsoft.com/office/drawing/2014/main" id="{76B04912-881D-F086-1437-71972135A2E2}"/>
              </a:ext>
            </a:extLst>
          </p:cNvPr>
          <p:cNvSpPr txBox="1">
            <a:spLocks noGrp="1"/>
          </p:cNvSpPr>
          <p:nvPr>
            <p:ph type="subTitle" idx="3"/>
          </p:nvPr>
        </p:nvSpPr>
        <p:spPr>
          <a:xfrm>
            <a:off x="1715770" y="1679575"/>
            <a:ext cx="6794500"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用户管理模块支持管理员快速手动录入用户名与密码，并一键灵活指派管理员、教师或学生等精细化的系统访问角色。后台标准的用户列表视图实时载入并精准同步各账号的</a:t>
            </a:r>
            <a:r>
              <a:rPr lang="en-US" altLang="zh-CN" dirty="0"/>
              <a:t>ID</a:t>
            </a:r>
            <a:r>
              <a:rPr lang="zh-CN" altLang="en-US" dirty="0"/>
              <a:t>、创建时间、最近更新状态，构建安全透明的权限控制生态。</a:t>
            </a:r>
          </a:p>
        </p:txBody>
      </p:sp>
      <p:sp>
        <p:nvSpPr>
          <p:cNvPr id="1728" name="Google Shape;1728;p53">
            <a:extLst>
              <a:ext uri="{FF2B5EF4-FFF2-40B4-BE49-F238E27FC236}">
                <a16:creationId xmlns:a16="http://schemas.microsoft.com/office/drawing/2014/main" id="{797D1F9A-7850-D85E-E2FE-7F34D523AFCC}"/>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管理员端</a:t>
            </a:r>
            <a:endParaRPr lang="zh-CN" altLang="en-GB" sz="2800" dirty="0"/>
          </a:p>
        </p:txBody>
      </p:sp>
      <p:grpSp>
        <p:nvGrpSpPr>
          <p:cNvPr id="1729" name="Google Shape;1729;p53">
            <a:extLst>
              <a:ext uri="{FF2B5EF4-FFF2-40B4-BE49-F238E27FC236}">
                <a16:creationId xmlns:a16="http://schemas.microsoft.com/office/drawing/2014/main" id="{276A62A3-EEF7-1318-7959-CBC56FCD0AF8}"/>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925B8E7F-08EC-BE98-3EC7-00271E1829E9}"/>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1E654D3A-35C3-462D-4ECF-52BDED4AA7DD}"/>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52ED4646-1015-A667-2ABE-ADE47AD0C7DB}"/>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7C79C4B4-ECC2-DB70-D325-E1C64F0097A2}"/>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CE06C004-6B9C-AA0F-3797-8AFE0E9D3B4D}"/>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DBB45AA6-D4ED-20A9-E6AB-9D19F14C9BD2}"/>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785CAB9D-92AF-8D8F-825E-A56CEE84D02B}"/>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3A4EE3F9-8395-4EF6-B2F7-C83FC84188C1}"/>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95AB0656-C833-1CF5-E055-B5D24CF8F390}"/>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4668A1FA-CF4F-FD8C-F78A-D236B51C7B67}"/>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4743D88D-301B-0D3A-3F6D-A3940463DDE1}"/>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E64264CC-8591-4C27-6B4D-72518E77BE89}"/>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F1B0C7BD-EC15-E5EC-BEC4-C1D76240FB74}"/>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E120F60F-F580-5BB9-2BB4-E72EC91B47DB}"/>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6FAAC16C-48BE-3181-4434-BC315DA7D417}"/>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E0155DAE-CFB6-8CBB-AC13-5650980DED33}"/>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1330363B-C6C7-71D3-C00D-125DA1E07898}"/>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7067C87B-C4F2-2C0F-0EC2-B3F8EB9BFED8}"/>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B7C5254E-6E1F-F210-7FAD-E1ED5010B19F}"/>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D51E822C-351B-5BF0-D512-C4973FE9C369}"/>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89060711-2C46-C70E-56AB-80455CAC1DA4}"/>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D1F7ADB9-F1DB-168A-CE74-E23E7567D4DC}"/>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EDD9CEE1-A243-09AF-D133-0CC32310ECA8}"/>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BF3B904B-538C-2771-7840-5FB28BE0E474}"/>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6943E2B9-F903-C7E3-37A2-B0AAE8977410}"/>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2" name="图片 1" descr="C:/Users/10724/Pictures/Screenshots/屏幕截图 2026-06-02 184107.png屏幕截图 2026-06-02 184107">
            <a:extLst>
              <a:ext uri="{FF2B5EF4-FFF2-40B4-BE49-F238E27FC236}">
                <a16:creationId xmlns:a16="http://schemas.microsoft.com/office/drawing/2014/main" id="{759303C5-E9A0-6D49-1282-F3DD096BC043}"/>
              </a:ext>
            </a:extLst>
          </p:cNvPr>
          <p:cNvPicPr>
            <a:picLocks noChangeAspect="1"/>
          </p:cNvPicPr>
          <p:nvPr/>
        </p:nvPicPr>
        <p:blipFill>
          <a:blip r:embed="rId4"/>
          <a:srcRect t="1122" b="1122"/>
          <a:stretch>
            <a:fillRect/>
          </a:stretch>
        </p:blipFill>
        <p:spPr>
          <a:xfrm>
            <a:off x="2365375" y="2430145"/>
            <a:ext cx="4528185" cy="2409825"/>
          </a:xfrm>
          <a:prstGeom prst="rect">
            <a:avLst/>
          </a:prstGeom>
        </p:spPr>
      </p:pic>
    </p:spTree>
    <p:extLst>
      <p:ext uri="{BB962C8B-B14F-4D97-AF65-F5344CB8AC3E}">
        <p14:creationId xmlns:p14="http://schemas.microsoft.com/office/powerpoint/2010/main" val="17329990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28804030-6DF3-AB24-A758-9BC1EFA4DE7A}"/>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02523CF9-25F2-2551-519B-D003513A40C2}"/>
              </a:ext>
            </a:extLst>
          </p:cNvPr>
          <p:cNvSpPr txBox="1">
            <a:spLocks noGrp="1"/>
          </p:cNvSpPr>
          <p:nvPr>
            <p:ph type="subTitle" idx="1"/>
          </p:nvPr>
        </p:nvSpPr>
        <p:spPr>
          <a:xfrm>
            <a:off x="1715508" y="1244376"/>
            <a:ext cx="2500500" cy="395700"/>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教学资源审计</a:t>
            </a:r>
          </a:p>
        </p:txBody>
      </p:sp>
      <p:sp>
        <p:nvSpPr>
          <p:cNvPr id="1726" name="Google Shape;1726;p53">
            <a:extLst>
              <a:ext uri="{FF2B5EF4-FFF2-40B4-BE49-F238E27FC236}">
                <a16:creationId xmlns:a16="http://schemas.microsoft.com/office/drawing/2014/main" id="{1E0D40DD-2FCE-CADB-26A9-FC852B7E15D3}"/>
              </a:ext>
            </a:extLst>
          </p:cNvPr>
          <p:cNvSpPr txBox="1">
            <a:spLocks noGrp="1"/>
          </p:cNvSpPr>
          <p:nvPr>
            <p:ph type="subTitle" idx="3"/>
          </p:nvPr>
        </p:nvSpPr>
        <p:spPr>
          <a:xfrm>
            <a:off x="1715770" y="1679575"/>
            <a:ext cx="6794500"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资源管理模块用于统筹归档由大模型以及日常教学产生的教案、练习库等数字资产。管理端提供统一的数据表视图，清晰追溯学科主题、创建者</a:t>
            </a:r>
            <a:r>
              <a:rPr lang="en-US" altLang="zh-CN" dirty="0"/>
              <a:t>ID</a:t>
            </a:r>
            <a:r>
              <a:rPr lang="zh-CN" altLang="en-US" dirty="0"/>
              <a:t>及底层的物理存储路径，支持全量跨表加载与极速清空，确保核心数字资产流转合规。</a:t>
            </a:r>
          </a:p>
        </p:txBody>
      </p:sp>
      <p:sp>
        <p:nvSpPr>
          <p:cNvPr id="1728" name="Google Shape;1728;p53">
            <a:extLst>
              <a:ext uri="{FF2B5EF4-FFF2-40B4-BE49-F238E27FC236}">
                <a16:creationId xmlns:a16="http://schemas.microsoft.com/office/drawing/2014/main" id="{06EB8BA6-47F6-7FE2-BFF0-DFDE6EF7F79F}"/>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管理员端</a:t>
            </a:r>
            <a:endParaRPr lang="zh-CN" altLang="en-GB" sz="2800" dirty="0"/>
          </a:p>
        </p:txBody>
      </p:sp>
      <p:grpSp>
        <p:nvGrpSpPr>
          <p:cNvPr id="1729" name="Google Shape;1729;p53">
            <a:extLst>
              <a:ext uri="{FF2B5EF4-FFF2-40B4-BE49-F238E27FC236}">
                <a16:creationId xmlns:a16="http://schemas.microsoft.com/office/drawing/2014/main" id="{D26FE41C-0AE8-91D6-558D-569BF73993E1}"/>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B6394629-C427-5A82-AAA9-7F8BAACB8729}"/>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60D4BC96-36B8-673E-A77B-55D87F80F67C}"/>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A28DDCD3-1C40-8D52-1D31-16CF702A4221}"/>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F9384C59-0B18-0446-F9FC-A0D171BDE460}"/>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A0E327D7-44FC-30B7-51A6-6047A96F674A}"/>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D40EC8F8-ED73-8E52-1997-686C5374CA7B}"/>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5F6E01ED-4C66-31C3-8089-B84004373317}"/>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BF6ADD99-D65A-6D27-ADAC-0147507E1DE6}"/>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2AF50229-1937-6A3D-24B8-37F57D03D68F}"/>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72DF87F2-BEEA-E62E-0586-8EF2225E2E81}"/>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C6937F7B-8D1A-90E2-0C07-02B3AE71DFF5}"/>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6AA90BD6-E46C-7966-053D-71F1EC5D8223}"/>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CBFA2BA6-E687-191C-91B3-BA9938AC7C1E}"/>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332E95F2-8090-8FF0-9D35-FACDE820D07E}"/>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FC7B73D4-9EE5-6BA9-818E-88BF6B007F3E}"/>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CA946E1E-2390-13CD-A70B-0460CDBD5EF4}"/>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5F7DC343-EA67-D0D4-2F5A-E2B3977F9413}"/>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A94E7470-327C-5BE6-68BF-C187F13E8524}"/>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D1C6911E-526E-C532-44FE-0F5479E8E7D6}"/>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99BAB913-5D0B-20B5-28E2-459CB7CFFFAF}"/>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8554E6C5-6335-CD0E-24C0-FD99D9E860F4}"/>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44AE9F7E-4C6F-6216-9426-A9D98ECAAD74}"/>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D73B5B2E-291B-1D9B-02D5-7810F3429F15}"/>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96B1CF49-B209-4106-6E54-07F38E446DEF}"/>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DE7E7DD6-9EBC-433D-905B-070AACEC62B1}"/>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2" name="图片 1" descr="C:/Users/10724/Pictures/Screenshots/屏幕截图 2026-06-02 184133.png屏幕截图 2026-06-02 184133">
            <a:extLst>
              <a:ext uri="{FF2B5EF4-FFF2-40B4-BE49-F238E27FC236}">
                <a16:creationId xmlns:a16="http://schemas.microsoft.com/office/drawing/2014/main" id="{0D376E4A-1F07-BA7A-A9B0-5A6DAA40B38C}"/>
              </a:ext>
            </a:extLst>
          </p:cNvPr>
          <p:cNvPicPr>
            <a:picLocks noChangeAspect="1"/>
          </p:cNvPicPr>
          <p:nvPr/>
        </p:nvPicPr>
        <p:blipFill>
          <a:blip r:embed="rId4"/>
          <a:srcRect t="1192" b="1192"/>
          <a:stretch>
            <a:fillRect/>
          </a:stretch>
        </p:blipFill>
        <p:spPr>
          <a:xfrm>
            <a:off x="2365375" y="2430145"/>
            <a:ext cx="4528185" cy="2409825"/>
          </a:xfrm>
          <a:prstGeom prst="rect">
            <a:avLst/>
          </a:prstGeom>
        </p:spPr>
      </p:pic>
    </p:spTree>
    <p:extLst>
      <p:ext uri="{BB962C8B-B14F-4D97-AF65-F5344CB8AC3E}">
        <p14:creationId xmlns:p14="http://schemas.microsoft.com/office/powerpoint/2010/main" val="283139180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23">
          <a:extLst>
            <a:ext uri="{FF2B5EF4-FFF2-40B4-BE49-F238E27FC236}">
              <a16:creationId xmlns:a16="http://schemas.microsoft.com/office/drawing/2014/main" id="{6D0C76FD-4EFC-A837-6669-3D3491A50A51}"/>
            </a:ext>
          </a:extLst>
        </p:cNvPr>
        <p:cNvGrpSpPr/>
        <p:nvPr/>
      </p:nvGrpSpPr>
      <p:grpSpPr>
        <a:xfrm>
          <a:off x="0" y="0"/>
          <a:ext cx="0" cy="0"/>
          <a:chOff x="0" y="0"/>
          <a:chExt cx="0" cy="0"/>
        </a:xfrm>
      </p:grpSpPr>
      <p:sp>
        <p:nvSpPr>
          <p:cNvPr id="1724" name="Google Shape;1724;p53">
            <a:extLst>
              <a:ext uri="{FF2B5EF4-FFF2-40B4-BE49-F238E27FC236}">
                <a16:creationId xmlns:a16="http://schemas.microsoft.com/office/drawing/2014/main" id="{F876FA43-8F2B-8103-4555-E3D55DEC95B2}"/>
              </a:ext>
            </a:extLst>
          </p:cNvPr>
          <p:cNvSpPr txBox="1">
            <a:spLocks noGrp="1"/>
          </p:cNvSpPr>
          <p:nvPr>
            <p:ph type="subTitle" idx="1"/>
          </p:nvPr>
        </p:nvSpPr>
        <p:spPr>
          <a:xfrm>
            <a:off x="1715770" y="1244600"/>
            <a:ext cx="2745740" cy="395605"/>
          </a:xfrm>
          <a:prstGeom prst="rect">
            <a:avLst/>
          </a:prstGeom>
        </p:spPr>
        <p:txBody>
          <a:bodyPr spcFirstLastPara="1" wrap="square" lIns="91425" tIns="91425" rIns="91425" bIns="91425" anchor="ctr" anchorCtr="0">
            <a:noAutofit/>
          </a:bodyPr>
          <a:lstStyle/>
          <a:p>
            <a:pPr marL="0" lvl="0" indent="0" algn="l" rtl="0">
              <a:spcBef>
                <a:spcPct val="0"/>
              </a:spcBef>
              <a:spcAft>
                <a:spcPct val="0"/>
              </a:spcAft>
              <a:buNone/>
            </a:pPr>
            <a:r>
              <a:rPr lang="zh-CN" altLang="en-US" dirty="0"/>
              <a:t>公共问答链路测试</a:t>
            </a:r>
          </a:p>
        </p:txBody>
      </p:sp>
      <p:sp>
        <p:nvSpPr>
          <p:cNvPr id="1726" name="Google Shape;1726;p53">
            <a:extLst>
              <a:ext uri="{FF2B5EF4-FFF2-40B4-BE49-F238E27FC236}">
                <a16:creationId xmlns:a16="http://schemas.microsoft.com/office/drawing/2014/main" id="{F495653B-ABDA-43F3-4F79-9FD602E16452}"/>
              </a:ext>
            </a:extLst>
          </p:cNvPr>
          <p:cNvSpPr txBox="1">
            <a:spLocks noGrp="1"/>
          </p:cNvSpPr>
          <p:nvPr>
            <p:ph type="subTitle" idx="3"/>
          </p:nvPr>
        </p:nvSpPr>
        <p:spPr>
          <a:xfrm>
            <a:off x="1715770" y="1679575"/>
            <a:ext cx="6794500" cy="707390"/>
          </a:xfrm>
          <a:prstGeom prst="rect">
            <a:avLst/>
          </a:prstGeom>
        </p:spPr>
        <p:txBody>
          <a:bodyPr spcFirstLastPara="1" wrap="square" lIns="91425" tIns="91425" rIns="91425" bIns="91425" anchor="t" anchorCtr="0">
            <a:noAutofit/>
          </a:bodyPr>
          <a:lstStyle/>
          <a:p>
            <a:pPr marL="0" lvl="0" indent="0">
              <a:buClr>
                <a:srgbClr val="000000"/>
              </a:buClr>
              <a:buSzPts val="2800"/>
            </a:pPr>
            <a:r>
              <a:rPr lang="zh-CN" altLang="en-US" dirty="0"/>
              <a:t>在线问答界面是管理端专门用于验证平台公共答疑链路可用性的测试底座。测试人员无需频繁切换身份即可在输入框内键入专业问题进行热调用，秒级评测并诊断大模型的多轮追问效率、启发式引导质量以及即时纠错输出效果。</a:t>
            </a:r>
          </a:p>
        </p:txBody>
      </p:sp>
      <p:sp>
        <p:nvSpPr>
          <p:cNvPr id="1728" name="Google Shape;1728;p53">
            <a:extLst>
              <a:ext uri="{FF2B5EF4-FFF2-40B4-BE49-F238E27FC236}">
                <a16:creationId xmlns:a16="http://schemas.microsoft.com/office/drawing/2014/main" id="{58875EFA-5573-4B07-9241-BB83063F8D3F}"/>
              </a:ext>
            </a:extLst>
          </p:cNvPr>
          <p:cNvSpPr txBox="1">
            <a:spLocks noGrp="1"/>
          </p:cNvSpPr>
          <p:nvPr>
            <p:ph type="title"/>
          </p:nvPr>
        </p:nvSpPr>
        <p:spPr>
          <a:xfrm>
            <a:off x="720000" y="675700"/>
            <a:ext cx="7704000" cy="572700"/>
          </a:xfrm>
          <a:prstGeom prst="rect">
            <a:avLst/>
          </a:prstGeom>
        </p:spPr>
        <p:txBody>
          <a:bodyPr spcFirstLastPara="1" wrap="square" lIns="91425" tIns="91425" rIns="91425" bIns="91425" anchor="ctr" anchorCtr="0">
            <a:noAutofit/>
          </a:bodyPr>
          <a:lstStyle/>
          <a:p>
            <a:pPr lvl="0" algn="l"/>
            <a:r>
              <a:rPr lang="zh-CN" altLang="en-GB" sz="2800" dirty="0"/>
              <a:t>功能模块</a:t>
            </a:r>
            <a:r>
              <a:rPr lang="zh-CN" altLang="en-US" sz="2800" dirty="0"/>
              <a:t>与页面</a:t>
            </a:r>
            <a:r>
              <a:rPr lang="en-US" altLang="zh-CN" sz="2800" dirty="0"/>
              <a:t>——</a:t>
            </a:r>
            <a:r>
              <a:rPr lang="zh-CN" altLang="en-US" sz="2800" dirty="0"/>
              <a:t>管理员端</a:t>
            </a:r>
            <a:endParaRPr lang="zh-CN" altLang="en-GB" sz="2800" dirty="0"/>
          </a:p>
        </p:txBody>
      </p:sp>
      <p:grpSp>
        <p:nvGrpSpPr>
          <p:cNvPr id="1729" name="Google Shape;1729;p53">
            <a:extLst>
              <a:ext uri="{FF2B5EF4-FFF2-40B4-BE49-F238E27FC236}">
                <a16:creationId xmlns:a16="http://schemas.microsoft.com/office/drawing/2014/main" id="{0D76584D-697D-390C-D7DD-6EECD2DABDEB}"/>
              </a:ext>
            </a:extLst>
          </p:cNvPr>
          <p:cNvGrpSpPr/>
          <p:nvPr/>
        </p:nvGrpSpPr>
        <p:grpSpPr>
          <a:xfrm>
            <a:off x="932971" y="1195098"/>
            <a:ext cx="632424" cy="635863"/>
            <a:chOff x="3025500" y="3193338"/>
            <a:chExt cx="632424" cy="635863"/>
          </a:xfrm>
        </p:grpSpPr>
        <p:pic>
          <p:nvPicPr>
            <p:cNvPr id="1730" name="Google Shape;1730;p53">
              <a:extLst>
                <a:ext uri="{FF2B5EF4-FFF2-40B4-BE49-F238E27FC236}">
                  <a16:creationId xmlns:a16="http://schemas.microsoft.com/office/drawing/2014/main" id="{45795F24-875A-F984-9B0B-7734F022E1C5}"/>
                </a:ext>
              </a:extLst>
            </p:cNvPr>
            <p:cNvPicPr preferRelativeResize="0"/>
            <p:nvPr/>
          </p:nvPicPr>
          <p:blipFill>
            <a:blip r:embed="rId3"/>
            <a:stretch>
              <a:fillRect/>
            </a:stretch>
          </p:blipFill>
          <p:spPr>
            <a:xfrm rot="10800000">
              <a:off x="3038625" y="3209901"/>
              <a:ext cx="619299" cy="619299"/>
            </a:xfrm>
            <a:prstGeom prst="rect">
              <a:avLst/>
            </a:prstGeom>
            <a:noFill/>
            <a:ln>
              <a:noFill/>
            </a:ln>
          </p:spPr>
        </p:pic>
        <p:sp>
          <p:nvSpPr>
            <p:cNvPr id="1731" name="Google Shape;1731;p53">
              <a:extLst>
                <a:ext uri="{FF2B5EF4-FFF2-40B4-BE49-F238E27FC236}">
                  <a16:creationId xmlns:a16="http://schemas.microsoft.com/office/drawing/2014/main" id="{C4F46583-03BB-769C-1955-F53745D44ED9}"/>
                </a:ext>
              </a:extLst>
            </p:cNvPr>
            <p:cNvSpPr/>
            <p:nvPr/>
          </p:nvSpPr>
          <p:spPr>
            <a:xfrm>
              <a:off x="3025500" y="3193338"/>
              <a:ext cx="589500" cy="5895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32" name="Google Shape;1732;p53">
            <a:extLst>
              <a:ext uri="{FF2B5EF4-FFF2-40B4-BE49-F238E27FC236}">
                <a16:creationId xmlns:a16="http://schemas.microsoft.com/office/drawing/2014/main" id="{9FE74F36-BE85-BC6E-4FC3-4FE988A902C9}"/>
              </a:ext>
            </a:extLst>
          </p:cNvPr>
          <p:cNvGrpSpPr/>
          <p:nvPr/>
        </p:nvGrpSpPr>
        <p:grpSpPr>
          <a:xfrm>
            <a:off x="1036058" y="1322535"/>
            <a:ext cx="350550" cy="314050"/>
            <a:chOff x="1025600" y="1505650"/>
            <a:chExt cx="350550" cy="314050"/>
          </a:xfrm>
        </p:grpSpPr>
        <p:sp>
          <p:nvSpPr>
            <p:cNvPr id="1733" name="Google Shape;1733;p53">
              <a:extLst>
                <a:ext uri="{FF2B5EF4-FFF2-40B4-BE49-F238E27FC236}">
                  <a16:creationId xmlns:a16="http://schemas.microsoft.com/office/drawing/2014/main" id="{63061003-5756-F021-3C75-123445835822}"/>
                </a:ext>
              </a:extLst>
            </p:cNvPr>
            <p:cNvSpPr/>
            <p:nvPr/>
          </p:nvSpPr>
          <p:spPr>
            <a:xfrm>
              <a:off x="1158875" y="1809825"/>
              <a:ext cx="31300" cy="9875"/>
            </a:xfrm>
            <a:custGeom>
              <a:avLst/>
              <a:gdLst/>
              <a:ahLst/>
              <a:cxnLst/>
              <a:rect l="l" t="t" r="r" b="b"/>
              <a:pathLst>
                <a:path w="1252" h="395" extrusionOk="0">
                  <a:moveTo>
                    <a:pt x="185" y="0"/>
                  </a:moveTo>
                  <a:cubicBezTo>
                    <a:pt x="0" y="0"/>
                    <a:pt x="0" y="93"/>
                    <a:pt x="0" y="209"/>
                  </a:cubicBezTo>
                  <a:cubicBezTo>
                    <a:pt x="0" y="394"/>
                    <a:pt x="0" y="394"/>
                    <a:pt x="185" y="394"/>
                  </a:cubicBezTo>
                  <a:lnTo>
                    <a:pt x="950" y="394"/>
                  </a:lnTo>
                  <a:cubicBezTo>
                    <a:pt x="1159" y="394"/>
                    <a:pt x="1252" y="394"/>
                    <a:pt x="1252" y="209"/>
                  </a:cubicBezTo>
                  <a:cubicBezTo>
                    <a:pt x="1252" y="93"/>
                    <a:pt x="1159" y="0"/>
                    <a:pt x="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4" name="Google Shape;1734;p53">
              <a:extLst>
                <a:ext uri="{FF2B5EF4-FFF2-40B4-BE49-F238E27FC236}">
                  <a16:creationId xmlns:a16="http://schemas.microsoft.com/office/drawing/2014/main" id="{3804D198-A59C-C250-AFF2-AB97DD917E85}"/>
                </a:ext>
              </a:extLst>
            </p:cNvPr>
            <p:cNvSpPr/>
            <p:nvPr/>
          </p:nvSpPr>
          <p:spPr>
            <a:xfrm>
              <a:off x="1064425" y="1793600"/>
              <a:ext cx="29000" cy="26100"/>
            </a:xfrm>
            <a:custGeom>
              <a:avLst/>
              <a:gdLst/>
              <a:ahLst/>
              <a:cxnLst/>
              <a:rect l="l" t="t" r="r" b="b"/>
              <a:pathLst>
                <a:path w="1160" h="1044" extrusionOk="0">
                  <a:moveTo>
                    <a:pt x="244" y="0"/>
                  </a:moveTo>
                  <a:cubicBezTo>
                    <a:pt x="192" y="0"/>
                    <a:pt x="140" y="23"/>
                    <a:pt x="93" y="70"/>
                  </a:cubicBezTo>
                  <a:cubicBezTo>
                    <a:pt x="1" y="162"/>
                    <a:pt x="1" y="278"/>
                    <a:pt x="93" y="371"/>
                  </a:cubicBezTo>
                  <a:lnTo>
                    <a:pt x="765" y="950"/>
                  </a:lnTo>
                  <a:cubicBezTo>
                    <a:pt x="765" y="1043"/>
                    <a:pt x="881" y="1043"/>
                    <a:pt x="881" y="1043"/>
                  </a:cubicBezTo>
                  <a:cubicBezTo>
                    <a:pt x="974" y="1043"/>
                    <a:pt x="1067" y="1043"/>
                    <a:pt x="1067" y="950"/>
                  </a:cubicBezTo>
                  <a:cubicBezTo>
                    <a:pt x="1159" y="858"/>
                    <a:pt x="1159" y="742"/>
                    <a:pt x="1067" y="649"/>
                  </a:cubicBezTo>
                  <a:lnTo>
                    <a:pt x="394" y="70"/>
                  </a:lnTo>
                  <a:cubicBezTo>
                    <a:pt x="348" y="23"/>
                    <a:pt x="296" y="0"/>
                    <a:pt x="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5" name="Google Shape;1735;p53">
              <a:extLst>
                <a:ext uri="{FF2B5EF4-FFF2-40B4-BE49-F238E27FC236}">
                  <a16:creationId xmlns:a16="http://schemas.microsoft.com/office/drawing/2014/main" id="{3535ABED-004B-33C0-0EC2-AC639685E09A}"/>
                </a:ext>
              </a:extLst>
            </p:cNvPr>
            <p:cNvSpPr/>
            <p:nvPr/>
          </p:nvSpPr>
          <p:spPr>
            <a:xfrm>
              <a:off x="1025600" y="1505650"/>
              <a:ext cx="336075" cy="299550"/>
            </a:xfrm>
            <a:custGeom>
              <a:avLst/>
              <a:gdLst/>
              <a:ahLst/>
              <a:cxnLst/>
              <a:rect l="l" t="t" r="r" b="b"/>
              <a:pathLst>
                <a:path w="13442" h="11982" extrusionOk="0">
                  <a:moveTo>
                    <a:pt x="11704" y="394"/>
                  </a:moveTo>
                  <a:lnTo>
                    <a:pt x="11310" y="881"/>
                  </a:lnTo>
                  <a:lnTo>
                    <a:pt x="11125" y="487"/>
                  </a:lnTo>
                  <a:lnTo>
                    <a:pt x="11704" y="394"/>
                  </a:lnTo>
                  <a:close/>
                  <a:moveTo>
                    <a:pt x="10638" y="487"/>
                  </a:moveTo>
                  <a:lnTo>
                    <a:pt x="11125" y="1252"/>
                  </a:lnTo>
                  <a:lnTo>
                    <a:pt x="10638" y="2039"/>
                  </a:lnTo>
                  <a:lnTo>
                    <a:pt x="9758" y="579"/>
                  </a:lnTo>
                  <a:lnTo>
                    <a:pt x="10638" y="487"/>
                  </a:lnTo>
                  <a:close/>
                  <a:moveTo>
                    <a:pt x="6675" y="5122"/>
                  </a:moveTo>
                  <a:lnTo>
                    <a:pt x="6768" y="5214"/>
                  </a:lnTo>
                  <a:lnTo>
                    <a:pt x="6861" y="5423"/>
                  </a:lnTo>
                  <a:cubicBezTo>
                    <a:pt x="6953" y="5516"/>
                    <a:pt x="6861" y="5701"/>
                    <a:pt x="6768" y="5794"/>
                  </a:cubicBezTo>
                  <a:lnTo>
                    <a:pt x="6374" y="6002"/>
                  </a:lnTo>
                  <a:cubicBezTo>
                    <a:pt x="6281" y="6095"/>
                    <a:pt x="6189" y="6095"/>
                    <a:pt x="6189" y="6095"/>
                  </a:cubicBezTo>
                  <a:cubicBezTo>
                    <a:pt x="6096" y="6002"/>
                    <a:pt x="6096" y="6002"/>
                    <a:pt x="6003" y="6002"/>
                  </a:cubicBezTo>
                  <a:cubicBezTo>
                    <a:pt x="6003" y="5887"/>
                    <a:pt x="5910" y="5794"/>
                    <a:pt x="5910" y="5701"/>
                  </a:cubicBezTo>
                  <a:cubicBezTo>
                    <a:pt x="5910" y="5608"/>
                    <a:pt x="5910" y="5516"/>
                    <a:pt x="6003" y="5423"/>
                  </a:cubicBezTo>
                  <a:lnTo>
                    <a:pt x="6490" y="5122"/>
                  </a:lnTo>
                  <a:close/>
                  <a:moveTo>
                    <a:pt x="9178" y="5122"/>
                  </a:moveTo>
                  <a:lnTo>
                    <a:pt x="9572" y="5423"/>
                  </a:lnTo>
                  <a:cubicBezTo>
                    <a:pt x="9665" y="5516"/>
                    <a:pt x="9758" y="5608"/>
                    <a:pt x="9665" y="5701"/>
                  </a:cubicBezTo>
                  <a:cubicBezTo>
                    <a:pt x="9665" y="5794"/>
                    <a:pt x="9572" y="5887"/>
                    <a:pt x="9572" y="6002"/>
                  </a:cubicBezTo>
                  <a:cubicBezTo>
                    <a:pt x="9572" y="6002"/>
                    <a:pt x="9479" y="6002"/>
                    <a:pt x="9479" y="6095"/>
                  </a:cubicBezTo>
                  <a:cubicBezTo>
                    <a:pt x="9387" y="6095"/>
                    <a:pt x="9271" y="6095"/>
                    <a:pt x="9271" y="6002"/>
                  </a:cubicBezTo>
                  <a:lnTo>
                    <a:pt x="8807" y="5794"/>
                  </a:lnTo>
                  <a:cubicBezTo>
                    <a:pt x="8691" y="5701"/>
                    <a:pt x="8599" y="5516"/>
                    <a:pt x="8691" y="5423"/>
                  </a:cubicBezTo>
                  <a:lnTo>
                    <a:pt x="8807" y="5214"/>
                  </a:lnTo>
                  <a:cubicBezTo>
                    <a:pt x="8807" y="5214"/>
                    <a:pt x="8900" y="5122"/>
                    <a:pt x="8993" y="5122"/>
                  </a:cubicBezTo>
                  <a:close/>
                  <a:moveTo>
                    <a:pt x="2133" y="5029"/>
                  </a:moveTo>
                  <a:lnTo>
                    <a:pt x="2805" y="6188"/>
                  </a:lnTo>
                  <a:lnTo>
                    <a:pt x="3106" y="6675"/>
                  </a:lnTo>
                  <a:lnTo>
                    <a:pt x="2712" y="6860"/>
                  </a:lnTo>
                  <a:lnTo>
                    <a:pt x="2226" y="6002"/>
                  </a:lnTo>
                  <a:lnTo>
                    <a:pt x="1739" y="5214"/>
                  </a:lnTo>
                  <a:lnTo>
                    <a:pt x="2133" y="5029"/>
                  </a:lnTo>
                  <a:close/>
                  <a:moveTo>
                    <a:pt x="1368" y="5423"/>
                  </a:moveTo>
                  <a:lnTo>
                    <a:pt x="1554" y="5701"/>
                  </a:lnTo>
                  <a:lnTo>
                    <a:pt x="2318" y="7045"/>
                  </a:lnTo>
                  <a:lnTo>
                    <a:pt x="1947" y="7347"/>
                  </a:lnTo>
                  <a:lnTo>
                    <a:pt x="1554" y="7532"/>
                  </a:lnTo>
                  <a:cubicBezTo>
                    <a:pt x="1554" y="7532"/>
                    <a:pt x="1512" y="7573"/>
                    <a:pt x="1485" y="7573"/>
                  </a:cubicBezTo>
                  <a:cubicBezTo>
                    <a:pt x="1471" y="7573"/>
                    <a:pt x="1461" y="7563"/>
                    <a:pt x="1461" y="7532"/>
                  </a:cubicBezTo>
                  <a:cubicBezTo>
                    <a:pt x="1368" y="7532"/>
                    <a:pt x="1368" y="7532"/>
                    <a:pt x="1368" y="7439"/>
                  </a:cubicBezTo>
                  <a:lnTo>
                    <a:pt x="580" y="6188"/>
                  </a:lnTo>
                  <a:cubicBezTo>
                    <a:pt x="487" y="6095"/>
                    <a:pt x="487" y="6002"/>
                    <a:pt x="580" y="5887"/>
                  </a:cubicBezTo>
                  <a:lnTo>
                    <a:pt x="1368" y="5423"/>
                  </a:lnTo>
                  <a:close/>
                  <a:moveTo>
                    <a:pt x="5331" y="5794"/>
                  </a:moveTo>
                  <a:cubicBezTo>
                    <a:pt x="5424" y="5794"/>
                    <a:pt x="5424" y="5794"/>
                    <a:pt x="5516" y="5887"/>
                  </a:cubicBezTo>
                  <a:lnTo>
                    <a:pt x="5516" y="6002"/>
                  </a:lnTo>
                  <a:lnTo>
                    <a:pt x="5702" y="6095"/>
                  </a:lnTo>
                  <a:lnTo>
                    <a:pt x="5702" y="6188"/>
                  </a:lnTo>
                  <a:lnTo>
                    <a:pt x="5702" y="6767"/>
                  </a:lnTo>
                  <a:lnTo>
                    <a:pt x="5122" y="8204"/>
                  </a:lnTo>
                  <a:lnTo>
                    <a:pt x="4358" y="8111"/>
                  </a:lnTo>
                  <a:lnTo>
                    <a:pt x="4172" y="8111"/>
                  </a:lnTo>
                  <a:lnTo>
                    <a:pt x="4358" y="7347"/>
                  </a:lnTo>
                  <a:lnTo>
                    <a:pt x="4752" y="7161"/>
                  </a:lnTo>
                  <a:cubicBezTo>
                    <a:pt x="4844" y="7045"/>
                    <a:pt x="4937" y="6953"/>
                    <a:pt x="4844" y="6860"/>
                  </a:cubicBezTo>
                  <a:cubicBezTo>
                    <a:pt x="4844" y="6767"/>
                    <a:pt x="4636" y="6767"/>
                    <a:pt x="4543" y="6767"/>
                  </a:cubicBezTo>
                  <a:lnTo>
                    <a:pt x="4056" y="7045"/>
                  </a:lnTo>
                  <a:lnTo>
                    <a:pt x="2712" y="7741"/>
                  </a:lnTo>
                  <a:lnTo>
                    <a:pt x="2434" y="7741"/>
                  </a:lnTo>
                  <a:lnTo>
                    <a:pt x="2318" y="7625"/>
                  </a:lnTo>
                  <a:lnTo>
                    <a:pt x="5331" y="5794"/>
                  </a:lnTo>
                  <a:close/>
                  <a:moveTo>
                    <a:pt x="3871" y="9479"/>
                  </a:moveTo>
                  <a:cubicBezTo>
                    <a:pt x="3964" y="9664"/>
                    <a:pt x="4172" y="9850"/>
                    <a:pt x="4358" y="10058"/>
                  </a:cubicBezTo>
                  <a:lnTo>
                    <a:pt x="4172" y="10522"/>
                  </a:lnTo>
                  <a:cubicBezTo>
                    <a:pt x="4172" y="10522"/>
                    <a:pt x="4056" y="10637"/>
                    <a:pt x="3964" y="10637"/>
                  </a:cubicBezTo>
                  <a:lnTo>
                    <a:pt x="2712" y="11402"/>
                  </a:lnTo>
                  <a:lnTo>
                    <a:pt x="2620" y="11310"/>
                  </a:lnTo>
                  <a:lnTo>
                    <a:pt x="3593" y="10429"/>
                  </a:lnTo>
                  <a:cubicBezTo>
                    <a:pt x="3686" y="10336"/>
                    <a:pt x="3686" y="10244"/>
                    <a:pt x="3778" y="10151"/>
                  </a:cubicBezTo>
                  <a:lnTo>
                    <a:pt x="3871" y="9479"/>
                  </a:lnTo>
                  <a:close/>
                  <a:moveTo>
                    <a:pt x="11704" y="9479"/>
                  </a:moveTo>
                  <a:lnTo>
                    <a:pt x="11890" y="10151"/>
                  </a:lnTo>
                  <a:cubicBezTo>
                    <a:pt x="11890" y="10244"/>
                    <a:pt x="11982" y="10336"/>
                    <a:pt x="12075" y="10429"/>
                  </a:cubicBezTo>
                  <a:lnTo>
                    <a:pt x="12956" y="11310"/>
                  </a:lnTo>
                  <a:lnTo>
                    <a:pt x="12863" y="11402"/>
                  </a:lnTo>
                  <a:lnTo>
                    <a:pt x="11588" y="10637"/>
                  </a:lnTo>
                  <a:cubicBezTo>
                    <a:pt x="11496" y="10637"/>
                    <a:pt x="11403" y="10522"/>
                    <a:pt x="11403" y="10522"/>
                  </a:cubicBezTo>
                  <a:lnTo>
                    <a:pt x="11218" y="10058"/>
                  </a:lnTo>
                  <a:cubicBezTo>
                    <a:pt x="11403" y="9850"/>
                    <a:pt x="11588" y="9664"/>
                    <a:pt x="11704" y="9479"/>
                  </a:cubicBezTo>
                  <a:close/>
                  <a:moveTo>
                    <a:pt x="4056" y="8505"/>
                  </a:moveTo>
                  <a:lnTo>
                    <a:pt x="4450" y="8598"/>
                  </a:lnTo>
                  <a:lnTo>
                    <a:pt x="5122" y="8691"/>
                  </a:lnTo>
                  <a:lnTo>
                    <a:pt x="6189" y="10151"/>
                  </a:lnTo>
                  <a:lnTo>
                    <a:pt x="6189" y="10336"/>
                  </a:lnTo>
                  <a:lnTo>
                    <a:pt x="5910" y="11588"/>
                  </a:lnTo>
                  <a:lnTo>
                    <a:pt x="5702" y="11588"/>
                  </a:lnTo>
                  <a:lnTo>
                    <a:pt x="5795" y="10823"/>
                  </a:lnTo>
                  <a:cubicBezTo>
                    <a:pt x="5795" y="10522"/>
                    <a:pt x="5609" y="10336"/>
                    <a:pt x="5424" y="10151"/>
                  </a:cubicBezTo>
                  <a:lnTo>
                    <a:pt x="4636" y="9757"/>
                  </a:lnTo>
                  <a:cubicBezTo>
                    <a:pt x="4265" y="9479"/>
                    <a:pt x="3964" y="8992"/>
                    <a:pt x="4056" y="8505"/>
                  </a:cubicBezTo>
                  <a:close/>
                  <a:moveTo>
                    <a:pt x="11496" y="8505"/>
                  </a:moveTo>
                  <a:lnTo>
                    <a:pt x="11496" y="8505"/>
                  </a:lnTo>
                  <a:cubicBezTo>
                    <a:pt x="11588" y="8992"/>
                    <a:pt x="11403" y="9479"/>
                    <a:pt x="10916" y="9757"/>
                  </a:cubicBezTo>
                  <a:lnTo>
                    <a:pt x="10152" y="10151"/>
                  </a:lnTo>
                  <a:cubicBezTo>
                    <a:pt x="9966" y="10336"/>
                    <a:pt x="9758" y="10522"/>
                    <a:pt x="9850" y="10823"/>
                  </a:cubicBezTo>
                  <a:lnTo>
                    <a:pt x="9850" y="11588"/>
                  </a:lnTo>
                  <a:lnTo>
                    <a:pt x="9665" y="11588"/>
                  </a:lnTo>
                  <a:lnTo>
                    <a:pt x="9387" y="10336"/>
                  </a:lnTo>
                  <a:lnTo>
                    <a:pt x="9387" y="10151"/>
                  </a:lnTo>
                  <a:lnTo>
                    <a:pt x="10430" y="8691"/>
                  </a:lnTo>
                  <a:lnTo>
                    <a:pt x="11218" y="8598"/>
                  </a:lnTo>
                  <a:lnTo>
                    <a:pt x="11496" y="8505"/>
                  </a:lnTo>
                  <a:close/>
                  <a:moveTo>
                    <a:pt x="11797" y="0"/>
                  </a:moveTo>
                  <a:lnTo>
                    <a:pt x="10731" y="93"/>
                  </a:lnTo>
                  <a:lnTo>
                    <a:pt x="9387" y="209"/>
                  </a:lnTo>
                  <a:lnTo>
                    <a:pt x="9271" y="209"/>
                  </a:lnTo>
                  <a:lnTo>
                    <a:pt x="395" y="5516"/>
                  </a:lnTo>
                  <a:cubicBezTo>
                    <a:pt x="117" y="5701"/>
                    <a:pt x="1" y="6095"/>
                    <a:pt x="209" y="6373"/>
                  </a:cubicBezTo>
                  <a:lnTo>
                    <a:pt x="974" y="7741"/>
                  </a:lnTo>
                  <a:cubicBezTo>
                    <a:pt x="1067" y="7833"/>
                    <a:pt x="1160" y="7926"/>
                    <a:pt x="1368" y="7926"/>
                  </a:cubicBezTo>
                  <a:cubicBezTo>
                    <a:pt x="1368" y="8019"/>
                    <a:pt x="1461" y="8019"/>
                    <a:pt x="1461" y="8019"/>
                  </a:cubicBezTo>
                  <a:cubicBezTo>
                    <a:pt x="1646" y="8019"/>
                    <a:pt x="1739" y="7926"/>
                    <a:pt x="1855" y="7926"/>
                  </a:cubicBezTo>
                  <a:lnTo>
                    <a:pt x="1947" y="7833"/>
                  </a:lnTo>
                  <a:cubicBezTo>
                    <a:pt x="2040" y="7926"/>
                    <a:pt x="2133" y="8019"/>
                    <a:pt x="2226" y="8019"/>
                  </a:cubicBezTo>
                  <a:cubicBezTo>
                    <a:pt x="2330" y="8065"/>
                    <a:pt x="2452" y="8088"/>
                    <a:pt x="2570" y="8088"/>
                  </a:cubicBezTo>
                  <a:cubicBezTo>
                    <a:pt x="2689" y="8088"/>
                    <a:pt x="2805" y="8065"/>
                    <a:pt x="2898" y="8019"/>
                  </a:cubicBezTo>
                  <a:lnTo>
                    <a:pt x="3871" y="7625"/>
                  </a:lnTo>
                  <a:lnTo>
                    <a:pt x="3871" y="7625"/>
                  </a:lnTo>
                  <a:lnTo>
                    <a:pt x="3384" y="10058"/>
                  </a:lnTo>
                  <a:cubicBezTo>
                    <a:pt x="3292" y="10058"/>
                    <a:pt x="3292" y="10151"/>
                    <a:pt x="3292" y="10151"/>
                  </a:cubicBezTo>
                  <a:lnTo>
                    <a:pt x="2226" y="11008"/>
                  </a:lnTo>
                  <a:cubicBezTo>
                    <a:pt x="2133" y="11101"/>
                    <a:pt x="2133" y="11217"/>
                    <a:pt x="2133" y="11310"/>
                  </a:cubicBezTo>
                  <a:cubicBezTo>
                    <a:pt x="2133" y="11402"/>
                    <a:pt x="2133" y="11402"/>
                    <a:pt x="2226" y="11495"/>
                  </a:cubicBezTo>
                  <a:lnTo>
                    <a:pt x="2527" y="11680"/>
                  </a:lnTo>
                  <a:cubicBezTo>
                    <a:pt x="2620" y="11796"/>
                    <a:pt x="2620" y="11796"/>
                    <a:pt x="2712" y="11796"/>
                  </a:cubicBezTo>
                  <a:lnTo>
                    <a:pt x="2898" y="11796"/>
                  </a:lnTo>
                  <a:lnTo>
                    <a:pt x="4172" y="11008"/>
                  </a:lnTo>
                  <a:cubicBezTo>
                    <a:pt x="4358" y="10916"/>
                    <a:pt x="4450" y="10823"/>
                    <a:pt x="4543" y="10637"/>
                  </a:cubicBezTo>
                  <a:lnTo>
                    <a:pt x="4752" y="10244"/>
                  </a:lnTo>
                  <a:lnTo>
                    <a:pt x="5215" y="10522"/>
                  </a:lnTo>
                  <a:cubicBezTo>
                    <a:pt x="5331" y="10522"/>
                    <a:pt x="5424" y="10637"/>
                    <a:pt x="5331" y="10823"/>
                  </a:cubicBezTo>
                  <a:lnTo>
                    <a:pt x="5331" y="11680"/>
                  </a:lnTo>
                  <a:cubicBezTo>
                    <a:pt x="5215" y="11796"/>
                    <a:pt x="5331" y="11796"/>
                    <a:pt x="5331" y="11889"/>
                  </a:cubicBezTo>
                  <a:cubicBezTo>
                    <a:pt x="5424" y="11889"/>
                    <a:pt x="5424" y="11982"/>
                    <a:pt x="5516" y="11982"/>
                  </a:cubicBezTo>
                  <a:lnTo>
                    <a:pt x="6003" y="11982"/>
                  </a:lnTo>
                  <a:cubicBezTo>
                    <a:pt x="6189" y="11982"/>
                    <a:pt x="6281" y="11889"/>
                    <a:pt x="6281" y="11796"/>
                  </a:cubicBezTo>
                  <a:lnTo>
                    <a:pt x="6583" y="10429"/>
                  </a:lnTo>
                  <a:cubicBezTo>
                    <a:pt x="6675" y="10244"/>
                    <a:pt x="6583" y="10058"/>
                    <a:pt x="6490" y="9942"/>
                  </a:cubicBezTo>
                  <a:lnTo>
                    <a:pt x="5516" y="8413"/>
                  </a:lnTo>
                  <a:lnTo>
                    <a:pt x="6003" y="6860"/>
                  </a:lnTo>
                  <a:cubicBezTo>
                    <a:pt x="6096" y="6767"/>
                    <a:pt x="6096" y="6582"/>
                    <a:pt x="6096" y="6466"/>
                  </a:cubicBezTo>
                  <a:lnTo>
                    <a:pt x="6189" y="6466"/>
                  </a:lnTo>
                  <a:cubicBezTo>
                    <a:pt x="6374" y="6466"/>
                    <a:pt x="6490" y="6466"/>
                    <a:pt x="6583" y="6373"/>
                  </a:cubicBezTo>
                  <a:lnTo>
                    <a:pt x="6953" y="6095"/>
                  </a:lnTo>
                  <a:cubicBezTo>
                    <a:pt x="7347" y="5887"/>
                    <a:pt x="7440" y="5516"/>
                    <a:pt x="7255" y="5214"/>
                  </a:cubicBezTo>
                  <a:lnTo>
                    <a:pt x="7162" y="5029"/>
                  </a:lnTo>
                  <a:lnTo>
                    <a:pt x="6953" y="4844"/>
                  </a:lnTo>
                  <a:lnTo>
                    <a:pt x="7162" y="4728"/>
                  </a:lnTo>
                  <a:cubicBezTo>
                    <a:pt x="7255" y="4635"/>
                    <a:pt x="7255" y="4542"/>
                    <a:pt x="7255" y="4450"/>
                  </a:cubicBezTo>
                  <a:cubicBezTo>
                    <a:pt x="7189" y="4384"/>
                    <a:pt x="7124" y="4319"/>
                    <a:pt x="7050" y="4319"/>
                  </a:cubicBezTo>
                  <a:cubicBezTo>
                    <a:pt x="7019" y="4319"/>
                    <a:pt x="6987" y="4330"/>
                    <a:pt x="6953" y="4357"/>
                  </a:cubicBezTo>
                  <a:lnTo>
                    <a:pt x="5122" y="5423"/>
                  </a:lnTo>
                  <a:lnTo>
                    <a:pt x="3384" y="6466"/>
                  </a:lnTo>
                  <a:lnTo>
                    <a:pt x="3199" y="6095"/>
                  </a:lnTo>
                  <a:lnTo>
                    <a:pt x="7834" y="3384"/>
                  </a:lnTo>
                  <a:cubicBezTo>
                    <a:pt x="7927" y="3384"/>
                    <a:pt x="7927" y="3198"/>
                    <a:pt x="7834" y="3106"/>
                  </a:cubicBezTo>
                  <a:cubicBezTo>
                    <a:pt x="7834" y="3048"/>
                    <a:pt x="7788" y="3019"/>
                    <a:pt x="7727" y="3019"/>
                  </a:cubicBezTo>
                  <a:cubicBezTo>
                    <a:pt x="7666" y="3019"/>
                    <a:pt x="7591" y="3048"/>
                    <a:pt x="7533" y="3106"/>
                  </a:cubicBezTo>
                  <a:lnTo>
                    <a:pt x="3014" y="5794"/>
                  </a:lnTo>
                  <a:lnTo>
                    <a:pt x="2434" y="4844"/>
                  </a:lnTo>
                  <a:lnTo>
                    <a:pt x="9387" y="672"/>
                  </a:lnTo>
                  <a:lnTo>
                    <a:pt x="9479" y="881"/>
                  </a:lnTo>
                  <a:lnTo>
                    <a:pt x="9572" y="973"/>
                  </a:lnTo>
                  <a:lnTo>
                    <a:pt x="3593" y="4542"/>
                  </a:lnTo>
                  <a:cubicBezTo>
                    <a:pt x="3477" y="4635"/>
                    <a:pt x="3477" y="4728"/>
                    <a:pt x="3477" y="4844"/>
                  </a:cubicBezTo>
                  <a:cubicBezTo>
                    <a:pt x="3593" y="4936"/>
                    <a:pt x="3593" y="4936"/>
                    <a:pt x="3686" y="4936"/>
                  </a:cubicBezTo>
                  <a:lnTo>
                    <a:pt x="3778" y="4936"/>
                  </a:lnTo>
                  <a:lnTo>
                    <a:pt x="9758" y="1367"/>
                  </a:lnTo>
                  <a:lnTo>
                    <a:pt x="10337" y="2318"/>
                  </a:lnTo>
                  <a:lnTo>
                    <a:pt x="10059" y="2526"/>
                  </a:lnTo>
                  <a:lnTo>
                    <a:pt x="7741" y="3870"/>
                  </a:lnTo>
                  <a:cubicBezTo>
                    <a:pt x="7649" y="3963"/>
                    <a:pt x="7649" y="4056"/>
                    <a:pt x="7741" y="4148"/>
                  </a:cubicBezTo>
                  <a:cubicBezTo>
                    <a:pt x="7741" y="4264"/>
                    <a:pt x="7834" y="4264"/>
                    <a:pt x="7927" y="4264"/>
                  </a:cubicBezTo>
                  <a:lnTo>
                    <a:pt x="9479" y="3291"/>
                  </a:lnTo>
                  <a:lnTo>
                    <a:pt x="9479" y="3291"/>
                  </a:lnTo>
                  <a:cubicBezTo>
                    <a:pt x="9387" y="3476"/>
                    <a:pt x="9387" y="3778"/>
                    <a:pt x="9479" y="3963"/>
                  </a:cubicBezTo>
                  <a:lnTo>
                    <a:pt x="9758" y="5029"/>
                  </a:lnTo>
                  <a:lnTo>
                    <a:pt x="9387" y="4844"/>
                  </a:lnTo>
                  <a:cubicBezTo>
                    <a:pt x="9178" y="4728"/>
                    <a:pt x="8993" y="4728"/>
                    <a:pt x="8900" y="4728"/>
                  </a:cubicBezTo>
                  <a:cubicBezTo>
                    <a:pt x="8691" y="4844"/>
                    <a:pt x="8506" y="4936"/>
                    <a:pt x="8413" y="5029"/>
                  </a:cubicBezTo>
                  <a:lnTo>
                    <a:pt x="8321" y="5214"/>
                  </a:lnTo>
                  <a:cubicBezTo>
                    <a:pt x="8228" y="5516"/>
                    <a:pt x="8321" y="5887"/>
                    <a:pt x="8599" y="6095"/>
                  </a:cubicBezTo>
                  <a:lnTo>
                    <a:pt x="9085" y="6373"/>
                  </a:lnTo>
                  <a:cubicBezTo>
                    <a:pt x="9178" y="6466"/>
                    <a:pt x="9271" y="6466"/>
                    <a:pt x="9387" y="6466"/>
                  </a:cubicBezTo>
                  <a:lnTo>
                    <a:pt x="9479" y="6466"/>
                  </a:lnTo>
                  <a:cubicBezTo>
                    <a:pt x="9479" y="6582"/>
                    <a:pt x="9479" y="6767"/>
                    <a:pt x="9572" y="6860"/>
                  </a:cubicBezTo>
                  <a:lnTo>
                    <a:pt x="10152" y="8413"/>
                  </a:lnTo>
                  <a:lnTo>
                    <a:pt x="9085" y="9942"/>
                  </a:lnTo>
                  <a:cubicBezTo>
                    <a:pt x="8993" y="10058"/>
                    <a:pt x="8993" y="10244"/>
                    <a:pt x="8993" y="10429"/>
                  </a:cubicBezTo>
                  <a:lnTo>
                    <a:pt x="9271" y="11796"/>
                  </a:lnTo>
                  <a:cubicBezTo>
                    <a:pt x="9387" y="11889"/>
                    <a:pt x="9479" y="11982"/>
                    <a:pt x="9572" y="11982"/>
                  </a:cubicBezTo>
                  <a:lnTo>
                    <a:pt x="10059" y="11982"/>
                  </a:lnTo>
                  <a:cubicBezTo>
                    <a:pt x="10152" y="11982"/>
                    <a:pt x="10244" y="11889"/>
                    <a:pt x="10244" y="11889"/>
                  </a:cubicBezTo>
                  <a:cubicBezTo>
                    <a:pt x="10337" y="11796"/>
                    <a:pt x="10337" y="11796"/>
                    <a:pt x="10337" y="11680"/>
                  </a:cubicBezTo>
                  <a:lnTo>
                    <a:pt x="10244" y="10823"/>
                  </a:lnTo>
                  <a:cubicBezTo>
                    <a:pt x="10244" y="10637"/>
                    <a:pt x="10244" y="10522"/>
                    <a:pt x="10337" y="10522"/>
                  </a:cubicBezTo>
                  <a:lnTo>
                    <a:pt x="10824" y="10244"/>
                  </a:lnTo>
                  <a:lnTo>
                    <a:pt x="11009" y="10637"/>
                  </a:lnTo>
                  <a:cubicBezTo>
                    <a:pt x="11125" y="10823"/>
                    <a:pt x="11218" y="10916"/>
                    <a:pt x="11403" y="11008"/>
                  </a:cubicBezTo>
                  <a:lnTo>
                    <a:pt x="12747" y="11796"/>
                  </a:lnTo>
                  <a:lnTo>
                    <a:pt x="12863" y="11796"/>
                  </a:lnTo>
                  <a:cubicBezTo>
                    <a:pt x="12956" y="11796"/>
                    <a:pt x="13048" y="11796"/>
                    <a:pt x="13048" y="11680"/>
                  </a:cubicBezTo>
                  <a:lnTo>
                    <a:pt x="13327" y="11495"/>
                  </a:lnTo>
                  <a:cubicBezTo>
                    <a:pt x="13442" y="11402"/>
                    <a:pt x="13442" y="11402"/>
                    <a:pt x="13442" y="11310"/>
                  </a:cubicBezTo>
                  <a:cubicBezTo>
                    <a:pt x="13442" y="11217"/>
                    <a:pt x="13442" y="11101"/>
                    <a:pt x="13327" y="11008"/>
                  </a:cubicBezTo>
                  <a:lnTo>
                    <a:pt x="12284" y="10151"/>
                  </a:lnTo>
                  <a:lnTo>
                    <a:pt x="12284" y="10058"/>
                  </a:lnTo>
                  <a:lnTo>
                    <a:pt x="11704" y="7625"/>
                  </a:lnTo>
                  <a:cubicBezTo>
                    <a:pt x="11704" y="7532"/>
                    <a:pt x="11588" y="7439"/>
                    <a:pt x="11403" y="7439"/>
                  </a:cubicBezTo>
                  <a:cubicBezTo>
                    <a:pt x="11310" y="7532"/>
                    <a:pt x="11310" y="7625"/>
                    <a:pt x="11310" y="7741"/>
                  </a:cubicBezTo>
                  <a:lnTo>
                    <a:pt x="11403" y="8111"/>
                  </a:lnTo>
                  <a:lnTo>
                    <a:pt x="11125" y="8111"/>
                  </a:lnTo>
                  <a:lnTo>
                    <a:pt x="11009" y="8204"/>
                  </a:lnTo>
                  <a:lnTo>
                    <a:pt x="10430" y="8204"/>
                  </a:lnTo>
                  <a:lnTo>
                    <a:pt x="9966" y="6767"/>
                  </a:lnTo>
                  <a:cubicBezTo>
                    <a:pt x="9850" y="6582"/>
                    <a:pt x="9850" y="6281"/>
                    <a:pt x="9966" y="6095"/>
                  </a:cubicBezTo>
                  <a:lnTo>
                    <a:pt x="10059" y="6002"/>
                  </a:lnTo>
                  <a:lnTo>
                    <a:pt x="10152" y="6373"/>
                  </a:lnTo>
                  <a:cubicBezTo>
                    <a:pt x="10152" y="6438"/>
                    <a:pt x="10243" y="6515"/>
                    <a:pt x="10329" y="6515"/>
                  </a:cubicBezTo>
                  <a:cubicBezTo>
                    <a:pt x="10366" y="6515"/>
                    <a:pt x="10402" y="6501"/>
                    <a:pt x="10430" y="6466"/>
                  </a:cubicBezTo>
                  <a:cubicBezTo>
                    <a:pt x="10545" y="6466"/>
                    <a:pt x="10545" y="6373"/>
                    <a:pt x="10545" y="6281"/>
                  </a:cubicBezTo>
                  <a:lnTo>
                    <a:pt x="9850" y="3870"/>
                  </a:lnTo>
                  <a:cubicBezTo>
                    <a:pt x="9758" y="3569"/>
                    <a:pt x="9850" y="3291"/>
                    <a:pt x="10059" y="2990"/>
                  </a:cubicBezTo>
                  <a:lnTo>
                    <a:pt x="11125" y="6860"/>
                  </a:lnTo>
                  <a:cubicBezTo>
                    <a:pt x="11125" y="6953"/>
                    <a:pt x="11218" y="7045"/>
                    <a:pt x="11310" y="7045"/>
                  </a:cubicBezTo>
                  <a:cubicBezTo>
                    <a:pt x="11403" y="6953"/>
                    <a:pt x="11496" y="6860"/>
                    <a:pt x="11496" y="6767"/>
                  </a:cubicBezTo>
                  <a:lnTo>
                    <a:pt x="10337" y="2804"/>
                  </a:lnTo>
                  <a:lnTo>
                    <a:pt x="10731" y="2526"/>
                  </a:lnTo>
                  <a:lnTo>
                    <a:pt x="10824" y="2526"/>
                  </a:lnTo>
                  <a:lnTo>
                    <a:pt x="11496" y="1367"/>
                  </a:lnTo>
                  <a:lnTo>
                    <a:pt x="12075" y="487"/>
                  </a:lnTo>
                  <a:cubicBezTo>
                    <a:pt x="12168" y="394"/>
                    <a:pt x="12168" y="209"/>
                    <a:pt x="12075" y="93"/>
                  </a:cubicBezTo>
                  <a:cubicBezTo>
                    <a:pt x="11982" y="0"/>
                    <a:pt x="11890" y="0"/>
                    <a:pt x="117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6" name="Google Shape;1736;p53">
              <a:extLst>
                <a:ext uri="{FF2B5EF4-FFF2-40B4-BE49-F238E27FC236}">
                  <a16:creationId xmlns:a16="http://schemas.microsoft.com/office/drawing/2014/main" id="{3007D609-0E80-5052-21F6-E836BF64C536}"/>
                </a:ext>
              </a:extLst>
            </p:cNvPr>
            <p:cNvSpPr/>
            <p:nvPr/>
          </p:nvSpPr>
          <p:spPr>
            <a:xfrm>
              <a:off x="1252725" y="1809825"/>
              <a:ext cx="31300" cy="9875"/>
            </a:xfrm>
            <a:custGeom>
              <a:avLst/>
              <a:gdLst/>
              <a:ahLst/>
              <a:cxnLst/>
              <a:rect l="l" t="t" r="r" b="b"/>
              <a:pathLst>
                <a:path w="1252" h="395" extrusionOk="0">
                  <a:moveTo>
                    <a:pt x="186" y="0"/>
                  </a:moveTo>
                  <a:cubicBezTo>
                    <a:pt x="93" y="0"/>
                    <a:pt x="0" y="93"/>
                    <a:pt x="0" y="209"/>
                  </a:cubicBezTo>
                  <a:cubicBezTo>
                    <a:pt x="0" y="394"/>
                    <a:pt x="93" y="394"/>
                    <a:pt x="186" y="394"/>
                  </a:cubicBezTo>
                  <a:lnTo>
                    <a:pt x="1067" y="394"/>
                  </a:lnTo>
                  <a:cubicBezTo>
                    <a:pt x="1159" y="394"/>
                    <a:pt x="1252" y="394"/>
                    <a:pt x="1252" y="209"/>
                  </a:cubicBezTo>
                  <a:cubicBezTo>
                    <a:pt x="1252" y="93"/>
                    <a:pt x="1159" y="0"/>
                    <a:pt x="10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37" name="Google Shape;1737;p53">
              <a:extLst>
                <a:ext uri="{FF2B5EF4-FFF2-40B4-BE49-F238E27FC236}">
                  <a16:creationId xmlns:a16="http://schemas.microsoft.com/office/drawing/2014/main" id="{C6A6676B-467B-4287-8276-12E679948B6B}"/>
                </a:ext>
              </a:extLst>
            </p:cNvPr>
            <p:cNvSpPr/>
            <p:nvPr/>
          </p:nvSpPr>
          <p:spPr>
            <a:xfrm>
              <a:off x="1347175" y="1793600"/>
              <a:ext cx="28975" cy="26100"/>
            </a:xfrm>
            <a:custGeom>
              <a:avLst/>
              <a:gdLst/>
              <a:ahLst/>
              <a:cxnLst/>
              <a:rect l="l" t="t" r="r" b="b"/>
              <a:pathLst>
                <a:path w="1159" h="1044" extrusionOk="0">
                  <a:moveTo>
                    <a:pt x="939" y="0"/>
                  </a:moveTo>
                  <a:cubicBezTo>
                    <a:pt x="881" y="0"/>
                    <a:pt x="811" y="23"/>
                    <a:pt x="765" y="70"/>
                  </a:cubicBezTo>
                  <a:lnTo>
                    <a:pt x="93" y="649"/>
                  </a:lnTo>
                  <a:cubicBezTo>
                    <a:pt x="93" y="742"/>
                    <a:pt x="0" y="858"/>
                    <a:pt x="93" y="950"/>
                  </a:cubicBezTo>
                  <a:cubicBezTo>
                    <a:pt x="185" y="1043"/>
                    <a:pt x="185" y="1043"/>
                    <a:pt x="278" y="1043"/>
                  </a:cubicBezTo>
                  <a:cubicBezTo>
                    <a:pt x="278" y="1043"/>
                    <a:pt x="371" y="1043"/>
                    <a:pt x="371" y="950"/>
                  </a:cubicBezTo>
                  <a:lnTo>
                    <a:pt x="1043" y="371"/>
                  </a:lnTo>
                  <a:cubicBezTo>
                    <a:pt x="1159" y="278"/>
                    <a:pt x="1159" y="162"/>
                    <a:pt x="1043" y="70"/>
                  </a:cubicBezTo>
                  <a:cubicBezTo>
                    <a:pt x="1043" y="23"/>
                    <a:pt x="997" y="0"/>
                    <a:pt x="9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grpSp>
        <p:nvGrpSpPr>
          <p:cNvPr id="1764" name="Google Shape;1764;p53">
            <a:extLst>
              <a:ext uri="{FF2B5EF4-FFF2-40B4-BE49-F238E27FC236}">
                <a16:creationId xmlns:a16="http://schemas.microsoft.com/office/drawing/2014/main" id="{EB2E8432-BF86-5A7F-4519-7EBD0103221D}"/>
              </a:ext>
            </a:extLst>
          </p:cNvPr>
          <p:cNvGrpSpPr/>
          <p:nvPr/>
        </p:nvGrpSpPr>
        <p:grpSpPr>
          <a:xfrm>
            <a:off x="840532" y="4137602"/>
            <a:ext cx="605668" cy="619298"/>
            <a:chOff x="1290800" y="3464825"/>
            <a:chExt cx="1033402" cy="864242"/>
          </a:xfrm>
        </p:grpSpPr>
        <p:sp>
          <p:nvSpPr>
            <p:cNvPr id="1765" name="Google Shape;1765;p53">
              <a:extLst>
                <a:ext uri="{FF2B5EF4-FFF2-40B4-BE49-F238E27FC236}">
                  <a16:creationId xmlns:a16="http://schemas.microsoft.com/office/drawing/2014/main" id="{B1803A87-1E07-5EE9-1B9C-7BFB174F7E32}"/>
                </a:ext>
              </a:extLst>
            </p:cNvPr>
            <p:cNvSpPr/>
            <p:nvPr/>
          </p:nvSpPr>
          <p:spPr>
            <a:xfrm>
              <a:off x="1296257" y="3470564"/>
              <a:ext cx="1024558" cy="853422"/>
            </a:xfrm>
            <a:custGeom>
              <a:avLst/>
              <a:gdLst/>
              <a:ahLst/>
              <a:cxnLst/>
              <a:rect l="l" t="t" r="r" b="b"/>
              <a:pathLst>
                <a:path w="10890" h="9071" extrusionOk="0">
                  <a:moveTo>
                    <a:pt x="9027" y="0"/>
                  </a:moveTo>
                  <a:cubicBezTo>
                    <a:pt x="9009" y="0"/>
                    <a:pt x="8990" y="1"/>
                    <a:pt x="8971" y="1"/>
                  </a:cubicBezTo>
                  <a:lnTo>
                    <a:pt x="1465" y="397"/>
                  </a:lnTo>
                  <a:cubicBezTo>
                    <a:pt x="638" y="433"/>
                    <a:pt x="1" y="1166"/>
                    <a:pt x="30" y="1986"/>
                  </a:cubicBezTo>
                  <a:lnTo>
                    <a:pt x="338" y="7660"/>
                  </a:lnTo>
                  <a:cubicBezTo>
                    <a:pt x="366" y="8453"/>
                    <a:pt x="1011" y="9070"/>
                    <a:pt x="1811" y="9070"/>
                  </a:cubicBezTo>
                  <a:cubicBezTo>
                    <a:pt x="1847" y="9070"/>
                    <a:pt x="1883" y="9069"/>
                    <a:pt x="1919" y="9066"/>
                  </a:cubicBezTo>
                  <a:lnTo>
                    <a:pt x="9425" y="8671"/>
                  </a:lnTo>
                  <a:cubicBezTo>
                    <a:pt x="10252" y="8634"/>
                    <a:pt x="10889" y="7939"/>
                    <a:pt x="10831" y="7111"/>
                  </a:cubicBezTo>
                  <a:lnTo>
                    <a:pt x="10523" y="1436"/>
                  </a:lnTo>
                  <a:cubicBezTo>
                    <a:pt x="10494" y="600"/>
                    <a:pt x="9823" y="0"/>
                    <a:pt x="9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6" name="Google Shape;1766;p53">
              <a:extLst>
                <a:ext uri="{FF2B5EF4-FFF2-40B4-BE49-F238E27FC236}">
                  <a16:creationId xmlns:a16="http://schemas.microsoft.com/office/drawing/2014/main" id="{442B40EA-3197-509E-E19A-AA63668EF4B6}"/>
                </a:ext>
              </a:extLst>
            </p:cNvPr>
            <p:cNvSpPr/>
            <p:nvPr/>
          </p:nvSpPr>
          <p:spPr>
            <a:xfrm>
              <a:off x="1290800" y="3464825"/>
              <a:ext cx="1033402" cy="864242"/>
            </a:xfrm>
            <a:custGeom>
              <a:avLst/>
              <a:gdLst/>
              <a:ahLst/>
              <a:cxnLst/>
              <a:rect l="l" t="t" r="r" b="b"/>
              <a:pathLst>
                <a:path w="10984" h="9186" extrusionOk="0">
                  <a:moveTo>
                    <a:pt x="9087" y="128"/>
                  </a:moveTo>
                  <a:cubicBezTo>
                    <a:pt x="9453" y="128"/>
                    <a:pt x="9790" y="245"/>
                    <a:pt x="10068" y="494"/>
                  </a:cubicBezTo>
                  <a:cubicBezTo>
                    <a:pt x="10339" y="765"/>
                    <a:pt x="10522" y="1102"/>
                    <a:pt x="10522" y="1497"/>
                  </a:cubicBezTo>
                  <a:lnTo>
                    <a:pt x="10830" y="7172"/>
                  </a:lnTo>
                  <a:cubicBezTo>
                    <a:pt x="10859" y="7538"/>
                    <a:pt x="10735" y="7934"/>
                    <a:pt x="10464" y="8212"/>
                  </a:cubicBezTo>
                  <a:cubicBezTo>
                    <a:pt x="10215" y="8483"/>
                    <a:pt x="9849" y="8666"/>
                    <a:pt x="9483" y="8666"/>
                  </a:cubicBezTo>
                  <a:lnTo>
                    <a:pt x="1948" y="9061"/>
                  </a:lnTo>
                  <a:cubicBezTo>
                    <a:pt x="1906" y="9066"/>
                    <a:pt x="1864" y="9068"/>
                    <a:pt x="1823" y="9068"/>
                  </a:cubicBezTo>
                  <a:cubicBezTo>
                    <a:pt x="1499" y="9068"/>
                    <a:pt x="1181" y="8942"/>
                    <a:pt x="915" y="8695"/>
                  </a:cubicBezTo>
                  <a:cubicBezTo>
                    <a:pt x="637" y="8454"/>
                    <a:pt x="483" y="8088"/>
                    <a:pt x="454" y="7721"/>
                  </a:cubicBezTo>
                  <a:lnTo>
                    <a:pt x="147" y="2047"/>
                  </a:lnTo>
                  <a:cubicBezTo>
                    <a:pt x="117" y="1256"/>
                    <a:pt x="732" y="553"/>
                    <a:pt x="1523" y="524"/>
                  </a:cubicBezTo>
                  <a:lnTo>
                    <a:pt x="9029" y="128"/>
                  </a:lnTo>
                  <a:close/>
                  <a:moveTo>
                    <a:pt x="9125" y="0"/>
                  </a:moveTo>
                  <a:cubicBezTo>
                    <a:pt x="9093" y="0"/>
                    <a:pt x="9061" y="1"/>
                    <a:pt x="9029" y="4"/>
                  </a:cubicBezTo>
                  <a:lnTo>
                    <a:pt x="1523" y="399"/>
                  </a:lnTo>
                  <a:cubicBezTo>
                    <a:pt x="637" y="428"/>
                    <a:pt x="0" y="1190"/>
                    <a:pt x="29" y="2047"/>
                  </a:cubicBezTo>
                  <a:lnTo>
                    <a:pt x="330" y="7721"/>
                  </a:lnTo>
                  <a:cubicBezTo>
                    <a:pt x="366" y="8146"/>
                    <a:pt x="549" y="8512"/>
                    <a:pt x="850" y="8791"/>
                  </a:cubicBezTo>
                  <a:cubicBezTo>
                    <a:pt x="1128" y="9061"/>
                    <a:pt x="1494" y="9186"/>
                    <a:pt x="1889" y="9186"/>
                  </a:cubicBezTo>
                  <a:lnTo>
                    <a:pt x="1977" y="9186"/>
                  </a:lnTo>
                  <a:lnTo>
                    <a:pt x="9483" y="8791"/>
                  </a:lnTo>
                  <a:cubicBezTo>
                    <a:pt x="9915" y="8791"/>
                    <a:pt x="10281" y="8607"/>
                    <a:pt x="10552" y="8300"/>
                  </a:cubicBezTo>
                  <a:cubicBezTo>
                    <a:pt x="10830" y="7963"/>
                    <a:pt x="10984" y="7568"/>
                    <a:pt x="10947" y="7172"/>
                  </a:cubicBezTo>
                  <a:lnTo>
                    <a:pt x="10647" y="1468"/>
                  </a:lnTo>
                  <a:cubicBezTo>
                    <a:pt x="10647" y="1073"/>
                    <a:pt x="10464" y="677"/>
                    <a:pt x="10156" y="399"/>
                  </a:cubicBezTo>
                  <a:cubicBezTo>
                    <a:pt x="9847" y="150"/>
                    <a:pt x="9488" y="0"/>
                    <a:pt x="9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7" name="Google Shape;1767;p53">
              <a:extLst>
                <a:ext uri="{FF2B5EF4-FFF2-40B4-BE49-F238E27FC236}">
                  <a16:creationId xmlns:a16="http://schemas.microsoft.com/office/drawing/2014/main" id="{A0931475-8A9C-87C7-1072-9990A8554C5F}"/>
                </a:ext>
              </a:extLst>
            </p:cNvPr>
            <p:cNvSpPr/>
            <p:nvPr/>
          </p:nvSpPr>
          <p:spPr>
            <a:xfrm>
              <a:off x="1405112" y="3556746"/>
              <a:ext cx="775146" cy="123436"/>
            </a:xfrm>
            <a:custGeom>
              <a:avLst/>
              <a:gdLst/>
              <a:ahLst/>
              <a:cxnLst/>
              <a:rect l="l" t="t" r="r" b="b"/>
              <a:pathLst>
                <a:path w="8239" h="1312" extrusionOk="0">
                  <a:moveTo>
                    <a:pt x="8209" y="1"/>
                  </a:moveTo>
                  <a:lnTo>
                    <a:pt x="1" y="433"/>
                  </a:lnTo>
                  <a:lnTo>
                    <a:pt x="30" y="1311"/>
                  </a:lnTo>
                  <a:lnTo>
                    <a:pt x="8238" y="887"/>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8" name="Google Shape;1768;p53">
              <a:extLst>
                <a:ext uri="{FF2B5EF4-FFF2-40B4-BE49-F238E27FC236}">
                  <a16:creationId xmlns:a16="http://schemas.microsoft.com/office/drawing/2014/main" id="{5DCFE3C3-0721-9E20-82C7-BD9056A2193F}"/>
                </a:ext>
              </a:extLst>
            </p:cNvPr>
            <p:cNvSpPr/>
            <p:nvPr/>
          </p:nvSpPr>
          <p:spPr>
            <a:xfrm>
              <a:off x="1399655" y="3551195"/>
              <a:ext cx="786812" cy="135197"/>
            </a:xfrm>
            <a:custGeom>
              <a:avLst/>
              <a:gdLst/>
              <a:ahLst/>
              <a:cxnLst/>
              <a:rect l="l" t="t" r="r" b="b"/>
              <a:pathLst>
                <a:path w="8363" h="1437" extrusionOk="0">
                  <a:moveTo>
                    <a:pt x="8208" y="125"/>
                  </a:moveTo>
                  <a:lnTo>
                    <a:pt x="8238" y="887"/>
                  </a:lnTo>
                  <a:lnTo>
                    <a:pt x="154" y="1312"/>
                  </a:lnTo>
                  <a:lnTo>
                    <a:pt x="125" y="550"/>
                  </a:lnTo>
                  <a:lnTo>
                    <a:pt x="8208" y="125"/>
                  </a:lnTo>
                  <a:close/>
                  <a:moveTo>
                    <a:pt x="8267" y="1"/>
                  </a:moveTo>
                  <a:lnTo>
                    <a:pt x="59" y="426"/>
                  </a:lnTo>
                  <a:cubicBezTo>
                    <a:pt x="29" y="426"/>
                    <a:pt x="0" y="455"/>
                    <a:pt x="0" y="492"/>
                  </a:cubicBezTo>
                  <a:lnTo>
                    <a:pt x="29" y="1370"/>
                  </a:lnTo>
                  <a:cubicBezTo>
                    <a:pt x="29" y="1407"/>
                    <a:pt x="59" y="1407"/>
                    <a:pt x="59" y="1407"/>
                  </a:cubicBezTo>
                  <a:cubicBezTo>
                    <a:pt x="59" y="1436"/>
                    <a:pt x="88" y="1436"/>
                    <a:pt x="88" y="1436"/>
                  </a:cubicBezTo>
                  <a:lnTo>
                    <a:pt x="8326" y="1004"/>
                  </a:lnTo>
                  <a:cubicBezTo>
                    <a:pt x="8362" y="1004"/>
                    <a:pt x="8362" y="975"/>
                    <a:pt x="8362" y="946"/>
                  </a:cubicBezTo>
                  <a:lnTo>
                    <a:pt x="8326" y="60"/>
                  </a:lnTo>
                  <a:cubicBezTo>
                    <a:pt x="8326" y="60"/>
                    <a:pt x="8326" y="30"/>
                    <a:pt x="8296" y="30"/>
                  </a:cubicBezTo>
                  <a:cubicBezTo>
                    <a:pt x="8296" y="1"/>
                    <a:pt x="8267" y="1"/>
                    <a:pt x="82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69" name="Google Shape;1769;p53">
              <a:extLst>
                <a:ext uri="{FF2B5EF4-FFF2-40B4-BE49-F238E27FC236}">
                  <a16:creationId xmlns:a16="http://schemas.microsoft.com/office/drawing/2014/main" id="{0732048B-DBC8-54C9-C97F-218C07FF60E1}"/>
                </a:ext>
              </a:extLst>
            </p:cNvPr>
            <p:cNvSpPr/>
            <p:nvPr/>
          </p:nvSpPr>
          <p:spPr>
            <a:xfrm>
              <a:off x="1411321" y="3706247"/>
              <a:ext cx="777874" cy="91730"/>
            </a:xfrm>
            <a:custGeom>
              <a:avLst/>
              <a:gdLst/>
              <a:ahLst/>
              <a:cxnLst/>
              <a:rect l="l" t="t" r="r" b="b"/>
              <a:pathLst>
                <a:path w="8268" h="975" extrusionOk="0">
                  <a:moveTo>
                    <a:pt x="8238" y="1"/>
                  </a:moveTo>
                  <a:lnTo>
                    <a:pt x="1" y="425"/>
                  </a:lnTo>
                  <a:lnTo>
                    <a:pt x="30" y="974"/>
                  </a:lnTo>
                  <a:lnTo>
                    <a:pt x="8268" y="550"/>
                  </a:lnTo>
                  <a:lnTo>
                    <a:pt x="8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0" name="Google Shape;1770;p53">
              <a:extLst>
                <a:ext uri="{FF2B5EF4-FFF2-40B4-BE49-F238E27FC236}">
                  <a16:creationId xmlns:a16="http://schemas.microsoft.com/office/drawing/2014/main" id="{50C06566-59D7-2E04-80F4-D9C3E7320F3E}"/>
                </a:ext>
              </a:extLst>
            </p:cNvPr>
            <p:cNvSpPr/>
            <p:nvPr/>
          </p:nvSpPr>
          <p:spPr>
            <a:xfrm>
              <a:off x="1405112" y="3700696"/>
              <a:ext cx="789634" cy="103491"/>
            </a:xfrm>
            <a:custGeom>
              <a:avLst/>
              <a:gdLst/>
              <a:ahLst/>
              <a:cxnLst/>
              <a:rect l="l" t="t" r="r" b="b"/>
              <a:pathLst>
                <a:path w="8393" h="1100" extrusionOk="0">
                  <a:moveTo>
                    <a:pt x="8238" y="118"/>
                  </a:moveTo>
                  <a:lnTo>
                    <a:pt x="8268" y="550"/>
                  </a:lnTo>
                  <a:lnTo>
                    <a:pt x="154" y="975"/>
                  </a:lnTo>
                  <a:lnTo>
                    <a:pt x="154" y="550"/>
                  </a:lnTo>
                  <a:lnTo>
                    <a:pt x="8238" y="118"/>
                  </a:lnTo>
                  <a:close/>
                  <a:moveTo>
                    <a:pt x="8304" y="1"/>
                  </a:moveTo>
                  <a:lnTo>
                    <a:pt x="67" y="426"/>
                  </a:lnTo>
                  <a:cubicBezTo>
                    <a:pt x="30" y="426"/>
                    <a:pt x="1" y="455"/>
                    <a:pt x="1" y="484"/>
                  </a:cubicBezTo>
                  <a:lnTo>
                    <a:pt x="30" y="1033"/>
                  </a:lnTo>
                  <a:cubicBezTo>
                    <a:pt x="30" y="1063"/>
                    <a:pt x="67" y="1063"/>
                    <a:pt x="67" y="1099"/>
                  </a:cubicBezTo>
                  <a:lnTo>
                    <a:pt x="125" y="1099"/>
                  </a:lnTo>
                  <a:lnTo>
                    <a:pt x="8334" y="667"/>
                  </a:lnTo>
                  <a:cubicBezTo>
                    <a:pt x="8334" y="667"/>
                    <a:pt x="8363" y="667"/>
                    <a:pt x="8363" y="638"/>
                  </a:cubicBezTo>
                  <a:cubicBezTo>
                    <a:pt x="8363" y="638"/>
                    <a:pt x="8392" y="638"/>
                    <a:pt x="8392" y="609"/>
                  </a:cubicBezTo>
                  <a:lnTo>
                    <a:pt x="8363" y="60"/>
                  </a:lnTo>
                  <a:cubicBezTo>
                    <a:pt x="8363" y="30"/>
                    <a:pt x="8334" y="1"/>
                    <a:pt x="83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1" name="Google Shape;1771;p53">
              <a:extLst>
                <a:ext uri="{FF2B5EF4-FFF2-40B4-BE49-F238E27FC236}">
                  <a16:creationId xmlns:a16="http://schemas.microsoft.com/office/drawing/2014/main" id="{04D5234F-A411-23A1-0134-CF40F92953A2}"/>
                </a:ext>
              </a:extLst>
            </p:cNvPr>
            <p:cNvSpPr/>
            <p:nvPr/>
          </p:nvSpPr>
          <p:spPr>
            <a:xfrm flipV="1">
              <a:off x="1416873" y="3684084"/>
              <a:ext cx="203906" cy="105523"/>
            </a:xfrm>
            <a:custGeom>
              <a:avLst/>
              <a:gdLst/>
              <a:ahLst/>
              <a:cxnLst/>
              <a:rect l="l" t="t" r="r" b="b"/>
              <a:pathLst>
                <a:path w="8238" h="975" extrusionOk="0">
                  <a:moveTo>
                    <a:pt x="8209" y="1"/>
                  </a:moveTo>
                  <a:lnTo>
                    <a:pt x="0" y="425"/>
                  </a:lnTo>
                  <a:lnTo>
                    <a:pt x="29" y="974"/>
                  </a:lnTo>
                  <a:lnTo>
                    <a:pt x="8238" y="550"/>
                  </a:lnTo>
                  <a:lnTo>
                    <a:pt x="82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2" name="Google Shape;1772;p53">
              <a:extLst>
                <a:ext uri="{FF2B5EF4-FFF2-40B4-BE49-F238E27FC236}">
                  <a16:creationId xmlns:a16="http://schemas.microsoft.com/office/drawing/2014/main" id="{805EB03C-6AB6-B60D-08EC-709A7A03DF4C}"/>
                </a:ext>
              </a:extLst>
            </p:cNvPr>
            <p:cNvSpPr/>
            <p:nvPr/>
          </p:nvSpPr>
          <p:spPr>
            <a:xfrm>
              <a:off x="1411321" y="3783396"/>
              <a:ext cx="786153" cy="103397"/>
            </a:xfrm>
            <a:custGeom>
              <a:avLst/>
              <a:gdLst/>
              <a:ahLst/>
              <a:cxnLst/>
              <a:rect l="l" t="t" r="r" b="b"/>
              <a:pathLst>
                <a:path w="8356" h="1099" extrusionOk="0">
                  <a:moveTo>
                    <a:pt x="8202" y="125"/>
                  </a:moveTo>
                  <a:lnTo>
                    <a:pt x="8238" y="550"/>
                  </a:lnTo>
                  <a:lnTo>
                    <a:pt x="147" y="982"/>
                  </a:lnTo>
                  <a:lnTo>
                    <a:pt x="118" y="550"/>
                  </a:lnTo>
                  <a:lnTo>
                    <a:pt x="8202" y="125"/>
                  </a:lnTo>
                  <a:close/>
                  <a:moveTo>
                    <a:pt x="8268" y="1"/>
                  </a:moveTo>
                  <a:lnTo>
                    <a:pt x="59" y="433"/>
                  </a:lnTo>
                  <a:cubicBezTo>
                    <a:pt x="30" y="433"/>
                    <a:pt x="30" y="462"/>
                    <a:pt x="30" y="462"/>
                  </a:cubicBezTo>
                  <a:cubicBezTo>
                    <a:pt x="1" y="462"/>
                    <a:pt x="1" y="491"/>
                    <a:pt x="1" y="491"/>
                  </a:cubicBezTo>
                  <a:lnTo>
                    <a:pt x="30" y="1040"/>
                  </a:lnTo>
                  <a:cubicBezTo>
                    <a:pt x="30" y="1099"/>
                    <a:pt x="59" y="1099"/>
                    <a:pt x="88" y="1099"/>
                  </a:cubicBezTo>
                  <a:lnTo>
                    <a:pt x="8297" y="674"/>
                  </a:lnTo>
                  <a:cubicBezTo>
                    <a:pt x="8326" y="674"/>
                    <a:pt x="8355" y="645"/>
                    <a:pt x="8355" y="616"/>
                  </a:cubicBezTo>
                  <a:lnTo>
                    <a:pt x="8326" y="67"/>
                  </a:lnTo>
                  <a:lnTo>
                    <a:pt x="8326" y="37"/>
                  </a:lnTo>
                  <a:cubicBezTo>
                    <a:pt x="8297" y="1"/>
                    <a:pt x="8297" y="1"/>
                    <a:pt x="82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3" name="Google Shape;1773;p53">
              <a:extLst>
                <a:ext uri="{FF2B5EF4-FFF2-40B4-BE49-F238E27FC236}">
                  <a16:creationId xmlns:a16="http://schemas.microsoft.com/office/drawing/2014/main" id="{6E89EFB8-1EE4-E7DE-C442-2C285E80D4D4}"/>
                </a:ext>
              </a:extLst>
            </p:cNvPr>
            <p:cNvSpPr/>
            <p:nvPr/>
          </p:nvSpPr>
          <p:spPr>
            <a:xfrm>
              <a:off x="1422329" y="3890183"/>
              <a:ext cx="471353" cy="77242"/>
            </a:xfrm>
            <a:custGeom>
              <a:avLst/>
              <a:gdLst/>
              <a:ahLst/>
              <a:cxnLst/>
              <a:rect l="l" t="t" r="r" b="b"/>
              <a:pathLst>
                <a:path w="5010" h="821" extrusionOk="0">
                  <a:moveTo>
                    <a:pt x="4973" y="1"/>
                  </a:moveTo>
                  <a:lnTo>
                    <a:pt x="1" y="272"/>
                  </a:lnTo>
                  <a:lnTo>
                    <a:pt x="1" y="821"/>
                  </a:lnTo>
                  <a:lnTo>
                    <a:pt x="5009" y="550"/>
                  </a:lnTo>
                  <a:lnTo>
                    <a:pt x="4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4" name="Google Shape;1774;p53">
              <a:extLst>
                <a:ext uri="{FF2B5EF4-FFF2-40B4-BE49-F238E27FC236}">
                  <a16:creationId xmlns:a16="http://schemas.microsoft.com/office/drawing/2014/main" id="{CA15B075-EE8C-6453-261C-876270F5643A}"/>
                </a:ext>
              </a:extLst>
            </p:cNvPr>
            <p:cNvSpPr/>
            <p:nvPr/>
          </p:nvSpPr>
          <p:spPr>
            <a:xfrm>
              <a:off x="1414050" y="3883973"/>
              <a:ext cx="485089" cy="89002"/>
            </a:xfrm>
            <a:custGeom>
              <a:avLst/>
              <a:gdLst/>
              <a:ahLst/>
              <a:cxnLst/>
              <a:rect l="l" t="t" r="r" b="b"/>
              <a:pathLst>
                <a:path w="5156" h="944" extrusionOk="0">
                  <a:moveTo>
                    <a:pt x="5002" y="125"/>
                  </a:moveTo>
                  <a:lnTo>
                    <a:pt x="5031" y="550"/>
                  </a:lnTo>
                  <a:lnTo>
                    <a:pt x="155" y="799"/>
                  </a:lnTo>
                  <a:lnTo>
                    <a:pt x="155" y="367"/>
                  </a:lnTo>
                  <a:lnTo>
                    <a:pt x="5002" y="125"/>
                  </a:lnTo>
                  <a:close/>
                  <a:moveTo>
                    <a:pt x="5061" y="1"/>
                  </a:moveTo>
                  <a:lnTo>
                    <a:pt x="59" y="279"/>
                  </a:lnTo>
                  <a:cubicBezTo>
                    <a:pt x="30" y="279"/>
                    <a:pt x="1" y="308"/>
                    <a:pt x="30" y="338"/>
                  </a:cubicBezTo>
                  <a:lnTo>
                    <a:pt x="30" y="887"/>
                  </a:lnTo>
                  <a:cubicBezTo>
                    <a:pt x="59" y="887"/>
                    <a:pt x="59" y="916"/>
                    <a:pt x="59" y="916"/>
                  </a:cubicBezTo>
                  <a:cubicBezTo>
                    <a:pt x="89" y="916"/>
                    <a:pt x="89" y="945"/>
                    <a:pt x="89" y="945"/>
                  </a:cubicBezTo>
                  <a:lnTo>
                    <a:pt x="118" y="945"/>
                  </a:lnTo>
                  <a:lnTo>
                    <a:pt x="5097" y="674"/>
                  </a:lnTo>
                  <a:cubicBezTo>
                    <a:pt x="5127" y="674"/>
                    <a:pt x="5156" y="645"/>
                    <a:pt x="5156" y="616"/>
                  </a:cubicBezTo>
                  <a:lnTo>
                    <a:pt x="5127" y="67"/>
                  </a:lnTo>
                  <a:cubicBezTo>
                    <a:pt x="5127" y="30"/>
                    <a:pt x="5127" y="30"/>
                    <a:pt x="50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5" name="Google Shape;1775;p53">
              <a:extLst>
                <a:ext uri="{FF2B5EF4-FFF2-40B4-BE49-F238E27FC236}">
                  <a16:creationId xmlns:a16="http://schemas.microsoft.com/office/drawing/2014/main" id="{0D8D6B25-A06A-8495-B271-B3A21FB27E6D}"/>
                </a:ext>
              </a:extLst>
            </p:cNvPr>
            <p:cNvSpPr/>
            <p:nvPr/>
          </p:nvSpPr>
          <p:spPr>
            <a:xfrm>
              <a:off x="1425058" y="3970155"/>
              <a:ext cx="511338" cy="80629"/>
            </a:xfrm>
            <a:custGeom>
              <a:avLst/>
              <a:gdLst/>
              <a:ahLst/>
              <a:cxnLst/>
              <a:rect l="l" t="t" r="r" b="b"/>
              <a:pathLst>
                <a:path w="5435" h="857" extrusionOk="0">
                  <a:moveTo>
                    <a:pt x="5405" y="0"/>
                  </a:moveTo>
                  <a:lnTo>
                    <a:pt x="1" y="308"/>
                  </a:lnTo>
                  <a:lnTo>
                    <a:pt x="38" y="857"/>
                  </a:lnTo>
                  <a:lnTo>
                    <a:pt x="5434" y="549"/>
                  </a:lnTo>
                  <a:lnTo>
                    <a:pt x="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6" name="Google Shape;1776;p53">
              <a:extLst>
                <a:ext uri="{FF2B5EF4-FFF2-40B4-BE49-F238E27FC236}">
                  <a16:creationId xmlns:a16="http://schemas.microsoft.com/office/drawing/2014/main" id="{BD104931-ED8C-1452-4ED7-742B16E6991F}"/>
                </a:ext>
              </a:extLst>
            </p:cNvPr>
            <p:cNvSpPr/>
            <p:nvPr/>
          </p:nvSpPr>
          <p:spPr>
            <a:xfrm>
              <a:off x="1419601" y="3964604"/>
              <a:ext cx="522252" cy="91730"/>
            </a:xfrm>
            <a:custGeom>
              <a:avLst/>
              <a:gdLst/>
              <a:ahLst/>
              <a:cxnLst/>
              <a:rect l="l" t="t" r="r" b="b"/>
              <a:pathLst>
                <a:path w="5551" h="975" extrusionOk="0">
                  <a:moveTo>
                    <a:pt x="5404" y="125"/>
                  </a:moveTo>
                  <a:lnTo>
                    <a:pt x="5434" y="550"/>
                  </a:lnTo>
                  <a:lnTo>
                    <a:pt x="154" y="857"/>
                  </a:lnTo>
                  <a:lnTo>
                    <a:pt x="125" y="425"/>
                  </a:lnTo>
                  <a:lnTo>
                    <a:pt x="5404" y="125"/>
                  </a:lnTo>
                  <a:close/>
                  <a:moveTo>
                    <a:pt x="5463" y="0"/>
                  </a:moveTo>
                  <a:lnTo>
                    <a:pt x="59" y="308"/>
                  </a:lnTo>
                  <a:lnTo>
                    <a:pt x="30" y="308"/>
                  </a:lnTo>
                  <a:cubicBezTo>
                    <a:pt x="0" y="337"/>
                    <a:pt x="0" y="337"/>
                    <a:pt x="0" y="367"/>
                  </a:cubicBezTo>
                  <a:lnTo>
                    <a:pt x="30" y="916"/>
                  </a:lnTo>
                  <a:cubicBezTo>
                    <a:pt x="30" y="945"/>
                    <a:pt x="59" y="974"/>
                    <a:pt x="96" y="974"/>
                  </a:cubicBezTo>
                  <a:lnTo>
                    <a:pt x="5492" y="674"/>
                  </a:lnTo>
                  <a:lnTo>
                    <a:pt x="5522" y="674"/>
                  </a:lnTo>
                  <a:cubicBezTo>
                    <a:pt x="5551" y="637"/>
                    <a:pt x="5551" y="637"/>
                    <a:pt x="5551" y="608"/>
                  </a:cubicBezTo>
                  <a:lnTo>
                    <a:pt x="5522" y="59"/>
                  </a:lnTo>
                  <a:cubicBezTo>
                    <a:pt x="5522" y="30"/>
                    <a:pt x="5492" y="0"/>
                    <a:pt x="5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7" name="Google Shape;1777;p53">
              <a:extLst>
                <a:ext uri="{FF2B5EF4-FFF2-40B4-BE49-F238E27FC236}">
                  <a16:creationId xmlns:a16="http://schemas.microsoft.com/office/drawing/2014/main" id="{67183171-46F3-2267-48ED-94757E10E925}"/>
                </a:ext>
              </a:extLst>
            </p:cNvPr>
            <p:cNvSpPr/>
            <p:nvPr/>
          </p:nvSpPr>
          <p:spPr>
            <a:xfrm>
              <a:off x="1431267" y="4056242"/>
              <a:ext cx="470695" cy="77900"/>
            </a:xfrm>
            <a:custGeom>
              <a:avLst/>
              <a:gdLst/>
              <a:ahLst/>
              <a:cxnLst/>
              <a:rect l="l" t="t" r="r" b="b"/>
              <a:pathLst>
                <a:path w="5003" h="826" extrusionOk="0">
                  <a:moveTo>
                    <a:pt x="4973" y="0"/>
                  </a:moveTo>
                  <a:lnTo>
                    <a:pt x="1" y="279"/>
                  </a:lnTo>
                  <a:lnTo>
                    <a:pt x="30" y="828"/>
                  </a:lnTo>
                  <a:lnTo>
                    <a:pt x="5002" y="549"/>
                  </a:lnTo>
                  <a:lnTo>
                    <a:pt x="4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8" name="Google Shape;1778;p53">
              <a:extLst>
                <a:ext uri="{FF2B5EF4-FFF2-40B4-BE49-F238E27FC236}">
                  <a16:creationId xmlns:a16="http://schemas.microsoft.com/office/drawing/2014/main" id="{3F92456F-DC95-C838-DD44-0F530CF2F749}"/>
                </a:ext>
              </a:extLst>
            </p:cNvPr>
            <p:cNvSpPr/>
            <p:nvPr/>
          </p:nvSpPr>
          <p:spPr>
            <a:xfrm>
              <a:off x="1425058" y="4050691"/>
              <a:ext cx="482361" cy="89002"/>
            </a:xfrm>
            <a:custGeom>
              <a:avLst/>
              <a:gdLst/>
              <a:ahLst/>
              <a:cxnLst/>
              <a:rect l="l" t="t" r="r" b="b"/>
              <a:pathLst>
                <a:path w="5127" h="944" extrusionOk="0">
                  <a:moveTo>
                    <a:pt x="4980" y="125"/>
                  </a:moveTo>
                  <a:lnTo>
                    <a:pt x="5010" y="550"/>
                  </a:lnTo>
                  <a:lnTo>
                    <a:pt x="125" y="821"/>
                  </a:lnTo>
                  <a:lnTo>
                    <a:pt x="125" y="396"/>
                  </a:lnTo>
                  <a:lnTo>
                    <a:pt x="4980" y="125"/>
                  </a:lnTo>
                  <a:close/>
                  <a:moveTo>
                    <a:pt x="5039" y="1"/>
                  </a:moveTo>
                  <a:lnTo>
                    <a:pt x="67" y="272"/>
                  </a:lnTo>
                  <a:lnTo>
                    <a:pt x="1" y="272"/>
                  </a:lnTo>
                  <a:lnTo>
                    <a:pt x="1" y="338"/>
                  </a:lnTo>
                  <a:lnTo>
                    <a:pt x="38" y="887"/>
                  </a:lnTo>
                  <a:cubicBezTo>
                    <a:pt x="38" y="916"/>
                    <a:pt x="38" y="945"/>
                    <a:pt x="96" y="945"/>
                  </a:cubicBezTo>
                  <a:lnTo>
                    <a:pt x="5068" y="674"/>
                  </a:lnTo>
                  <a:lnTo>
                    <a:pt x="5127" y="674"/>
                  </a:lnTo>
                  <a:lnTo>
                    <a:pt x="5127" y="608"/>
                  </a:lnTo>
                  <a:lnTo>
                    <a:pt x="5097" y="59"/>
                  </a:lnTo>
                  <a:cubicBezTo>
                    <a:pt x="5097" y="30"/>
                    <a:pt x="5068" y="1"/>
                    <a:pt x="50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79" name="Google Shape;1779;p53">
              <a:extLst>
                <a:ext uri="{FF2B5EF4-FFF2-40B4-BE49-F238E27FC236}">
                  <a16:creationId xmlns:a16="http://schemas.microsoft.com/office/drawing/2014/main" id="{DA44CA03-0810-9452-1EA7-77EB6A06AB0A}"/>
                </a:ext>
              </a:extLst>
            </p:cNvPr>
            <p:cNvSpPr/>
            <p:nvPr/>
          </p:nvSpPr>
          <p:spPr>
            <a:xfrm>
              <a:off x="1434090" y="4136873"/>
              <a:ext cx="553958" cy="80629"/>
            </a:xfrm>
            <a:custGeom>
              <a:avLst/>
              <a:gdLst/>
              <a:ahLst/>
              <a:cxnLst/>
              <a:rect l="l" t="t" r="r" b="b"/>
              <a:pathLst>
                <a:path w="5888" h="857" extrusionOk="0">
                  <a:moveTo>
                    <a:pt x="5858" y="0"/>
                  </a:moveTo>
                  <a:lnTo>
                    <a:pt x="0" y="308"/>
                  </a:lnTo>
                  <a:lnTo>
                    <a:pt x="29" y="857"/>
                  </a:lnTo>
                  <a:lnTo>
                    <a:pt x="5887" y="549"/>
                  </a:lnTo>
                  <a:lnTo>
                    <a:pt x="58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sp>
          <p:nvSpPr>
            <p:cNvPr id="1780" name="Google Shape;1780;p53">
              <a:extLst>
                <a:ext uri="{FF2B5EF4-FFF2-40B4-BE49-F238E27FC236}">
                  <a16:creationId xmlns:a16="http://schemas.microsoft.com/office/drawing/2014/main" id="{6528D77B-6C6D-E5AB-3597-2DC589708276}"/>
                </a:ext>
              </a:extLst>
            </p:cNvPr>
            <p:cNvSpPr/>
            <p:nvPr/>
          </p:nvSpPr>
          <p:spPr>
            <a:xfrm>
              <a:off x="1428539" y="4131322"/>
              <a:ext cx="564965" cy="91730"/>
            </a:xfrm>
            <a:custGeom>
              <a:avLst/>
              <a:gdLst/>
              <a:ahLst/>
              <a:cxnLst/>
              <a:rect l="l" t="t" r="r" b="b"/>
              <a:pathLst>
                <a:path w="6005" h="975" extrusionOk="0">
                  <a:moveTo>
                    <a:pt x="5859" y="118"/>
                  </a:moveTo>
                  <a:lnTo>
                    <a:pt x="5888" y="550"/>
                  </a:lnTo>
                  <a:lnTo>
                    <a:pt x="147" y="850"/>
                  </a:lnTo>
                  <a:lnTo>
                    <a:pt x="118" y="425"/>
                  </a:lnTo>
                  <a:lnTo>
                    <a:pt x="5859" y="118"/>
                  </a:lnTo>
                  <a:close/>
                  <a:moveTo>
                    <a:pt x="5917" y="0"/>
                  </a:moveTo>
                  <a:lnTo>
                    <a:pt x="59" y="301"/>
                  </a:lnTo>
                  <a:cubicBezTo>
                    <a:pt x="30" y="301"/>
                    <a:pt x="1" y="330"/>
                    <a:pt x="1" y="367"/>
                  </a:cubicBezTo>
                  <a:lnTo>
                    <a:pt x="30" y="916"/>
                  </a:lnTo>
                  <a:cubicBezTo>
                    <a:pt x="30" y="945"/>
                    <a:pt x="30" y="945"/>
                    <a:pt x="59" y="945"/>
                  </a:cubicBezTo>
                  <a:cubicBezTo>
                    <a:pt x="59" y="974"/>
                    <a:pt x="88" y="974"/>
                    <a:pt x="88" y="974"/>
                  </a:cubicBezTo>
                  <a:lnTo>
                    <a:pt x="5946" y="667"/>
                  </a:lnTo>
                  <a:cubicBezTo>
                    <a:pt x="5976" y="667"/>
                    <a:pt x="6005" y="637"/>
                    <a:pt x="6005" y="608"/>
                  </a:cubicBezTo>
                  <a:lnTo>
                    <a:pt x="5976" y="59"/>
                  </a:lnTo>
                  <a:cubicBezTo>
                    <a:pt x="5976" y="30"/>
                    <a:pt x="5976" y="30"/>
                    <a:pt x="5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latin typeface="得意黑" charset="-122"/>
                <a:ea typeface="得意黑" charset="-122"/>
                <a:cs typeface="得意黑" charset="-122"/>
                <a:sym typeface="得意黑" charset="-122"/>
              </a:endParaRPr>
            </a:p>
          </p:txBody>
        </p:sp>
      </p:grpSp>
      <p:pic>
        <p:nvPicPr>
          <p:cNvPr id="2" name="图片 1" descr="C:/Users/10724/Pictures/Screenshots/屏幕截图 2026-06-02 184156.png屏幕截图 2026-06-02 184156">
            <a:extLst>
              <a:ext uri="{FF2B5EF4-FFF2-40B4-BE49-F238E27FC236}">
                <a16:creationId xmlns:a16="http://schemas.microsoft.com/office/drawing/2014/main" id="{D0EB5E55-DC0D-7454-E19D-07C4F22E33A3}"/>
              </a:ext>
            </a:extLst>
          </p:cNvPr>
          <p:cNvPicPr>
            <a:picLocks noChangeAspect="1"/>
          </p:cNvPicPr>
          <p:nvPr/>
        </p:nvPicPr>
        <p:blipFill>
          <a:blip r:embed="rId4"/>
          <a:srcRect t="1157" b="1157"/>
          <a:stretch>
            <a:fillRect/>
          </a:stretch>
        </p:blipFill>
        <p:spPr>
          <a:xfrm>
            <a:off x="2365375" y="2430145"/>
            <a:ext cx="4528185" cy="2409825"/>
          </a:xfrm>
          <a:prstGeom prst="rect">
            <a:avLst/>
          </a:prstGeom>
        </p:spPr>
      </p:pic>
      <p:cxnSp>
        <p:nvCxnSpPr>
          <p:cNvPr id="3" name="直线箭头连接符 2">
            <a:hlinkClick r:id="rId5" action="ppaction://hlinksldjump"/>
            <a:extLst>
              <a:ext uri="{FF2B5EF4-FFF2-40B4-BE49-F238E27FC236}">
                <a16:creationId xmlns:a16="http://schemas.microsoft.com/office/drawing/2014/main" id="{FF692BFA-A19D-A972-591B-F75CED6F08FA}"/>
              </a:ext>
            </a:extLst>
          </p:cNvPr>
          <p:cNvCxnSpPr/>
          <p:nvPr/>
        </p:nvCxnSpPr>
        <p:spPr>
          <a:xfrm flipH="1">
            <a:off x="1169333" y="403860"/>
            <a:ext cx="10023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15065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NTU2MzcwM2E2NDY1ZWUwMTY5MDdhYjAyNTU4ZjVmMDkifQ=="/>
  <p:tag name="KSO_WPP_MARK_KEY" val="bc23c1df-f3eb-4dd3-820f-6a14131b2024"/>
</p:tagLst>
</file>

<file path=ppt/theme/theme1.xml><?xml version="1.0" encoding="utf-8"?>
<a:theme xmlns:a="http://schemas.openxmlformats.org/drawingml/2006/main" name="第一PPT，www.1ppt.com">
  <a:themeElements>
    <a:clrScheme name="Simple Light">
      <a:dk1>
        <a:srgbClr val="FFFFFF"/>
      </a:dk1>
      <a:lt1>
        <a:srgbClr val="F4F4F4"/>
      </a:lt1>
      <a:dk2>
        <a:srgbClr val="FFB392"/>
      </a:dk2>
      <a:lt2>
        <a:srgbClr val="C9D1FC"/>
      </a:lt2>
      <a:accent1>
        <a:srgbClr val="435BE1"/>
      </a:accent1>
      <a:accent2>
        <a:srgbClr val="000000"/>
      </a:accent2>
      <a:accent3>
        <a:srgbClr val="FFFFFF"/>
      </a:accent3>
      <a:accent4>
        <a:srgbClr val="FFFFFF"/>
      </a:accent4>
      <a:accent5>
        <a:srgbClr val="FFFFFF"/>
      </a:accent5>
      <a:accent6>
        <a:srgbClr val="FFFFFF"/>
      </a:accent6>
      <a:hlink>
        <a:srgbClr val="435BE1"/>
      </a:hlink>
      <a:folHlink>
        <a:srgbClr val="0097A7"/>
      </a:folHlink>
    </a:clrScheme>
    <a:fontScheme name="Office">
      <a:majorFont>
        <a:latin typeface="得意黑"/>
        <a:ea typeface="得意黑"/>
        <a:cs typeface="得意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得意黑"/>
        <a:ea typeface="得意黑"/>
        <a:cs typeface="得意黑"/>
        <a:font script="Jpan" typeface="ＭＳ Ｐゴシック"/>
        <a:font script="Hang" typeface="맑은 고딕"/>
        <a:font script="Hans" typeface="宋体"/>
        <a:font script="Hant" typeface="新細明體"/>
        <a:font script="Arab" typeface="得意黑"/>
        <a:font script="Hebr" typeface="得意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得意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得意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得意黑"/>
        <a:font script="Jpan" typeface="ＭＳ Ｐゴシック"/>
        <a:font script="Hang" typeface="맑은 고딕"/>
        <a:font script="Hans" typeface="宋体"/>
        <a:font script="Hant" typeface="新細明體"/>
        <a:font script="Arab" typeface="得意黑"/>
        <a:font script="Hebr" typeface="得意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得意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dership and Motivation for Business by Slidesgo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得意黑"/>
        <a:ea typeface="得意黑"/>
        <a:cs typeface="得意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得意黑"/>
        <a:ea typeface="得意黑"/>
        <a:cs typeface="得意黑"/>
        <a:font script="Jpan" typeface="ＭＳ Ｐゴシック"/>
        <a:font script="Hang" typeface="맑은 고딕"/>
        <a:font script="Hans" typeface="宋体"/>
        <a:font script="Hant" typeface="新細明體"/>
        <a:font script="Arab" typeface="得意黑"/>
        <a:font script="Hebr" typeface="得意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得意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得意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得意黑"/>
        <a:font script="Jpan" typeface="ＭＳ Ｐゴシック"/>
        <a:font script="Hang" typeface="맑은 고딕"/>
        <a:font script="Hans" typeface="宋体"/>
        <a:font script="Hant" typeface="新細明體"/>
        <a:font script="Arab" typeface="得意黑"/>
        <a:font script="Hebr" typeface="得意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得意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684</TotalTime>
  <Words>1486</Words>
  <Application>Microsoft Macintosh PowerPoint</Application>
  <PresentationFormat>全屏显示(16:9)</PresentationFormat>
  <Paragraphs>146</Paragraphs>
  <Slides>37</Slides>
  <Notes>30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37</vt:i4>
      </vt:variant>
    </vt:vector>
  </HeadingPairs>
  <TitlesOfParts>
    <vt:vector size="44" baseType="lpstr">
      <vt:lpstr>得意黑</vt:lpstr>
      <vt:lpstr>Oxygen</vt:lpstr>
      <vt:lpstr>Yanone Kaffeesatz</vt:lpstr>
      <vt:lpstr>Arial</vt:lpstr>
      <vt:lpstr>Bebas Neue</vt:lpstr>
      <vt:lpstr>第一PPT，www.1ppt.com</vt:lpstr>
      <vt:lpstr>第一PPT，www.1ppt.com </vt:lpstr>
      <vt:lpstr>智教魔方 一个便捷高效的学习系统 </vt:lpstr>
      <vt:lpstr>目录</vt:lpstr>
      <vt:lpstr>项目概述</vt:lpstr>
      <vt:lpstr>前端</vt:lpstr>
      <vt:lpstr>项目分工</vt:lpstr>
      <vt:lpstr>技术概览</vt:lpstr>
      <vt:lpstr>视觉亮点</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效果演示</vt:lpstr>
      <vt:lpstr>目录</vt:lpstr>
      <vt:lpstr>总结</vt:lpstr>
      <vt:lpstr>感谢聆听 THANKS!</vt:lpstr>
      <vt:lpstr>功能模块与页面</vt:lpstr>
      <vt:lpstr>功能模块与页面——学生端</vt:lpstr>
      <vt:lpstr>功能模块与页面——学生端</vt:lpstr>
      <vt:lpstr>功能模块与页面——学生端</vt:lpstr>
      <vt:lpstr>功能模块与页面——学生端</vt:lpstr>
      <vt:lpstr>功能模块与页面——学生端</vt:lpstr>
      <vt:lpstr>功能模块与页面——学生端</vt:lpstr>
      <vt:lpstr>功能模块与页面——教师端</vt:lpstr>
      <vt:lpstr>功能模块与页面——教师端</vt:lpstr>
      <vt:lpstr>功能模块与页面——教师端</vt:lpstr>
      <vt:lpstr>功能模块与页面——教师端</vt:lpstr>
      <vt:lpstr>功能模块与页面——教师端</vt:lpstr>
      <vt:lpstr>功能模块与页面——管理员端</vt:lpstr>
      <vt:lpstr>功能模块与页面——教师端</vt:lpstr>
      <vt:lpstr>功能模块与页面——管理员端</vt:lpstr>
      <vt:lpstr>功能模块与页面——管理员端</vt:lpstr>
      <vt:lpstr>功能模块与页面——管理员端</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卡通人物</dc:title>
  <dc:creator>第一PPT</dc:creator>
  <cp:keywords>www.1ppt.com</cp:keywords>
  <dc:description>www.1ppt.com</dc:description>
  <cp:lastModifiedBy>榆 墨</cp:lastModifiedBy>
  <cp:revision>75</cp:revision>
  <dcterms:created xsi:type="dcterms:W3CDTF">2023-04-27T09:09:00Z</dcterms:created>
  <dcterms:modified xsi:type="dcterms:W3CDTF">2026-06-03T00:59:05Z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F985286DF9134E22BDA6C46C9248BF7C_12</vt:lpwstr>
  </property>
  <property fmtid="{D5CDD505-2E9C-101B-9397-08002B2CF9AE}" pid="3" name="KSOProductBuildVer">
    <vt:lpwstr>2052-12.1.0.21915</vt:lpwstr>
  </property>
</Properties>
</file>